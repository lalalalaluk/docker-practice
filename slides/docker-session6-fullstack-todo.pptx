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74eb22dbfc47e6" /><Relationship Type="http://schemas.openxmlformats.org/officeDocument/2006/relationships/extended-properties" Target="/docProps/app.xml" Id="Ra0341ba28ec3444d" /><Relationship Type="http://schemas.openxmlformats.org/officeDocument/2006/relationships/officeDocument" Target="/ppt/presentation.xml" Id="Rb4db107dc93645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0a1c15ad87402f"/>
  </p:sldMasterIdLst>
  <p:notesMasterIdLst>
    <p:notesMasterId xmlns:r="http://schemas.openxmlformats.org/officeDocument/2006/relationships" r:id="Rc509a432c616471e"/>
  </p:notesMasterIdLst>
  <p:sldIdLst>
    <p:sldId xmlns:r="http://schemas.openxmlformats.org/officeDocument/2006/relationships" id="256" r:id="R2b64e2b772024d39"/>
    <p:sldId xmlns:r="http://schemas.openxmlformats.org/officeDocument/2006/relationships" id="257" r:id="Rf2cce3db75ff4763"/>
    <p:sldId xmlns:r="http://schemas.openxmlformats.org/officeDocument/2006/relationships" id="258" r:id="R52912351e3714057"/>
    <p:sldId xmlns:r="http://schemas.openxmlformats.org/officeDocument/2006/relationships" id="259" r:id="R69360e9bae7c4287"/>
    <p:sldId xmlns:r="http://schemas.openxmlformats.org/officeDocument/2006/relationships" id="260" r:id="R9a56da7a28884f42"/>
    <p:sldId xmlns:r="http://schemas.openxmlformats.org/officeDocument/2006/relationships" id="261" r:id="R401510c388a64886"/>
    <p:sldId xmlns:r="http://schemas.openxmlformats.org/officeDocument/2006/relationships" id="262" r:id="R20bbbd58a3c84592"/>
    <p:sldId xmlns:r="http://schemas.openxmlformats.org/officeDocument/2006/relationships" id="263" r:id="Rb57087a55164493e"/>
    <p:sldId xmlns:r="http://schemas.openxmlformats.org/officeDocument/2006/relationships" id="264" r:id="R1718ee9cb7bc43d1"/>
    <p:sldId xmlns:r="http://schemas.openxmlformats.org/officeDocument/2006/relationships" id="265" r:id="R98f404e41d07457b"/>
    <p:sldId xmlns:r="http://schemas.openxmlformats.org/officeDocument/2006/relationships" id="266" r:id="Rae39f3de4a9244a4"/>
    <p:sldId xmlns:r="http://schemas.openxmlformats.org/officeDocument/2006/relationships" id="267" r:id="R1e2f8d82694345d5"/>
    <p:sldId xmlns:r="http://schemas.openxmlformats.org/officeDocument/2006/relationships" id="268" r:id="R898c462bc03e47b8"/>
    <p:sldId xmlns:r="http://schemas.openxmlformats.org/officeDocument/2006/relationships" id="269" r:id="R0ecdf778674644cf"/>
    <p:sldId xmlns:r="http://schemas.openxmlformats.org/officeDocument/2006/relationships" id="270" r:id="R9f0fea3fcf15406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2a6ff591164fac" /><Relationship Type="http://schemas.openxmlformats.org/officeDocument/2006/relationships/slideMaster" Target="/ppt/slideMasters/slideMaster1.xml" Id="R010a1c15ad87402f" /><Relationship Type="http://schemas.openxmlformats.org/officeDocument/2006/relationships/notesMaster" Target="/ppt/notesMasters/notesMaster1.xml" Id="Rc509a432c616471e" /><Relationship Type="http://schemas.openxmlformats.org/officeDocument/2006/relationships/presProps" Target="/ppt/presProps.xml" Id="R69ab0d4697444d79" /><Relationship Type="http://schemas.openxmlformats.org/officeDocument/2006/relationships/tableStyles" Target="/ppt/tableStyles.xml" Id="R97ba61a536fb45bf" /><Relationship Type="http://schemas.openxmlformats.org/officeDocument/2006/relationships/slide" Target="/ppt/slides/slide1.xml" Id="R2b64e2b772024d39" /><Relationship Type="http://schemas.openxmlformats.org/officeDocument/2006/relationships/slide" Target="/ppt/slides/slide2.xml" Id="Rf2cce3db75ff4763" /><Relationship Type="http://schemas.openxmlformats.org/officeDocument/2006/relationships/slide" Target="/ppt/slides/slide3.xml" Id="R52912351e3714057" /><Relationship Type="http://schemas.openxmlformats.org/officeDocument/2006/relationships/slide" Target="/ppt/slides/slide4.xml" Id="R69360e9bae7c4287" /><Relationship Type="http://schemas.openxmlformats.org/officeDocument/2006/relationships/slide" Target="/ppt/slides/slide5.xml" Id="R9a56da7a28884f42" /><Relationship Type="http://schemas.openxmlformats.org/officeDocument/2006/relationships/slide" Target="/ppt/slides/slide6.xml" Id="R401510c388a64886" /><Relationship Type="http://schemas.openxmlformats.org/officeDocument/2006/relationships/slide" Target="/ppt/slides/slide7.xml" Id="R20bbbd58a3c84592" /><Relationship Type="http://schemas.openxmlformats.org/officeDocument/2006/relationships/slide" Target="/ppt/slides/slide8.xml" Id="Rb57087a55164493e" /><Relationship Type="http://schemas.openxmlformats.org/officeDocument/2006/relationships/slide" Target="/ppt/slides/slide9.xml" Id="R1718ee9cb7bc43d1" /><Relationship Type="http://schemas.openxmlformats.org/officeDocument/2006/relationships/slide" Target="/ppt/slides/slide10.xml" Id="R98f404e41d07457b" /><Relationship Type="http://schemas.openxmlformats.org/officeDocument/2006/relationships/slide" Target="/ppt/slides/slide11.xml" Id="Rae39f3de4a9244a4" /><Relationship Type="http://schemas.openxmlformats.org/officeDocument/2006/relationships/slide" Target="/ppt/slides/slide12.xml" Id="R1e2f8d82694345d5" /><Relationship Type="http://schemas.openxmlformats.org/officeDocument/2006/relationships/slide" Target="/ppt/slides/slide13.xml" Id="R898c462bc03e47b8" /><Relationship Type="http://schemas.openxmlformats.org/officeDocument/2006/relationships/slide" Target="/ppt/slides/slide14.xml" Id="R0ecdf778674644cf" /><Relationship Type="http://schemas.openxmlformats.org/officeDocument/2006/relationships/slide" Target="/ppt/slides/slide15.xml" Id="R9f0fea3fcf1540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112b881a0447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30a6221e9c411e" /><Relationship Type="http://schemas.openxmlformats.org/officeDocument/2006/relationships/notesMaster" Target="/ppt/notesMasters/notesMaster1.xml" Id="Rd0828a55ad0648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7a73861d764e8c" /><Relationship Type="http://schemas.openxmlformats.org/officeDocument/2006/relationships/notesMaster" Target="/ppt/notesMasters/notesMaster1.xml" Id="R143ff889b90b4ac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cd8fbf2e524451" /><Relationship Type="http://schemas.openxmlformats.org/officeDocument/2006/relationships/notesMaster" Target="/ppt/notesMasters/notesMaster1.xml" Id="R2d7c8bf3140a4b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421555fc2b45fa" /><Relationship Type="http://schemas.openxmlformats.org/officeDocument/2006/relationships/notesMaster" Target="/ppt/notesMasters/notesMaster1.xml" Id="R84401e5be9874d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e9fa7d977f4ca1" /><Relationship Type="http://schemas.openxmlformats.org/officeDocument/2006/relationships/notesMaster" Target="/ppt/notesMasters/notesMaster1.xml" Id="R043a4c4c37644d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d335276a224d74" /><Relationship Type="http://schemas.openxmlformats.org/officeDocument/2006/relationships/notesMaster" Target="/ppt/notesMasters/notesMaster1.xml" Id="R344f80d4355740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eb1f188ae14a54" /><Relationship Type="http://schemas.openxmlformats.org/officeDocument/2006/relationships/notesMaster" Target="/ppt/notesMasters/notesMaster1.xml" Id="Ra51e8e3d59424a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bdfdbd41a04632" /><Relationship Type="http://schemas.openxmlformats.org/officeDocument/2006/relationships/notesMaster" Target="/ppt/notesMasters/notesMaster1.xml" Id="Rf80afcee0f5242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2dc6027f2b40f3" /><Relationship Type="http://schemas.openxmlformats.org/officeDocument/2006/relationships/notesMaster" Target="/ppt/notesMasters/notesMaster1.xml" Id="Rdb59b83300a4474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f3a7325f1f452a" /><Relationship Type="http://schemas.openxmlformats.org/officeDocument/2006/relationships/notesMaster" Target="/ppt/notesMasters/notesMaster1.xml" Id="R104994e7ecb244d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38501b1530c48b8" /><Relationship Type="http://schemas.openxmlformats.org/officeDocument/2006/relationships/notesMaster" Target="/ppt/notesMasters/notesMaster1.xml" Id="R71bc503e4a7d43e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ef8d53b081d475b" /><Relationship Type="http://schemas.openxmlformats.org/officeDocument/2006/relationships/notesMaster" Target="/ppt/notesMasters/notesMaster1.xml" Id="R60abbbb231cb402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ae2165706f45b9" /><Relationship Type="http://schemas.openxmlformats.org/officeDocument/2006/relationships/notesMaster" Target="/ppt/notesMasters/notesMaster1.xml" Id="R0c89416546974b9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9f522450ef485e" /><Relationship Type="http://schemas.openxmlformats.org/officeDocument/2006/relationships/notesMaster" Target="/ppt/notesMasters/notesMaster1.xml" Id="R3aa57abda4224ca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95495a17d8c4510" /><Relationship Type="http://schemas.openxmlformats.org/officeDocument/2006/relationships/notesMaster" Target="/ppt/notesMasters/notesMaster1.xml" Id="Rf8b623eb1e7147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51444ea21d46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9633daae774ccb" /><Relationship Type="http://schemas.openxmlformats.org/officeDocument/2006/relationships/slideLayout" Target="/ppt/slideLayouts/slideLayout1.xml" Id="R28e1d3f5c88f4f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e1d3f5c88f4f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8f6540de04c93" /><Relationship Type="http://schemas.openxmlformats.org/officeDocument/2006/relationships/notesSlide" Target="/ppt/notesSlides/notesSlide1.xml" Id="R7dbb83797a0d4a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c9dfee86a942a5" /><Relationship Type="http://schemas.openxmlformats.org/officeDocument/2006/relationships/notesSlide" Target="/ppt/notesSlides/notesSlide2.xml" Id="R25dfb95cc40c49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5a831e69c458f" /><Relationship Type="http://schemas.openxmlformats.org/officeDocument/2006/relationships/notesSlide" Target="/ppt/notesSlides/notesSlide3.xml" Id="Rca7af7bdd57140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f493f82aa4361" /><Relationship Type="http://schemas.openxmlformats.org/officeDocument/2006/relationships/notesSlide" Target="/ppt/notesSlides/notesSlide4.xml" Id="Rf78c8897dc8748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bddf9623754057" /><Relationship Type="http://schemas.openxmlformats.org/officeDocument/2006/relationships/notesSlide" Target="/ppt/notesSlides/notesSlide5.xml" Id="R50486e6322fe49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b72a7db3ac4425" /><Relationship Type="http://schemas.openxmlformats.org/officeDocument/2006/relationships/notesSlide" Target="/ppt/notesSlides/notesSlide6.xml" Id="Rc7b337f8578841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1ecd19e8584e9e" /><Relationship Type="http://schemas.openxmlformats.org/officeDocument/2006/relationships/notesSlide" Target="/ppt/notesSlides/notesSlide7.xml" Id="R3b471fac8bcf4c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d445a21354807" /><Relationship Type="http://schemas.openxmlformats.org/officeDocument/2006/relationships/notesSlide" Target="/ppt/notesSlides/notesSlide8.xml" Id="R26f3c08b3c1b4f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301f7c62a74213" /><Relationship Type="http://schemas.openxmlformats.org/officeDocument/2006/relationships/notesSlide" Target="/ppt/notesSlides/notesSlide9.xml" Id="Re1faf6025ab345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f3418533144aa" /><Relationship Type="http://schemas.openxmlformats.org/officeDocument/2006/relationships/notesSlide" Target="/ppt/notesSlides/notesSlide10.xml" Id="Rd4a20931cf3f432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c75d5715a348fb" /><Relationship Type="http://schemas.openxmlformats.org/officeDocument/2006/relationships/notesSlide" Target="/ppt/notesSlides/notesSlide11.xml" Id="Rca54c7083b6b4da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43aeea37c843f4" /><Relationship Type="http://schemas.openxmlformats.org/officeDocument/2006/relationships/notesSlide" Target="/ppt/notesSlides/notesSlide12.xml" Id="Rbcae3912756a4a8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ee2d409bd4da4" /><Relationship Type="http://schemas.openxmlformats.org/officeDocument/2006/relationships/notesSlide" Target="/ppt/notesSlides/notesSlide13.xml" Id="R6929d25099e4422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26235e8b174733" /><Relationship Type="http://schemas.openxmlformats.org/officeDocument/2006/relationships/notesSlide" Target="/ppt/notesSlides/notesSlide14.xml" Id="R226286e705334da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9b52faa35c4472" /><Relationship Type="http://schemas.openxmlformats.org/officeDocument/2006/relationships/notesSlide" Target="/ppt/notesSlides/notesSlide15.xml" Id="Rc9032acfbd0d41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E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22C9F3-6DF6-4ED6-8EE1-7DAE4C8B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263EB"/>
                </a:solidFill>
              </a:defRPr>
            </a:pPr>
            <a:r>
              <a:rPr sz="1500" b="1">
                <a:solidFill>
                  <a:srgbClr val="4263EB"/>
                </a:solidFill>
              </a:rPr>
              <a:t>Docker 基礎教學 第 6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6EA9B3-0A38-409F-8F10-E3422E88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685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React + Flask + MySQL</a:t>
            </a:r>
          </a:p>
          <a:p xmlns:a="http://schemas.openxmlformats.org/drawingml/2006/main">
            <a:pPr algn="l"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F212CF-1AC7-4657-B232-87A0F5E6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86174"/>
                </a:solidFill>
              </a:defRPr>
            </a:pPr>
            <a:r>
              <a:rPr sz="1875" b="0">
                <a:solidFill>
                  <a:srgbClr val="586174"/>
                </a:solidFill>
              </a:rPr>
              <a:t>用 Docker Compose 串起前端、後端、資料庫，做出可以展示的 Todo Web App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B614B-A769-4CF1-A7DF-5D595B49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001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78FD45-1047-4460-BDCE-D51532A2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907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4263EB"/>
                </a:solidFill>
              </a:defRPr>
            </a:pPr>
            <a:r>
              <a:rPr sz="2550" b="1">
                <a:solidFill>
                  <a:srgbClr val="4263EB"/>
                </a:solidFill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DF53E-A5F0-4145-A318-47C01C4B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24A639-059A-459D-B1BC-C91D1382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971195-CABD-478A-B96F-EC0DC9DB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D7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database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 + Volume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32FB6E-6950-4979-8210-E9E9A21C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堂｜01</a:t>
            </a:r>
          </a:p>
        </p:txBody>
      </p:sp>
    </p:spTree>
    <p:extLst>
      <p:ext uri="{BB962C8B-B14F-4D97-AF65-F5344CB8AC3E}">
        <p14:creationId xmlns:p14="http://schemas.microsoft.com/office/powerpoint/2010/main" val="21018975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00FB71-EB40-46FA-A909-2A14844D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本堂課定位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5EB956-E7FB-47B8-9D97-E338F9FE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最後一堂不是再學語法，而是做出一套系統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B276E-164E-43B4-8581-C551EBE7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26BC3-7B60-433C-A679-E3BA3F79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6192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React 只做最簡單的 Todo 畫面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E6FCDF-9C28-4C20-86B8-F47BD95A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F3BA73-A953-45F6-92D7-975AD0F8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098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Flask 只做 REST API，負責連資料庫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1424A-DCEF-4FF5-AAF2-81DF2EC2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36935E-4BB8-4A6F-88E2-D29BB285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003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MySQL 用 volume 保存資料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6C9E-B0E8-40B1-9AEE-8A56CDD0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05A9B2-F619-47C3-8394-BBA7B1F2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3909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Docker Compose 一鍵啟動整套系統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6E9B6D-06D0-4776-B16D-60F8424B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B19B5E-D42D-43E0-94E3-60E9B263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814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CI/CD 自動測試、build、push image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9F523-7FE1-424F-B948-DFAAE39C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堂｜02</a:t>
            </a:r>
          </a:p>
        </p:txBody>
      </p:sp>
    </p:spTree>
    <p:extLst>
      <p:ext uri="{BB962C8B-B14F-4D97-AF65-F5344CB8AC3E}">
        <p14:creationId xmlns:p14="http://schemas.microsoft.com/office/powerpoint/2010/main" val="2718806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FAFF63-C4A4-4E4F-8442-2043B6F0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標準三層架構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D0F64-EB62-4B1B-AA84-D348FA10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Browser 到 database 的請求路徑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98D46-1474-4054-9FBB-E118C79B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Browser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使用者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25848F-7FBB-47BB-9B40-84EBD186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4263EB"/>
                </a:solidFill>
              </a:defRPr>
            </a:pPr>
            <a:r>
              <a:rPr sz="285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1CC8CD-F0ED-442A-884B-0CBA5567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A9BD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142ED8-FCB4-42E9-B5F6-859F2140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68A5A"/>
                </a:solidFill>
              </a:defRPr>
            </a:pPr>
            <a:r>
              <a:rPr sz="28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CD812D-2AC1-4BA9-BE59-5A2AB5FD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0C496-097F-4768-855B-20BCD545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97706"/>
                </a:solidFill>
              </a:defRPr>
            </a:pPr>
            <a:r>
              <a:rPr sz="285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36E005-6B72-4EB3-83F7-F4A0A953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657350"/>
            <a:ext cx="1428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db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CB5FF9-58E0-4779-BD79-7BC1D820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04C204-53CB-4C19-9952-89DEF1D7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用 MYSQL_HOST=db 連資料庫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777BA3-0DFB-4AB8-919D-0EBC6B76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942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核心能力：知道每個 container 負責什麼，並讓它們透過 service name 正確溝通。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FB62B8-FDE0-4948-91BB-140D7101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堂｜03</a:t>
            </a:r>
          </a:p>
        </p:txBody>
      </p:sp>
    </p:spTree>
    <p:extLst>
      <p:ext uri="{BB962C8B-B14F-4D97-AF65-F5344CB8AC3E}">
        <p14:creationId xmlns:p14="http://schemas.microsoft.com/office/powerpoint/2010/main" val="372377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1F4470-EF88-4E5A-B66B-5988A253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專案骨架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7A4C7D-46CF-4C25-A397-554473AB8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讓學生看到真實專案長相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B42416-DAB9-48FB-93E6-AB35CF17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428750"/>
            <a:ext cx="45720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todo-fullstack/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compose.yaml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.env.example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frontend/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Dockerfile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nginx.conf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src/App.jsx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backend/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Dockerfile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app.py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test_app.py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db/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init.sql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.github/workflows/cicd.yml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8DFE9-C1E2-456D-9CED-6CD5C3E4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996C4D-065C-4113-B6AB-D5F6C617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前端、後端、資料庫分開管理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9DB39C-584B-4A2E-9E57-C185CDF1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DD104B-F3A7-4435-A2A6-CC042D83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Dockerfile 放在各自服務目錄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DB239E-1DAC-4067-8ACF-5E852CCD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F77472-329C-4F58-9CB4-D832A98E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compose.yaml 負責把三個服務串起來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49ED5-91D5-44F3-BB94-B448A033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BEBAA9-6CEF-4515-8214-A5DE8396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338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CI/CD workflow 放在 repository 根目錄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FFE9FD-867F-43E7-8C6B-33CADA13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堂｜04</a:t>
            </a:r>
          </a:p>
        </p:txBody>
      </p:sp>
    </p:spTree>
    <p:extLst>
      <p:ext uri="{BB962C8B-B14F-4D97-AF65-F5344CB8AC3E}">
        <p14:creationId xmlns:p14="http://schemas.microsoft.com/office/powerpoint/2010/main" val="15159553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23C6D9-CE7F-41F3-894A-482E0A4C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Backend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1F5F67-CF0C-489B-A48F-3AB27074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Flask API 負責資料操作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3AB8BD-7A97-4FE2-9B00-820BB578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/api/health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健康檢查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2A1310-45C9-48C4-9611-F85455F6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/api/todos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讀取清單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FACB9-C233-4CBF-B185-9BA71C96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POST /api/todos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新增任務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C38EF-4867-4A85-8CC8-E33E8868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581150"/>
            <a:ext cx="1809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PATCH / DELETE</a:t>
            </a:r>
          </a:p>
          <a:p xmlns:a="http://schemas.openxmlformats.org/drawingml/2006/main"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更新與刪除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17604-0A58-4726-91DA-D8D1345B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57550"/>
            <a:ext cx="4095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MYSQL_HOST=db</a:t>
            </a:r>
          </a:p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MYSQL_DATABASE=todo_app</a:t>
            </a:r>
          </a:p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MYSQL_USER=todo_user</a:t>
            </a:r>
          </a:p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MYSQL_PASSWORD=...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1C53F7-EF66-42B6-A2EB-CBFBACC3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81A33C-EBB9-432C-8710-05B784FB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766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Flask listen 0.0.0.0:5000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C974E-C65D-4D7B-B867-63E3CBFF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ADF755-F945-4061-B152-FB04BEB8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不用 localhost 找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F082FB-94CD-4D59-959B-89AB1F80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38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8A7F03-2C9F-405A-B67B-0C324341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pytest 先測不依賴 DB 的 endpoint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C84748-525B-461C-B5A0-162FD802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堂｜05</a:t>
            </a:r>
          </a:p>
        </p:txBody>
      </p:sp>
    </p:spTree>
    <p:extLst>
      <p:ext uri="{BB962C8B-B14F-4D97-AF65-F5344CB8AC3E}">
        <p14:creationId xmlns:p14="http://schemas.microsoft.com/office/powerpoint/2010/main" val="2519878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5EEDA4-A570-49A1-A395-D41E2953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Frontend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D9FB7-1EF5-41A9-8171-51109B83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React 只負責畫面，Nginx 負責交付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4213EE-6069-4884-8E4E-08E331EE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2857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</a:t>
            </a:r>
          </a:p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顯示 Todo + fetch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FC2C8F-EEE3-4AA6-901E-8E7CA026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4263EB"/>
                </a:solidFill>
              </a:defRPr>
            </a:pPr>
            <a:r>
              <a:rPr sz="2100" b="1">
                <a:solidFill>
                  <a:srgbClr val="4263EB"/>
                </a:solidFill>
              </a:rPr>
              <a:t>→ npm run build 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2A82C-D928-4FC3-9C77-67F5686E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95450"/>
            <a:ext cx="2095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dist/</a:t>
            </a:r>
          </a:p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HTML CSS JS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9AEBC6-6621-4C77-8A2A-8086528A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38350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32F10-E501-4919-9C5E-0BE0E418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69545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Nginx</a:t>
            </a:r>
          </a:p>
          <a:p xmlns:a="http://schemas.openxmlformats.org/drawingml/2006/main">
            <a:pPr algn="ctr"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serve static + proxy /api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51EEC-8D06-4DE9-AF2F-D5E8CB64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95700"/>
            <a:ext cx="79819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location /api/ {</a:t>
            </a:r>
          </a:p>
          <a:p xmlns:a="http://schemas.openxmlformats.org/drawingml/2006/main">
            <a:pPr algn="l"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  proxy_pass http://backend:5000/api/;</a:t>
            </a:r>
          </a:p>
          <a:p xmlns:a="http://schemas.openxmlformats.org/drawingml/2006/main">
            <a:pPr algn="l"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14BDF7-5DFD-46ED-BB4C-0BDE08EE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86174"/>
                </a:solidFill>
              </a:defRPr>
            </a:pPr>
            <a:r>
              <a:rPr sz="1800" b="0">
                <a:solidFill>
                  <a:srgbClr val="586174"/>
                </a:solidFill>
              </a:rPr>
              <a:t>前端不直接知道資料庫，也不需要處理 CORS；瀏覽器只打 frontend，Nginx 轉發 API。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C803E2-0AFE-493C-A42B-E606C584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堂｜06</a:t>
            </a:r>
          </a:p>
        </p:txBody>
      </p:sp>
    </p:spTree>
    <p:extLst>
      <p:ext uri="{BB962C8B-B14F-4D97-AF65-F5344CB8AC3E}">
        <p14:creationId xmlns:p14="http://schemas.microsoft.com/office/powerpoint/2010/main" val="1374122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348A60-57EB-4018-ABE1-A217CC29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184424-F592-408D-A1AD-AF186ADC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兩個服務各自 build 成 image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212130-0F3C-4F48-A9D6-5596160D3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backend/Dockerfile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python:3.11-slim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WORKDIR /app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requirements.txt .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pip install --no-cache-dir -r requirements.txt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. .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CMD ["python", "app.py"]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6E05F-C550-44D0-A78E-994A328C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frontend/Dockerfile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node:20-alpine AS build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package.json .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install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run build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nginx:1.27-alpine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--from=build /app/dist /usr/share/nginx/html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B3862-DC25-4015-B4A1-85A7B15A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49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重點：backend 用 Python image；frontend 用 multi-stage build，最後 image 只留下 Nginx 和靜態檔。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6C333C-A3DF-4C35-A91C-A9F418C5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堂｜07</a:t>
            </a:r>
          </a:p>
        </p:txBody>
      </p:sp>
    </p:spTree>
    <p:extLst>
      <p:ext uri="{BB962C8B-B14F-4D97-AF65-F5344CB8AC3E}">
        <p14:creationId xmlns:p14="http://schemas.microsoft.com/office/powerpoint/2010/main" val="11614385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2113B3-B749-4DEF-99AC-AB7EC62C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C30C0D-C541-4DAA-9818-1CE45648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一個檔案啟動 frontend、backend、db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936EF3-0684-435D-ADDF-A1847773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71600"/>
            <a:ext cx="561975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services: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frontend: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build: ./frontend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ports: ["8080:80"]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depends_on: [backend]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backend: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build: ./backend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environment: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MYSQL_HOST: db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depends_on: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db: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  condition: service_healthy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db: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image: mysql:8.0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volumes: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- todo-db-data:/var/lib/mysql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F461B-FC44-4973-A4AC-D1BF2F1D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57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5D96A8-104E-4C9F-B6AA-6B8ABF89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6002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frontend 對 host 開 8080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C24A1-3C96-4C7F-ABC9-0BFA8D61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2C5253-AD8C-45DC-A524-E776334B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098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backend 在 compose network 裡給 frontend 呼叫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5733AB-F342-428C-A0A4-FCD2A8C8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765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15D5E3-67A2-4F6C-8D6F-1176C964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db 不需要暴露給瀏覽器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93B80D-7826-4892-B5E5-C551BB0E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969628-D0A6-46B3-BF48-37FB19C5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290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depends_on + healthcheck 降低啟動順序問題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92DCC4-A73C-4025-96DE-9A2990EB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CF34F-07FA-4888-B183-973E303B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386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volume 保存 MySQL 資料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F44686-91A3-48D3-9F63-5E0CB388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堂｜08</a:t>
            </a:r>
          </a:p>
        </p:txBody>
      </p:sp>
    </p:spTree>
    <p:extLst>
      <p:ext uri="{BB962C8B-B14F-4D97-AF65-F5344CB8AC3E}">
        <p14:creationId xmlns:p14="http://schemas.microsoft.com/office/powerpoint/2010/main" val="1710314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16DBE7-0F51-4DEC-9CD7-F2B1749E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EFFD86-051A-4BE8-A274-19A713E4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container 可重建，資料要留下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483580-3EDA-41D6-BC3B-9EFEE294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7640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container 被刪掉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54991-3522-4F68-8ACF-6175261B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94A4A"/>
                </a:solidFill>
              </a:defRPr>
            </a:pPr>
            <a:r>
              <a:rPr sz="2550" b="1">
                <a:solidFill>
                  <a:srgbClr val="D94A4A"/>
                </a:solidFill>
              </a:rPr>
              <a:t>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ECBDD-C4AD-44EB-AF92-432F73F0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7640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todo-db-data volume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 資料仍存在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52A62C-3C56-4626-B1FC-F54F90ED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8120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97706"/>
                </a:solidFill>
              </a:defRPr>
            </a:pPr>
            <a:r>
              <a:rPr sz="2550" b="1">
                <a:solidFill>
                  <a:srgbClr val="D97706"/>
                </a:solidFill>
              </a:rPr>
              <a:t>直到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6415D-4AFD-42CE-B4ED-A4E8AFEA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0995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 -v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被刪掉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DA9DBB-F4AE-45A9-A8B7-6D77DF24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0995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init.sql 重新執行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資料回到初始狀態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197F6B-9690-459E-81B4-ECB6F65B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2197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這是 Docker 基本功：知道什麼可以丟、什麼必須保存。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547E57-56A9-4201-9C34-89358AC3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堂｜09</a:t>
            </a:r>
          </a:p>
        </p:txBody>
      </p:sp>
    </p:spTree>
    <p:extLst>
      <p:ext uri="{BB962C8B-B14F-4D97-AF65-F5344CB8AC3E}">
        <p14:creationId xmlns:p14="http://schemas.microsoft.com/office/powerpoint/2010/main" val="82873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3DC300-9ADB-4D83-AEEB-E461E13E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除錯基本功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26CBD-4764-4127-AC04-8CF428E7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不是背指令，而是知道去哪裡看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74E0D8-D63D-4ABF-B3A1-E1AB41F5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43050"/>
            <a:ext cx="54292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frontend</a:t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backend</a:t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db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backend sh</a:t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db mysql -u todo_user -p todo_app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build --no-cache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A629E9-8838-4EFB-9A86-46B62A6D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342E9-A75E-439E-BDA3-F838ABE3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907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前端問題：先看 Nginx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5277C-D52B-4E9D-BEFA-4AB4BA7D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D5C1CE-FB73-49A3-9E3B-A9047B0D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765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API 問題：看 backend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EFE2D-834E-4098-BDBF-23C19C8F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4F0BC-71D2-4E0D-864D-15022BB7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DB 問題：exec 進 MySQL 查資料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EDFAB4-1D60-46CF-A4C9-A7A94C2B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05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DF818B-F527-4419-8678-2D3D7A9F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8481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程式碼改了沒生效：重新 build image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B1C0E7-4587-4081-ACE2-D72B12DB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堂｜10</a:t>
            </a:r>
          </a:p>
        </p:txBody>
      </p:sp>
    </p:spTree>
    <p:extLst>
      <p:ext uri="{BB962C8B-B14F-4D97-AF65-F5344CB8AC3E}">
        <p14:creationId xmlns:p14="http://schemas.microsoft.com/office/powerpoint/2010/main" val="7934695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46917A-49F6-4E77-B295-313FC199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CI/CD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3B810F-EFB7-4627-8BDF-BB7C59CF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第五堂的能力，套到全端專題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CFA51-BC12-4475-9354-13012908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9545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test-backend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pytest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5B4645-0260-4BCE-8EC5-1182C5FC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263EB"/>
                </a:solidFill>
              </a:defRPr>
            </a:pPr>
            <a:r>
              <a:rPr sz="270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08C150-086C-4B9D-98D8-235E755C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compose-check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build + up + health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4426D8-831D-4109-81DE-F5E38874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68A5A"/>
                </a:solidFill>
              </a:defRPr>
            </a:pPr>
            <a:r>
              <a:rPr sz="270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FE749-45FA-4C5A-B252-3F5E5864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push-images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frontend/backend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8A585F-89BC-4DAF-A086-B83C98CA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1C3858-929E-42DD-A14B-808F888E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290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PR：測試 + compose health 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48A22A-22D7-4575-BB98-B15F84F8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0408C8-18B3-47D1-829E-367192B0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814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push main：才 push Docker 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05869C-B90B-4953-99F7-74121765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8F8CDA-9394-4BFF-9717-CCBD3F8F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5339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CI 會抓到 backend、Nginx proxy、Compose 問題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E0CF6C-5464-490F-A9E1-78181675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982C83-69EF-4BD4-AEEA-74F50A34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863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真正部署前，至少確定 image 能啟動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949B17-B49B-4D7F-B441-65D4FB47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堂｜11</a:t>
            </a:r>
          </a:p>
        </p:txBody>
      </p:sp>
    </p:spTree>
    <p:extLst>
      <p:ext uri="{BB962C8B-B14F-4D97-AF65-F5344CB8AC3E}">
        <p14:creationId xmlns:p14="http://schemas.microsoft.com/office/powerpoint/2010/main" val="6714800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D45D1-A014-4630-85F8-3DD276C6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常見錯誤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7509E6-C1E6-48DC-B2B1-B20AB808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最後一堂要刻意練排錯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8669A-1589-4691-B349-D7B678A1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MYSQL_HOST=localhost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backend 找不到 db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E016E1-4AA1-4DCD-81F6-8F56DCBC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proxy_pass 寫錯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React 打 API 失敗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151A2-4587-49D3-B28B-0903FA92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 init.sql 沒效果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已存在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7C69B-1E12-4058-890C-FAFD9CA1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改前端沒重 build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Nginx 還在 serve 舊 dist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A2B42A-6624-47BD-A706-45F55CB2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0540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每個錯誤都要搭配 logs、curl、exec、rebuild 去驗證，不只看紅字猜原因。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57D10F-600B-42C4-8F55-D21322A4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堂｜12</a:t>
            </a:r>
          </a:p>
        </p:txBody>
      </p:sp>
    </p:spTree>
    <p:extLst>
      <p:ext uri="{BB962C8B-B14F-4D97-AF65-F5344CB8AC3E}">
        <p14:creationId xmlns:p14="http://schemas.microsoft.com/office/powerpoint/2010/main" val="15571716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58C9BC-AC84-482A-B8CE-1AA57881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最終成果檢查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641E5D-065A-4E04-B818-931F920E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完成這份 checklist 才算有基本 Docker 實力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9C45B-89BD-45BC-A743-26F61BF6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DC4C9E-1B48-4F7A-BD4C-D49B1F80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4668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up -d --build 能啟動三個服務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1D560-7370-4DAE-A15A-C1674890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D882B-48E4-4D0A-95FC-06965053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193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瀏覽器打開 http://localhost:8080 看得到 Todo 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512711-05A8-4EE4-A34D-285B22DB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D5AC46-592C-4B6E-8BAA-C4F4D76D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717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新增、完成、刪除 Todo 都會寫入 MySQL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50F64A-EBCD-4520-85B5-E11F9248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B3453-6F66-4E4C-991D-1A69A44E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242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down 後重啟，資料仍存在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A7789E-C936-4BDE-A816-219A6B695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51C043-34E0-42C4-8641-15285E05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766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能看 frontend/backend/db logs 找問題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B66F90-C6AD-4E16-B19F-09DC9577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882874-C83B-45B5-9201-24152C91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GitHub Actions 綠燈，Docker Hub 有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3FDFD7-837A-4E53-AC11-8C77A50A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堂｜13</a:t>
            </a:r>
          </a:p>
        </p:txBody>
      </p:sp>
    </p:spTree>
    <p:extLst>
      <p:ext uri="{BB962C8B-B14F-4D97-AF65-F5344CB8AC3E}">
        <p14:creationId xmlns:p14="http://schemas.microsoft.com/office/powerpoint/2010/main" val="15932301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FD2A17-CC94-4551-AF9B-FAA5BAED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課程收尾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43E77B-055A-425B-AE7C-0AED236F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這堂課代表的能力邊界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0C2B16-8617-4A64-8D3D-703AE932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你已經會的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7C1F3-A45B-46B5-801A-BC0FD36D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1BF3D-C764-4C3F-827F-967E76EE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57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拆服務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878EF3-A7DB-4285-9D57-62867D0C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5D1BE0-6D4B-46DA-9658-62FEB85A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146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Dockerfile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DCD78-2C9A-4D00-B928-1C95D436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41CC3-9CCB-4F6D-80E8-43B7D9B9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718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Compose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94CD94-D05D-4764-BCB5-ED078B51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54B199-D515-4F53-8A9A-CE7A9404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290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保留資料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46632E-C062-4568-A6D1-79497C9C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62966B-935F-456B-8BAA-21BA524F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862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看 logs 排錯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29BBF2-79D5-46F3-A11D-A5DCF1F4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E1CB6D-50D6-48C3-A142-89CDF02D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43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接 CI/CD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289093-EBFE-4F97-8E4F-A97E5C52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下一步再學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01702D-C040-4CC8-B37A-B7DA7720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32C0DD-78E9-481D-BC51-DCBA30C6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57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Gunicorn / production Flask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771C1A-E9A1-45B9-B0EA-5ED96D58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01C960-BD38-42F6-9933-16A2BC52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DB migration / backup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67B642-881A-414F-B3A3-58D85ACA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7BF453-C674-4160-AB8B-1C1906AE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718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HTTPS / reverse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CA60EF-ADD0-40F6-A89F-953D019A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933685-B391-46EE-8BDB-978D620A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29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Image scan / secrets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71A32E-64CA-47C0-9825-2EF27D77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10EE00-B445-4945-B196-178D267D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Cloud Run / ECS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4C532B-BD24-4807-9B42-81B8FB51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547412-D8B0-4D16-880A-C5EFD706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Kubernetes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A62254-52E3-473F-B6B5-36161725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堂｜14</a:t>
            </a:r>
          </a:p>
        </p:txBody>
      </p:sp>
    </p:spTree>
    <p:extLst>
      <p:ext uri="{BB962C8B-B14F-4D97-AF65-F5344CB8AC3E}">
        <p14:creationId xmlns:p14="http://schemas.microsoft.com/office/powerpoint/2010/main" val="160988127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17C5B1-D63D-4BF0-AF78-F60F68B3C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練習題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4F3942-11FC-4877-9C38-B04B0669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用小改動確認架構真的懂了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98ED3A-DE3C-4342-A981-CCF94AEB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38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D2E1BF-0CCE-4199-BFEB-E88169F3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811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新增 priority 欄位：理解 init.sql 與 volume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ED8466-B983-4BD7-8E19-08F77410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3BDC6-BA8B-41D4-9F5A-C5CA2353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669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讓 /api/health 真的檢查 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8FBFF8-607B-4D11-8648-7C755A7E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2F757A-D0EE-4027-8B3B-AACB531C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527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移除 backend 對外 port，只透過 frontend proxy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0B590F-08F5-43D0-92BC-73C4045F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F2411E-75EC-45CE-9375-031CB86B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385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故意寫錯 Nginx proxy，讓 CI 抓到錯誤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DFD747-B5F0-454A-B446-03856C75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81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817953-D406-4CEB-B006-97825293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243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完成 README：啟動、停止、除錯、CI badge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13D46-9D07-4A77-9DB6-E248B937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堂｜15</a:t>
            </a:r>
          </a:p>
        </p:txBody>
      </p:sp>
    </p:spTree>
    <p:extLst>
      <p:ext uri="{BB962C8B-B14F-4D97-AF65-F5344CB8AC3E}">
        <p14:creationId xmlns:p14="http://schemas.microsoft.com/office/powerpoint/2010/main" val="3166958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2026-06-22T07:58:32.0540000Z</dcterms:created>
  <dcterms:modified xsi:type="dcterms:W3CDTF">2026-06-22T07:58:32.0540000Z</dcterms:modified>
</coreProperties>
</file>