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463fe9b6db4ada" /><Relationship Type="http://schemas.openxmlformats.org/officeDocument/2006/relationships/extended-properties" Target="/docProps/app.xml" Id="Rc8df5d725f4142d4" /><Relationship Type="http://schemas.openxmlformats.org/officeDocument/2006/relationships/officeDocument" Target="/ppt/presentation.xml" Id="R3ebb44aa66c441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cef47656bf43d2"/>
  </p:sldMasterIdLst>
  <p:notesMasterIdLst>
    <p:notesMasterId xmlns:r="http://schemas.openxmlformats.org/officeDocument/2006/relationships" r:id="R6c3ec6a8bd40419b"/>
  </p:notesMasterIdLst>
  <p:sldIdLst>
    <p:sldId xmlns:r="http://schemas.openxmlformats.org/officeDocument/2006/relationships" id="256" r:id="R46d8b4d39f5847cd"/>
    <p:sldId xmlns:r="http://schemas.openxmlformats.org/officeDocument/2006/relationships" id="257" r:id="R34884f67417f4ff5"/>
    <p:sldId xmlns:r="http://schemas.openxmlformats.org/officeDocument/2006/relationships" id="258" r:id="R23b8dd0b505a432f"/>
    <p:sldId xmlns:r="http://schemas.openxmlformats.org/officeDocument/2006/relationships" id="259" r:id="R499327814d1d4e28"/>
    <p:sldId xmlns:r="http://schemas.openxmlformats.org/officeDocument/2006/relationships" id="260" r:id="Rc252d0059eb34a54"/>
    <p:sldId xmlns:r="http://schemas.openxmlformats.org/officeDocument/2006/relationships" id="261" r:id="R9d9ff66151414837"/>
    <p:sldId xmlns:r="http://schemas.openxmlformats.org/officeDocument/2006/relationships" id="262" r:id="R82965e5dee22467f"/>
    <p:sldId xmlns:r="http://schemas.openxmlformats.org/officeDocument/2006/relationships" id="263" r:id="R753935cd2b484646"/>
    <p:sldId xmlns:r="http://schemas.openxmlformats.org/officeDocument/2006/relationships" id="264" r:id="Re5d1ebb3de2a4076"/>
    <p:sldId xmlns:r="http://schemas.openxmlformats.org/officeDocument/2006/relationships" id="265" r:id="R1820b23f61cd4f1f"/>
    <p:sldId xmlns:r="http://schemas.openxmlformats.org/officeDocument/2006/relationships" id="266" r:id="R52154a7221e743f0"/>
    <p:sldId xmlns:r="http://schemas.openxmlformats.org/officeDocument/2006/relationships" id="267" r:id="Rfd9e3a1a5d9542ea"/>
    <p:sldId xmlns:r="http://schemas.openxmlformats.org/officeDocument/2006/relationships" id="268" r:id="Rd9ed193dd79a484b"/>
    <p:sldId xmlns:r="http://schemas.openxmlformats.org/officeDocument/2006/relationships" id="269" r:id="R317c2ebdadfb4bca"/>
    <p:sldId xmlns:r="http://schemas.openxmlformats.org/officeDocument/2006/relationships" id="270" r:id="Ra8473cc90cd3418f"/>
    <p:sldId xmlns:r="http://schemas.openxmlformats.org/officeDocument/2006/relationships" id="271" r:id="R265ff9ce9f6644a4"/>
    <p:sldId xmlns:r="http://schemas.openxmlformats.org/officeDocument/2006/relationships" id="272" r:id="R09eacace4aff42a7"/>
    <p:sldId xmlns:r="http://schemas.openxmlformats.org/officeDocument/2006/relationships" id="273" r:id="R5d9b93a577c14917"/>
    <p:sldId xmlns:r="http://schemas.openxmlformats.org/officeDocument/2006/relationships" id="274" r:id="R5bb28842b555463f"/>
    <p:sldId xmlns:r="http://schemas.openxmlformats.org/officeDocument/2006/relationships" id="275" r:id="Rbc71cef4a6184c8f"/>
    <p:sldId xmlns:r="http://schemas.openxmlformats.org/officeDocument/2006/relationships" id="276" r:id="R4a75a4657ea045cf"/>
    <p:sldId xmlns:r="http://schemas.openxmlformats.org/officeDocument/2006/relationships" id="277" r:id="Rd7c9df02882247a1"/>
    <p:sldId xmlns:r="http://schemas.openxmlformats.org/officeDocument/2006/relationships" id="278" r:id="R9762a9a1e1644534"/>
    <p:sldId xmlns:r="http://schemas.openxmlformats.org/officeDocument/2006/relationships" id="279" r:id="R806d32f9cb81440f"/>
    <p:sldId xmlns:r="http://schemas.openxmlformats.org/officeDocument/2006/relationships" id="280" r:id="R9adcd2da741140cf"/>
    <p:sldId xmlns:r="http://schemas.openxmlformats.org/officeDocument/2006/relationships" id="281" r:id="R48098f599acb4cec"/>
    <p:sldId xmlns:r="http://schemas.openxmlformats.org/officeDocument/2006/relationships" id="282" r:id="Rbff21fe24f534385"/>
    <p:sldId xmlns:r="http://schemas.openxmlformats.org/officeDocument/2006/relationships" id="283" r:id="R078577f4941d40db"/>
    <p:sldId xmlns:r="http://schemas.openxmlformats.org/officeDocument/2006/relationships" id="284" r:id="R8aa73795d79e4b1c"/>
    <p:sldId xmlns:r="http://schemas.openxmlformats.org/officeDocument/2006/relationships" id="285" r:id="R4d3a36bba65e44dc"/>
    <p:sldId xmlns:r="http://schemas.openxmlformats.org/officeDocument/2006/relationships" id="286" r:id="R1c3f60d1f1384c2d"/>
    <p:sldId xmlns:r="http://schemas.openxmlformats.org/officeDocument/2006/relationships" id="287" r:id="R3a22a7b034044c17"/>
    <p:sldId xmlns:r="http://schemas.openxmlformats.org/officeDocument/2006/relationships" id="288" r:id="Rd862198ed6ce4ef7"/>
    <p:sldId xmlns:r="http://schemas.openxmlformats.org/officeDocument/2006/relationships" id="289" r:id="Redf5f87a15964d69"/>
    <p:sldId xmlns:r="http://schemas.openxmlformats.org/officeDocument/2006/relationships" id="290" r:id="R7eba02aefa3c49af"/>
    <p:sldId xmlns:r="http://schemas.openxmlformats.org/officeDocument/2006/relationships" id="291" r:id="Rc0fe1eb3523b461b"/>
    <p:sldId xmlns:r="http://schemas.openxmlformats.org/officeDocument/2006/relationships" id="292" r:id="Rfcfc88791cac45f2"/>
    <p:sldId xmlns:r="http://schemas.openxmlformats.org/officeDocument/2006/relationships" id="293" r:id="R7809dc029f134f75"/>
    <p:sldId xmlns:r="http://schemas.openxmlformats.org/officeDocument/2006/relationships" id="294" r:id="R0c060f96c5214af9"/>
    <p:sldId xmlns:r="http://schemas.openxmlformats.org/officeDocument/2006/relationships" id="295" r:id="R23fb8eb98f1a466c"/>
    <p:sldId xmlns:r="http://schemas.openxmlformats.org/officeDocument/2006/relationships" id="296" r:id="Ra0e0f5cf10604ea5"/>
    <p:sldId xmlns:r="http://schemas.openxmlformats.org/officeDocument/2006/relationships" id="297" r:id="R1cd80a2f5e114dae"/>
    <p:sldId xmlns:r="http://schemas.openxmlformats.org/officeDocument/2006/relationships" id="298" r:id="R087234313a404170"/>
    <p:sldId xmlns:r="http://schemas.openxmlformats.org/officeDocument/2006/relationships" id="299" r:id="Recdfd739818d4761"/>
    <p:sldId xmlns:r="http://schemas.openxmlformats.org/officeDocument/2006/relationships" id="300" r:id="R679f81dc96214334"/>
    <p:sldId xmlns:r="http://schemas.openxmlformats.org/officeDocument/2006/relationships" id="301" r:id="Rf7cce397872c4f1f"/>
    <p:sldId xmlns:r="http://schemas.openxmlformats.org/officeDocument/2006/relationships" id="302" r:id="R2f4382f61440487a"/>
    <p:sldId xmlns:r="http://schemas.openxmlformats.org/officeDocument/2006/relationships" id="303" r:id="R2a24ca872a964891"/>
    <p:sldId xmlns:r="http://schemas.openxmlformats.org/officeDocument/2006/relationships" id="304" r:id="R74528a0a01cd45fa"/>
    <p:sldId xmlns:r="http://schemas.openxmlformats.org/officeDocument/2006/relationships" id="305" r:id="R65501c5108264b45"/>
    <p:sldId xmlns:r="http://schemas.openxmlformats.org/officeDocument/2006/relationships" id="306" r:id="R915dba88ffcf44ac"/>
    <p:sldId xmlns:r="http://schemas.openxmlformats.org/officeDocument/2006/relationships" id="307" r:id="R4fb07294dd26457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2d2bfed0b042e1" /><Relationship Type="http://schemas.openxmlformats.org/officeDocument/2006/relationships/slideMaster" Target="/ppt/slideMasters/slideMaster1.xml" Id="Rfacef47656bf43d2" /><Relationship Type="http://schemas.openxmlformats.org/officeDocument/2006/relationships/notesMaster" Target="/ppt/notesMasters/notesMaster1.xml" Id="R6c3ec6a8bd40419b" /><Relationship Type="http://schemas.openxmlformats.org/officeDocument/2006/relationships/presProps" Target="/ppt/presProps.xml" Id="R29734b534a0b4f3a" /><Relationship Type="http://schemas.openxmlformats.org/officeDocument/2006/relationships/tableStyles" Target="/ppt/tableStyles.xml" Id="R693906ebaaca4fc9" /><Relationship Type="http://schemas.openxmlformats.org/officeDocument/2006/relationships/slide" Target="/ppt/slides/slide1.xml" Id="R46d8b4d39f5847cd" /><Relationship Type="http://schemas.openxmlformats.org/officeDocument/2006/relationships/slide" Target="/ppt/slides/slide2.xml" Id="R34884f67417f4ff5" /><Relationship Type="http://schemas.openxmlformats.org/officeDocument/2006/relationships/slide" Target="/ppt/slides/slide3.xml" Id="R23b8dd0b505a432f" /><Relationship Type="http://schemas.openxmlformats.org/officeDocument/2006/relationships/slide" Target="/ppt/slides/slide4.xml" Id="R499327814d1d4e28" /><Relationship Type="http://schemas.openxmlformats.org/officeDocument/2006/relationships/slide" Target="/ppt/slides/slide5.xml" Id="Rc252d0059eb34a54" /><Relationship Type="http://schemas.openxmlformats.org/officeDocument/2006/relationships/slide" Target="/ppt/slides/slide6.xml" Id="R9d9ff66151414837" /><Relationship Type="http://schemas.openxmlformats.org/officeDocument/2006/relationships/slide" Target="/ppt/slides/slide7.xml" Id="R82965e5dee22467f" /><Relationship Type="http://schemas.openxmlformats.org/officeDocument/2006/relationships/slide" Target="/ppt/slides/slide8.xml" Id="R753935cd2b484646" /><Relationship Type="http://schemas.openxmlformats.org/officeDocument/2006/relationships/slide" Target="/ppt/slides/slide9.xml" Id="Re5d1ebb3de2a4076" /><Relationship Type="http://schemas.openxmlformats.org/officeDocument/2006/relationships/slide" Target="/ppt/slides/slide10.xml" Id="R1820b23f61cd4f1f" /><Relationship Type="http://schemas.openxmlformats.org/officeDocument/2006/relationships/slide" Target="/ppt/slides/slide11.xml" Id="R52154a7221e743f0" /><Relationship Type="http://schemas.openxmlformats.org/officeDocument/2006/relationships/slide" Target="/ppt/slides/slide12.xml" Id="Rfd9e3a1a5d9542ea" /><Relationship Type="http://schemas.openxmlformats.org/officeDocument/2006/relationships/slide" Target="/ppt/slides/slide13.xml" Id="Rd9ed193dd79a484b" /><Relationship Type="http://schemas.openxmlformats.org/officeDocument/2006/relationships/slide" Target="/ppt/slides/slide14.xml" Id="R317c2ebdadfb4bca" /><Relationship Type="http://schemas.openxmlformats.org/officeDocument/2006/relationships/slide" Target="/ppt/slides/slide15.xml" Id="Ra8473cc90cd3418f" /><Relationship Type="http://schemas.openxmlformats.org/officeDocument/2006/relationships/slide" Target="/ppt/slides/slide16.xml" Id="R265ff9ce9f6644a4" /><Relationship Type="http://schemas.openxmlformats.org/officeDocument/2006/relationships/slide" Target="/ppt/slides/slide17.xml" Id="R09eacace4aff42a7" /><Relationship Type="http://schemas.openxmlformats.org/officeDocument/2006/relationships/slide" Target="/ppt/slides/slide18.xml" Id="R5d9b93a577c14917" /><Relationship Type="http://schemas.openxmlformats.org/officeDocument/2006/relationships/slide" Target="/ppt/slides/slide19.xml" Id="R5bb28842b555463f" /><Relationship Type="http://schemas.openxmlformats.org/officeDocument/2006/relationships/slide" Target="/ppt/slides/slide20.xml" Id="Rbc71cef4a6184c8f" /><Relationship Type="http://schemas.openxmlformats.org/officeDocument/2006/relationships/slide" Target="/ppt/slides/slide21.xml" Id="R4a75a4657ea045cf" /><Relationship Type="http://schemas.openxmlformats.org/officeDocument/2006/relationships/slide" Target="/ppt/slides/slide22.xml" Id="Rd7c9df02882247a1" /><Relationship Type="http://schemas.openxmlformats.org/officeDocument/2006/relationships/slide" Target="/ppt/slides/slide23.xml" Id="R9762a9a1e1644534" /><Relationship Type="http://schemas.openxmlformats.org/officeDocument/2006/relationships/slide" Target="/ppt/slides/slide24.xml" Id="R806d32f9cb81440f" /><Relationship Type="http://schemas.openxmlformats.org/officeDocument/2006/relationships/slide" Target="/ppt/slides/slide25.xml" Id="R9adcd2da741140cf" /><Relationship Type="http://schemas.openxmlformats.org/officeDocument/2006/relationships/slide" Target="/ppt/slides/slide26.xml" Id="R48098f599acb4cec" /><Relationship Type="http://schemas.openxmlformats.org/officeDocument/2006/relationships/slide" Target="/ppt/slides/slide27.xml" Id="Rbff21fe24f534385" /><Relationship Type="http://schemas.openxmlformats.org/officeDocument/2006/relationships/slide" Target="/ppt/slides/slide28.xml" Id="R078577f4941d40db" /><Relationship Type="http://schemas.openxmlformats.org/officeDocument/2006/relationships/slide" Target="/ppt/slides/slide29.xml" Id="R8aa73795d79e4b1c" /><Relationship Type="http://schemas.openxmlformats.org/officeDocument/2006/relationships/slide" Target="/ppt/slides/slide30.xml" Id="R4d3a36bba65e44dc" /><Relationship Type="http://schemas.openxmlformats.org/officeDocument/2006/relationships/slide" Target="/ppt/slides/slide31.xml" Id="R1c3f60d1f1384c2d" /><Relationship Type="http://schemas.openxmlformats.org/officeDocument/2006/relationships/slide" Target="/ppt/slides/slide32.xml" Id="R3a22a7b034044c17" /><Relationship Type="http://schemas.openxmlformats.org/officeDocument/2006/relationships/slide" Target="/ppt/slides/slide33.xml" Id="Rd862198ed6ce4ef7" /><Relationship Type="http://schemas.openxmlformats.org/officeDocument/2006/relationships/slide" Target="/ppt/slides/slide34.xml" Id="Redf5f87a15964d69" /><Relationship Type="http://schemas.openxmlformats.org/officeDocument/2006/relationships/slide" Target="/ppt/slides/slide35.xml" Id="R7eba02aefa3c49af" /><Relationship Type="http://schemas.openxmlformats.org/officeDocument/2006/relationships/slide" Target="/ppt/slides/slide36.xml" Id="Rc0fe1eb3523b461b" /><Relationship Type="http://schemas.openxmlformats.org/officeDocument/2006/relationships/slide" Target="/ppt/slides/slide37.xml" Id="Rfcfc88791cac45f2" /><Relationship Type="http://schemas.openxmlformats.org/officeDocument/2006/relationships/slide" Target="/ppt/slides/slide38.xml" Id="R7809dc029f134f75" /><Relationship Type="http://schemas.openxmlformats.org/officeDocument/2006/relationships/slide" Target="/ppt/slides/slide39.xml" Id="R0c060f96c5214af9" /><Relationship Type="http://schemas.openxmlformats.org/officeDocument/2006/relationships/slide" Target="/ppt/slides/slide40.xml" Id="R23fb8eb98f1a466c" /><Relationship Type="http://schemas.openxmlformats.org/officeDocument/2006/relationships/slide" Target="/ppt/slides/slide41.xml" Id="Ra0e0f5cf10604ea5" /><Relationship Type="http://schemas.openxmlformats.org/officeDocument/2006/relationships/slide" Target="/ppt/slides/slide42.xml" Id="R1cd80a2f5e114dae" /><Relationship Type="http://schemas.openxmlformats.org/officeDocument/2006/relationships/slide" Target="/ppt/slides/slide43.xml" Id="R087234313a404170" /><Relationship Type="http://schemas.openxmlformats.org/officeDocument/2006/relationships/slide" Target="/ppt/slides/slide44.xml" Id="Recdfd739818d4761" /><Relationship Type="http://schemas.openxmlformats.org/officeDocument/2006/relationships/slide" Target="/ppt/slides/slide45.xml" Id="R679f81dc96214334" /><Relationship Type="http://schemas.openxmlformats.org/officeDocument/2006/relationships/slide" Target="/ppt/slides/slide46.xml" Id="Rf7cce397872c4f1f" /><Relationship Type="http://schemas.openxmlformats.org/officeDocument/2006/relationships/slide" Target="/ppt/slides/slide47.xml" Id="R2f4382f61440487a" /><Relationship Type="http://schemas.openxmlformats.org/officeDocument/2006/relationships/slide" Target="/ppt/slides/slide48.xml" Id="R2a24ca872a964891" /><Relationship Type="http://schemas.openxmlformats.org/officeDocument/2006/relationships/slide" Target="/ppt/slides/slide49.xml" Id="R74528a0a01cd45fa" /><Relationship Type="http://schemas.openxmlformats.org/officeDocument/2006/relationships/slide" Target="/ppt/slides/slide50.xml" Id="R65501c5108264b45" /><Relationship Type="http://schemas.openxmlformats.org/officeDocument/2006/relationships/slide" Target="/ppt/slides/slide51.xml" Id="R915dba88ffcf44ac" /><Relationship Type="http://schemas.openxmlformats.org/officeDocument/2006/relationships/slide" Target="/ppt/slides/slide52.xml" Id="R4fb07294dd2645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abf953b6854d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afc913675a4fc6" /><Relationship Type="http://schemas.openxmlformats.org/officeDocument/2006/relationships/notesMaster" Target="/ppt/notesMasters/notesMaster1.xml" Id="Rd68f0058291846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2593f155f94570" /><Relationship Type="http://schemas.openxmlformats.org/officeDocument/2006/relationships/notesMaster" Target="/ppt/notesMasters/notesMaster1.xml" Id="R6f83d035ca3241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a32ec26230d4565" /><Relationship Type="http://schemas.openxmlformats.org/officeDocument/2006/relationships/notesMaster" Target="/ppt/notesMasters/notesMaster1.xml" Id="R86867202e60e4e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af8ff3057c4b2b" /><Relationship Type="http://schemas.openxmlformats.org/officeDocument/2006/relationships/notesMaster" Target="/ppt/notesMasters/notesMaster1.xml" Id="R75889d3353c94c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b36512ef544e73" /><Relationship Type="http://schemas.openxmlformats.org/officeDocument/2006/relationships/notesMaster" Target="/ppt/notesMasters/notesMaster1.xml" Id="R6d3efaf455d44e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37125a4c7c4387" /><Relationship Type="http://schemas.openxmlformats.org/officeDocument/2006/relationships/notesMaster" Target="/ppt/notesMasters/notesMaster1.xml" Id="R861454fadfc5413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be21107fbbe44aa" /><Relationship Type="http://schemas.openxmlformats.org/officeDocument/2006/relationships/notesMaster" Target="/ppt/notesMasters/notesMaster1.xml" Id="R430c38226c454f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576d8d178d4836" /><Relationship Type="http://schemas.openxmlformats.org/officeDocument/2006/relationships/notesMaster" Target="/ppt/notesMasters/notesMaster1.xml" Id="R8681b341287649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57a240ff8f4d00" /><Relationship Type="http://schemas.openxmlformats.org/officeDocument/2006/relationships/notesMaster" Target="/ppt/notesMasters/notesMaster1.xml" Id="R6c77ef4ee2f641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b5d51a507084c5d" /><Relationship Type="http://schemas.openxmlformats.org/officeDocument/2006/relationships/notesMaster" Target="/ppt/notesMasters/notesMaster1.xml" Id="R150e8fde66834d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0634b4f9e76407d" /><Relationship Type="http://schemas.openxmlformats.org/officeDocument/2006/relationships/notesMaster" Target="/ppt/notesMasters/notesMaster1.xml" Id="R6c9b4c5fc1654bd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ee2bd6de45a42af" /><Relationship Type="http://schemas.openxmlformats.org/officeDocument/2006/relationships/notesMaster" Target="/ppt/notesMasters/notesMaster1.xml" Id="Rbf1aa16255714ef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81d49b6d388410a" /><Relationship Type="http://schemas.openxmlformats.org/officeDocument/2006/relationships/notesMaster" Target="/ppt/notesMasters/notesMaster1.xml" Id="Re83266e0b7454d5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f360bb7f064dae" /><Relationship Type="http://schemas.openxmlformats.org/officeDocument/2006/relationships/notesMaster" Target="/ppt/notesMasters/notesMaster1.xml" Id="R71dfb6574ac64f6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e3bae6d03504660" /><Relationship Type="http://schemas.openxmlformats.org/officeDocument/2006/relationships/notesMaster" Target="/ppt/notesMasters/notesMaster1.xml" Id="Rdc35496b5cc34a8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f64e83676584123" /><Relationship Type="http://schemas.openxmlformats.org/officeDocument/2006/relationships/notesMaster" Target="/ppt/notesMasters/notesMaster1.xml" Id="Rdcee8fe416574d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e95744dd399436a" /><Relationship Type="http://schemas.openxmlformats.org/officeDocument/2006/relationships/notesMaster" Target="/ppt/notesMasters/notesMaster1.xml" Id="Ra30981217274414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d8d59be61014626" /><Relationship Type="http://schemas.openxmlformats.org/officeDocument/2006/relationships/notesMaster" Target="/ppt/notesMasters/notesMaster1.xml" Id="R6ed97b9410a84d9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87ff3390fc64095" /><Relationship Type="http://schemas.openxmlformats.org/officeDocument/2006/relationships/notesMaster" Target="/ppt/notesMasters/notesMaster1.xml" Id="Rce58e7c4a9374c1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fa2fe33a58a4787" /><Relationship Type="http://schemas.openxmlformats.org/officeDocument/2006/relationships/notesMaster" Target="/ppt/notesMasters/notesMaster1.xml" Id="R9cf20965322048a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7b411a9c078456c" /><Relationship Type="http://schemas.openxmlformats.org/officeDocument/2006/relationships/notesMaster" Target="/ppt/notesMasters/notesMaster1.xml" Id="R6b60e5d3aad04fe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0e637ac76bb46c6" /><Relationship Type="http://schemas.openxmlformats.org/officeDocument/2006/relationships/notesMaster" Target="/ppt/notesMasters/notesMaster1.xml" Id="R8457d5f4ad2e436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16a888519694ac8" /><Relationship Type="http://schemas.openxmlformats.org/officeDocument/2006/relationships/notesMaster" Target="/ppt/notesMasters/notesMaster1.xml" Id="R274fd82350ce4e0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afbfb7ea06a4f7a" /><Relationship Type="http://schemas.openxmlformats.org/officeDocument/2006/relationships/notesMaster" Target="/ppt/notesMasters/notesMaster1.xml" Id="Rd93c5a45a28544a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6db43c2c9da44b3" /><Relationship Type="http://schemas.openxmlformats.org/officeDocument/2006/relationships/notesMaster" Target="/ppt/notesMasters/notesMaster1.xml" Id="R97d02718b4a2478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1975191734e41cc" /><Relationship Type="http://schemas.openxmlformats.org/officeDocument/2006/relationships/notesMaster" Target="/ppt/notesMasters/notesMaster1.xml" Id="Rf76695e5539e4ce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b682fefdf9048b7" /><Relationship Type="http://schemas.openxmlformats.org/officeDocument/2006/relationships/notesMaster" Target="/ppt/notesMasters/notesMaster1.xml" Id="Rfb1d0d9d50744a2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6f0f2f64a2a477f" /><Relationship Type="http://schemas.openxmlformats.org/officeDocument/2006/relationships/notesMaster" Target="/ppt/notesMasters/notesMaster1.xml" Id="Re8fc9ed890af42c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c1d1de8aa9541e9" /><Relationship Type="http://schemas.openxmlformats.org/officeDocument/2006/relationships/notesMaster" Target="/ppt/notesMasters/notesMaster1.xml" Id="R1e614a12784f46c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4417fe29ce8497e" /><Relationship Type="http://schemas.openxmlformats.org/officeDocument/2006/relationships/notesMaster" Target="/ppt/notesMasters/notesMaster1.xml" Id="Rcc8118bcb5e1407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119dd47764b42fa" /><Relationship Type="http://schemas.openxmlformats.org/officeDocument/2006/relationships/notesMaster" Target="/ppt/notesMasters/notesMaster1.xml" Id="Rf2e1747de8fd436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21f64aa7dcf4958" /><Relationship Type="http://schemas.openxmlformats.org/officeDocument/2006/relationships/notesMaster" Target="/ppt/notesMasters/notesMaster1.xml" Id="R797ccf143ae740e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53fc5a3065040aa" /><Relationship Type="http://schemas.openxmlformats.org/officeDocument/2006/relationships/notesMaster" Target="/ppt/notesMasters/notesMaster1.xml" Id="R2571c4d3e3874ee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6cc4f14f24d48d9" /><Relationship Type="http://schemas.openxmlformats.org/officeDocument/2006/relationships/notesMaster" Target="/ppt/notesMasters/notesMaster1.xml" Id="Rf83a182173704a8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8881866c73a4f48" /><Relationship Type="http://schemas.openxmlformats.org/officeDocument/2006/relationships/notesMaster" Target="/ppt/notesMasters/notesMaster1.xml" Id="R9908988c28ed4458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afc4b6525104c69" /><Relationship Type="http://schemas.openxmlformats.org/officeDocument/2006/relationships/notesMaster" Target="/ppt/notesMasters/notesMaster1.xml" Id="R7e05de84bd94471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90276a470f84807" /><Relationship Type="http://schemas.openxmlformats.org/officeDocument/2006/relationships/notesMaster" Target="/ppt/notesMasters/notesMaster1.xml" Id="R060fbd59defa499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68a6e41f8a14846" /><Relationship Type="http://schemas.openxmlformats.org/officeDocument/2006/relationships/notesMaster" Target="/ppt/notesMasters/notesMaster1.xml" Id="Re2cef6d5e248480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7b466f19e714476" /><Relationship Type="http://schemas.openxmlformats.org/officeDocument/2006/relationships/notesMaster" Target="/ppt/notesMasters/notesMaster1.xml" Id="Rf3c8e34597db467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4ec8fd1bf334643" /><Relationship Type="http://schemas.openxmlformats.org/officeDocument/2006/relationships/notesMaster" Target="/ppt/notesMasters/notesMaster1.xml" Id="R0ac163b693154b6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8b5ed055e0348ca" /><Relationship Type="http://schemas.openxmlformats.org/officeDocument/2006/relationships/notesMaster" Target="/ppt/notesMasters/notesMaster1.xml" Id="R51c24b3247a549b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632d2ee04e548f1" /><Relationship Type="http://schemas.openxmlformats.org/officeDocument/2006/relationships/notesMaster" Target="/ppt/notesMasters/notesMaster1.xml" Id="R40f8a599e65b4eeb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96a59eb4dc44aaa" /><Relationship Type="http://schemas.openxmlformats.org/officeDocument/2006/relationships/notesMaster" Target="/ppt/notesMasters/notesMaster1.xml" Id="Ref598893cbd2436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1987e542d015411a" /><Relationship Type="http://schemas.openxmlformats.org/officeDocument/2006/relationships/notesMaster" Target="/ppt/notesMasters/notesMaster1.xml" Id="R10f36bf98b574e56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530c467a05e45e5" /><Relationship Type="http://schemas.openxmlformats.org/officeDocument/2006/relationships/notesMaster" Target="/ppt/notesMasters/notesMaster1.xml" Id="Rdd26b4214f8c445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fac8ad14b0448fa" /><Relationship Type="http://schemas.openxmlformats.org/officeDocument/2006/relationships/notesMaster" Target="/ppt/notesMasters/notesMaster1.xml" Id="R12e2f10bc3f4406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2e6f379249e4f8f" /><Relationship Type="http://schemas.openxmlformats.org/officeDocument/2006/relationships/notesMaster" Target="/ppt/notesMasters/notesMaster1.xml" Id="R5cacfeae2af342e3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dda125152734b37" /><Relationship Type="http://schemas.openxmlformats.org/officeDocument/2006/relationships/notesMaster" Target="/ppt/notesMasters/notesMaster1.xml" Id="R6db73b9860fd4a3c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f89f5cd7f01d4d01" /><Relationship Type="http://schemas.openxmlformats.org/officeDocument/2006/relationships/notesMaster" Target="/ppt/notesMasters/notesMaster1.xml" Id="R0308e34e2ca44415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f200f21b02d04b1e" /><Relationship Type="http://schemas.openxmlformats.org/officeDocument/2006/relationships/notesMaster" Target="/ppt/notesMasters/notesMaster1.xml" Id="R9999cfb88b8a481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5a31f277a711426d" /><Relationship Type="http://schemas.openxmlformats.org/officeDocument/2006/relationships/notesMaster" Target="/ppt/notesMasters/notesMaster1.xml" Id="R974b0ca193d44d56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3ffb32bd68e34fa7" /><Relationship Type="http://schemas.openxmlformats.org/officeDocument/2006/relationships/notesMaster" Target="/ppt/notesMasters/notesMaster1.xml" Id="R92c75b35b15145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f6cac317cf43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37918268c94c2a" /><Relationship Type="http://schemas.openxmlformats.org/officeDocument/2006/relationships/slideLayout" Target="/ppt/slideLayouts/slideLayout1.xml" Id="Rd6c342a0f28e4f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c342a0f28e4f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e17014c8504e9c" /><Relationship Type="http://schemas.openxmlformats.org/officeDocument/2006/relationships/notesSlide" Target="/ppt/notesSlides/notesSlide1.xml" Id="Rf9aeae90baec44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a6fe5ddcad40b6" /><Relationship Type="http://schemas.openxmlformats.org/officeDocument/2006/relationships/notesSlide" Target="/ppt/notesSlides/notesSlide2.xml" Id="R51b99ccefc244b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4c0be417394d97" /><Relationship Type="http://schemas.openxmlformats.org/officeDocument/2006/relationships/notesSlide" Target="/ppt/notesSlides/notesSlide3.xml" Id="Rc62308f82fc649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f18002011843f3" /><Relationship Type="http://schemas.openxmlformats.org/officeDocument/2006/relationships/notesSlide" Target="/ppt/notesSlides/notesSlide4.xml" Id="Raca0424a7bc442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202ba581248c1" /><Relationship Type="http://schemas.openxmlformats.org/officeDocument/2006/relationships/notesSlide" Target="/ppt/notesSlides/notesSlide5.xml" Id="R216428f00ea64a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e6f00229e42e7" /><Relationship Type="http://schemas.openxmlformats.org/officeDocument/2006/relationships/notesSlide" Target="/ppt/notesSlides/notesSlide6.xml" Id="R000144c6584844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33a0d3c6d4c8c" /><Relationship Type="http://schemas.openxmlformats.org/officeDocument/2006/relationships/notesSlide" Target="/ppt/notesSlides/notesSlide7.xml" Id="R481d6a6fb4e04ae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2209a3d984565" /><Relationship Type="http://schemas.openxmlformats.org/officeDocument/2006/relationships/notesSlide" Target="/ppt/notesSlides/notesSlide8.xml" Id="R2d97d222a843478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3482b40f6f449f" /><Relationship Type="http://schemas.openxmlformats.org/officeDocument/2006/relationships/notesSlide" Target="/ppt/notesSlides/notesSlide9.xml" Id="Rfc085c1fccd642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74a28362045f8" /><Relationship Type="http://schemas.openxmlformats.org/officeDocument/2006/relationships/notesSlide" Target="/ppt/notesSlides/notesSlide10.xml" Id="R76cf202179ac48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009d6f87844df" /><Relationship Type="http://schemas.openxmlformats.org/officeDocument/2006/relationships/notesSlide" Target="/ppt/notesSlides/notesSlide11.xml" Id="Re4fd3f6b655f42c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6b5d7d3fa0415f" /><Relationship Type="http://schemas.openxmlformats.org/officeDocument/2006/relationships/notesSlide" Target="/ppt/notesSlides/notesSlide12.xml" Id="Rd58013b347d0473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6727a462544ec4" /><Relationship Type="http://schemas.openxmlformats.org/officeDocument/2006/relationships/notesSlide" Target="/ppt/notesSlides/notesSlide13.xml" Id="R6916acfcb2fc421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042f437c94bfe" /><Relationship Type="http://schemas.openxmlformats.org/officeDocument/2006/relationships/notesSlide" Target="/ppt/notesSlides/notesSlide14.xml" Id="R273fb9ebbf4f4ff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50433710a94266" /><Relationship Type="http://schemas.openxmlformats.org/officeDocument/2006/relationships/notesSlide" Target="/ppt/notesSlides/notesSlide15.xml" Id="Rf99853fb6c1c428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9028a8cf474ec4" /><Relationship Type="http://schemas.openxmlformats.org/officeDocument/2006/relationships/notesSlide" Target="/ppt/notesSlides/notesSlide16.xml" Id="Re4840dabb7c44ae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8593ee6c04c4a" /><Relationship Type="http://schemas.openxmlformats.org/officeDocument/2006/relationships/notesSlide" Target="/ppt/notesSlides/notesSlide17.xml" Id="Rddf20a60ca9445f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669f9ae854662" /><Relationship Type="http://schemas.openxmlformats.org/officeDocument/2006/relationships/notesSlide" Target="/ppt/notesSlides/notesSlide18.xml" Id="Rf0524e4d28c346f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76d91e2314693" /><Relationship Type="http://schemas.openxmlformats.org/officeDocument/2006/relationships/notesSlide" Target="/ppt/notesSlides/notesSlide19.xml" Id="R79bc8b138a004d1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966dfc3624b7f" /><Relationship Type="http://schemas.openxmlformats.org/officeDocument/2006/relationships/notesSlide" Target="/ppt/notesSlides/notesSlide20.xml" Id="R82becd8d15924e3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550c8748b4405" /><Relationship Type="http://schemas.openxmlformats.org/officeDocument/2006/relationships/notesSlide" Target="/ppt/notesSlides/notesSlide21.xml" Id="Rf9171fda56c64e0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72c28706c14e5a" /><Relationship Type="http://schemas.openxmlformats.org/officeDocument/2006/relationships/notesSlide" Target="/ppt/notesSlides/notesSlide22.xml" Id="R2ea59c1d6715472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0b019fe274053" /><Relationship Type="http://schemas.openxmlformats.org/officeDocument/2006/relationships/notesSlide" Target="/ppt/notesSlides/notesSlide23.xml" Id="R800a2050ddda4c1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45dd934b545f3" /><Relationship Type="http://schemas.openxmlformats.org/officeDocument/2006/relationships/notesSlide" Target="/ppt/notesSlides/notesSlide24.xml" Id="R93ce054244ea4a6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824acda8a5401b" /><Relationship Type="http://schemas.openxmlformats.org/officeDocument/2006/relationships/notesSlide" Target="/ppt/notesSlides/notesSlide25.xml" Id="R138b16f43429489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074e2f876a4bcd" /><Relationship Type="http://schemas.openxmlformats.org/officeDocument/2006/relationships/notesSlide" Target="/ppt/notesSlides/notesSlide26.xml" Id="Rb13dd12f50a645a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bff3b7bf4b45a1" /><Relationship Type="http://schemas.openxmlformats.org/officeDocument/2006/relationships/notesSlide" Target="/ppt/notesSlides/notesSlide27.xml" Id="R1f30d15db69c470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ac1b7fadf4ab3" /><Relationship Type="http://schemas.openxmlformats.org/officeDocument/2006/relationships/notesSlide" Target="/ppt/notesSlides/notesSlide28.xml" Id="R9eea24bd59c047c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44908fbd04b35" /><Relationship Type="http://schemas.openxmlformats.org/officeDocument/2006/relationships/notesSlide" Target="/ppt/notesSlides/notesSlide29.xml" Id="R605e0365693f4c3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9c90c4d9e457d" /><Relationship Type="http://schemas.openxmlformats.org/officeDocument/2006/relationships/notesSlide" Target="/ppt/notesSlides/notesSlide30.xml" Id="Rcbd0da2e50344e2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2b6a4cca14c68" /><Relationship Type="http://schemas.openxmlformats.org/officeDocument/2006/relationships/notesSlide" Target="/ppt/notesSlides/notesSlide31.xml" Id="R50661ac33304483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c32a1c4e5f4662" /><Relationship Type="http://schemas.openxmlformats.org/officeDocument/2006/relationships/notesSlide" Target="/ppt/notesSlides/notesSlide32.xml" Id="Re75c768719a04fc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b7513d00a453b" /><Relationship Type="http://schemas.openxmlformats.org/officeDocument/2006/relationships/notesSlide" Target="/ppt/notesSlides/notesSlide33.xml" Id="Rd4c225580f81438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02c39469a4428c" /><Relationship Type="http://schemas.openxmlformats.org/officeDocument/2006/relationships/notesSlide" Target="/ppt/notesSlides/notesSlide34.xml" Id="Rf7972c51d0a144a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f366c945e4076" /><Relationship Type="http://schemas.openxmlformats.org/officeDocument/2006/relationships/notesSlide" Target="/ppt/notesSlides/notesSlide35.xml" Id="R78906b02dab44c3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38dc6fd46e4b82" /><Relationship Type="http://schemas.openxmlformats.org/officeDocument/2006/relationships/notesSlide" Target="/ppt/notesSlides/notesSlide36.xml" Id="R8ff6b6c5c7d9449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066083668e470b" /><Relationship Type="http://schemas.openxmlformats.org/officeDocument/2006/relationships/notesSlide" Target="/ppt/notesSlides/notesSlide37.xml" Id="Rbfe84bd885274e9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3e1d07571841c4" /><Relationship Type="http://schemas.openxmlformats.org/officeDocument/2006/relationships/notesSlide" Target="/ppt/notesSlides/notesSlide38.xml" Id="Rfb5e18679f214ec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2398196414a08" /><Relationship Type="http://schemas.openxmlformats.org/officeDocument/2006/relationships/notesSlide" Target="/ppt/notesSlides/notesSlide39.xml" Id="R7637e391e44b475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47f75cd9ec46b2" /><Relationship Type="http://schemas.openxmlformats.org/officeDocument/2006/relationships/notesSlide" Target="/ppt/notesSlides/notesSlide40.xml" Id="Rcb6c42e4892446fc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f6f64a9fa84a1c" /><Relationship Type="http://schemas.openxmlformats.org/officeDocument/2006/relationships/notesSlide" Target="/ppt/notesSlides/notesSlide41.xml" Id="R2dadc4e26d3a433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dc4be4816400c" /><Relationship Type="http://schemas.openxmlformats.org/officeDocument/2006/relationships/notesSlide" Target="/ppt/notesSlides/notesSlide42.xml" Id="R21e6f78c1c874b9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f474e36554d7d" /><Relationship Type="http://schemas.openxmlformats.org/officeDocument/2006/relationships/notesSlide" Target="/ppt/notesSlides/notesSlide43.xml" Id="R3383266c87144810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2fecca0623459a" /><Relationship Type="http://schemas.openxmlformats.org/officeDocument/2006/relationships/notesSlide" Target="/ppt/notesSlides/notesSlide44.xml" Id="R965632ccfcb445b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3e2309d9b641ce" /><Relationship Type="http://schemas.openxmlformats.org/officeDocument/2006/relationships/notesSlide" Target="/ppt/notesSlides/notesSlide45.xml" Id="R097cd30d6dfd463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8db27c2784703" /><Relationship Type="http://schemas.openxmlformats.org/officeDocument/2006/relationships/notesSlide" Target="/ppt/notesSlides/notesSlide46.xml" Id="R5fe2a84767c94918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295b394f934340" /><Relationship Type="http://schemas.openxmlformats.org/officeDocument/2006/relationships/notesSlide" Target="/ppt/notesSlides/notesSlide47.xml" Id="Ra2dd5b18877a437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2a16acd1d4e75" /><Relationship Type="http://schemas.openxmlformats.org/officeDocument/2006/relationships/notesSlide" Target="/ppt/notesSlides/notesSlide48.xml" Id="R18a7f4c1f1d34ead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40f0ad0944370" /><Relationship Type="http://schemas.openxmlformats.org/officeDocument/2006/relationships/notesSlide" Target="/ppt/notesSlides/notesSlide49.xml" Id="R7fe6e5a010194268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b2e6cd7684117" /><Relationship Type="http://schemas.openxmlformats.org/officeDocument/2006/relationships/notesSlide" Target="/ppt/notesSlides/notesSlide50.xml" Id="R4baffe9250cb4009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7773bb1bfd40fd" /><Relationship Type="http://schemas.openxmlformats.org/officeDocument/2006/relationships/notesSlide" Target="/ppt/notesSlides/notesSlide51.xml" Id="R6522907e80ce4cbe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e92b361c3d48a8" /><Relationship Type="http://schemas.openxmlformats.org/officeDocument/2006/relationships/notesSlide" Target="/ppt/notesSlides/notesSlide52.xml" Id="R7a9db0fb24c1428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EF3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EFE3F-8A94-4E94-8CA6-FE104E88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96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263EB"/>
                </a:solidFill>
              </a:defRPr>
            </a:pPr>
            <a:r>
              <a:rPr sz="1500" b="1">
                <a:solidFill>
                  <a:srgbClr val="4263EB"/>
                </a:solidFill>
              </a:rPr>
              <a:t>Docker 基礎教學 第 6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AE6BD-84CC-4003-A3E6-4FAD8002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71600"/>
            <a:ext cx="6858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Docker Compose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77E40-CEAB-4515-B0ED-04BC9609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676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86174"/>
                </a:solidFill>
              </a:defRPr>
            </a:pPr>
            <a:r>
              <a:rPr sz="1875" b="0">
                <a:solidFill>
                  <a:srgbClr val="586174"/>
                </a:solidFill>
              </a:rPr>
              <a:t>React + Flask + MySQL 三層架構，由 Docker Compose 一鍵啟動與管理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1F81F-FDBF-419F-8980-FFE88E2C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001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B27B4-ABC9-4CF9-9FB8-FC73AF9C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907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4263EB"/>
                </a:solidFill>
              </a:defRPr>
            </a:pPr>
            <a:r>
              <a:rPr sz="2550" b="1">
                <a:solidFill>
                  <a:srgbClr val="4263EB"/>
                </a:solidFill>
              </a:rPr>
              <a:t>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7C026-16FD-49A7-9387-CB87DB44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96A3B-F87D-4A73-A0F2-8BED2A22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BA224-6C0D-4EFE-9AF3-9C112A4A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71950"/>
            <a:ext cx="2476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D7A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database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 + Volume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258D5E-F00C-4309-8A59-85973BB9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堂｜01</a:t>
            </a:r>
          </a:p>
        </p:txBody>
      </p:sp>
    </p:spTree>
    <p:extLst>
      <p:ext uri="{BB962C8B-B14F-4D97-AF65-F5344CB8AC3E}">
        <p14:creationId xmlns:p14="http://schemas.microsoft.com/office/powerpoint/2010/main" val="8562789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1223E0-5EE0-40BF-98FB-7BF5C1B1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本堂課定位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4DD8CC-7C4D-4701-AFDA-AE5CF3C3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最後一堂不是再學語法，而是做出一套系統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0A253F-C460-4A8F-BEC0-3C3B7909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76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A3ABC-85BA-4706-8CE2-08C7D86A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6192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React 只做最簡單的 Todo 畫面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62DB9B-CDFE-446F-878D-D7805B5B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BC653C-7C3D-4DF2-8475-44B847E1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2098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Flask 只做 REST API，負責連資料庫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0A8B6F-32BE-4400-ADE6-80D0E933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5907A5-0FD7-472B-8247-D01BCFE7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003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MySQL 用 volume 保存資料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EEAA1D-688E-43D2-9F3F-01529CBE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A5EDD5-CEA7-4283-9573-0BB6361A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39090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Docker Compose 一鍵啟動整套系統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37568-BB97-4418-8AFA-ACD2BE7F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64033B-20D8-4E35-B8DA-72CEFCE2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81450"/>
            <a:ext cx="9010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CI/CD 自動測試、build、push image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EC93D5-8ED7-4907-8C21-1A2D3AE6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堂｜02</a:t>
            </a:r>
          </a:p>
        </p:txBody>
      </p:sp>
    </p:spTree>
    <p:extLst>
      <p:ext uri="{BB962C8B-B14F-4D97-AF65-F5344CB8AC3E}">
        <p14:creationId xmlns:p14="http://schemas.microsoft.com/office/powerpoint/2010/main" val="853340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160918-359B-4540-81F3-A53F39F6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標準三層架構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5CE98-1A9B-4A44-9E5F-9BD579DD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Browser 到 database 的請求路徑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EABF1B-D3EE-49D9-9951-25A3B552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Browser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使用者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4E3C66-1EDE-49C1-B1A9-AC3A32C0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263EB"/>
                </a:solidFill>
              </a:defRPr>
            </a:pPr>
            <a:r>
              <a:rPr sz="285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21D1C-49B6-4356-806E-2C0CDDA4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A9BD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305FC2-7569-4A6D-A063-F87A7B3F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168A5A"/>
                </a:solidFill>
              </a:defRPr>
            </a:pPr>
            <a:r>
              <a:rPr sz="28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63B76-3CF6-4ABA-9429-69C8F1C8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65735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9E0E8-92FA-4485-9D49-E9A18054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95475"/>
            <a:ext cx="57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D97706"/>
                </a:solidFill>
              </a:defRPr>
            </a:pPr>
            <a:r>
              <a:rPr sz="2850" b="1">
                <a:solidFill>
                  <a:srgbClr val="D97706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A0ABF-76D9-4FF4-B357-E30AB3C3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657350"/>
            <a:ext cx="1428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db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0C727-CA10-49C1-A0A8-8B1CA73A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F9FD1-447C-4A1F-94A5-5407FDFB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71850"/>
            <a:ext cx="3714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E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用 MYSQL_HOST=db 連資料庫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28725F-E97C-4E51-B140-ABC81548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942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核心能力：知道每個 container 負責什麼，並讓它們透過 service name 正確溝通。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C7BA7-5928-412E-AE1A-FE7C2B64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堂｜03</a:t>
            </a:r>
          </a:p>
        </p:txBody>
      </p:sp>
    </p:spTree>
    <p:extLst>
      <p:ext uri="{BB962C8B-B14F-4D97-AF65-F5344CB8AC3E}">
        <p14:creationId xmlns:p14="http://schemas.microsoft.com/office/powerpoint/2010/main" val="19546319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B8DBE1-BC42-4F60-89D0-11C61807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Nginx 的角色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3697F5-A427-44CF-8583-94623EF9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這裡用 Nginx，但不是所有部署都必備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D7663-FCBF-4C6D-ABD5-A9AD98A9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本章採用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 build + Nginx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9AB19-8A23-402A-9811-5DAB65F9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自租 VM 常見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GCP VM / EC2 / VPS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BFEC6-E256-4681-B1D3-ED5B2C75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24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Managed service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可能不需要自管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7093A-A5D6-4FF9-9AB1-B956F83B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B6137-7366-465D-9132-6F471D0F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在 frontend container 裡 serve React 靜態檔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2EA03-BC31-458E-8352-4356D3D6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71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55067-3BF4-4907-B55A-2C5B67EB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1475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52CDDA-1179-4A5F-A1AF-B7496D4E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51D64-DEBE-4C52-9DFD-2421527C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910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這可以避免前端直接處理 CORS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DCD3ED-1B42-40A3-8235-76D960AB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24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84460B-B4D7-4CB4-A858-49A45E81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6725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Cloud Run、Render、Railway 等平台前面可能已有 proxy / load balancer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E2F26F-B89B-4AB2-96CE-A5BF5D4A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3A093F-75EB-4BBA-867C-ED736738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43500"/>
            <a:ext cx="9201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本章重點仍是 Compose 如何管理多個 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B0A8DD-A8FA-4DE0-A52A-62279A49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堂｜04</a:t>
            </a:r>
          </a:p>
        </p:txBody>
      </p:sp>
    </p:spTree>
    <p:extLst>
      <p:ext uri="{BB962C8B-B14F-4D97-AF65-F5344CB8AC3E}">
        <p14:creationId xmlns:p14="http://schemas.microsoft.com/office/powerpoint/2010/main" val="11607987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FCE915-C54B-4F43-8BBE-7A87AE74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專案骨架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7FF065-8A48-43A2-BCB4-7739D1D0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讓學生看到真實專案長相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0A62B-3277-47E4-BB3A-02E3004D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428750"/>
            <a:ext cx="45720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todo-fullstack/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compose.yaml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.env.example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frontend/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Dockerfile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nginx.conf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src/App.jsx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backend/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Dockerfile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app.py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test_app.py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db/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  init.sql</a:t>
            </a:r>
          </a:p>
          <a:p xmlns:a="http://schemas.openxmlformats.org/drawingml/2006/main"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 xml:space="preserve">  .github/workflows/cicd.yml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580F3-CC4F-41FD-9AB1-A6362325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EE14F-8402-4C66-961A-18994F21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355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前端、後端、資料庫分開管理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8D6274-2ED9-4D2A-B4C6-DE45AAAA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F3C4E-ECFD-4CC5-905E-2813FF24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030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Dockerfile 放在各自服務目錄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D2C97-649B-4902-A7AF-8782517B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F50372-2197-4E61-920B-FEE7B2F7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compose.yaml 負責把三個服務串起來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482FB5-9DE2-4C38-AC02-0582F0FB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90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40084E-5C1F-4381-A48D-320B9152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33800"/>
            <a:ext cx="4152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CI/CD workflow 放在 repository 根目錄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BE32A1-1F56-40C9-B224-F8530F76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堂｜05</a:t>
            </a:r>
          </a:p>
        </p:txBody>
      </p:sp>
    </p:spTree>
    <p:extLst>
      <p:ext uri="{BB962C8B-B14F-4D97-AF65-F5344CB8AC3E}">
        <p14:creationId xmlns:p14="http://schemas.microsoft.com/office/powerpoint/2010/main" val="1028360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9224C1-3B5C-46FA-A395-7733C7DA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Backend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518822-8494-4E9B-9B53-14BB9AE9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Flask API 負責資料操作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56AC90-6802-4B4D-9AC5-043B0ACD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GET /api/health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健康檢查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7C888-C5F6-4BDC-A68B-4BF7EB4F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GET /api/todos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讀取清單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6B142-B805-4675-A642-831B7222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POST /api/todos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新增任務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B1938-A36F-464A-85AD-FDB53E1D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581150"/>
            <a:ext cx="1809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PATCH / DELETE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更新與刪除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93587-439A-4340-AD2F-DF10A65D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57550"/>
            <a:ext cx="4095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MYSQL_HOST=db</a:t>
            </a:r>
          </a:p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MYSQL_DATABASE=todo_app</a:t>
            </a:r>
          </a:p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MYSQL_USER=todo_user</a:t>
            </a:r>
          </a:p>
          <a:p xmlns:a="http://schemas.openxmlformats.org/drawingml/2006/main">
            <a:pPr algn="l">
              <a:buNone/>
              <a:defRPr sz="1725">
                <a:solidFill>
                  <a:srgbClr val="F8FAFC"/>
                </a:solidFill>
              </a:defRPr>
            </a:pPr>
            <a:r>
              <a:rPr sz="1725">
                <a:solidFill>
                  <a:srgbClr val="F8FAFC"/>
                </a:solidFill>
              </a:rPr>
              <a:t>MYSQL_PASSWORD=...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9F8FB-6AF6-4909-896F-8FA1846C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6C7EDE-09B6-444E-AC07-0CCBE2B1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7660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Flask listen 0.0.0.0:5000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FB49A-527C-4446-BEFF-E82DF086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3BEF39-D3C0-44B4-BD2F-4BB2236C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不用 localhost 找 MySQL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8A62F-FEAA-4413-921B-6F16157B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38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19F061-72B2-4935-BB63-B5DFBFD9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4438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pytest 先測不依賴 DB 的 endpoint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BFBCEC-2B8A-4E19-8BC7-C62D146C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堂｜06</a:t>
            </a:r>
          </a:p>
        </p:txBody>
      </p:sp>
    </p:spTree>
    <p:extLst>
      <p:ext uri="{BB962C8B-B14F-4D97-AF65-F5344CB8AC3E}">
        <p14:creationId xmlns:p14="http://schemas.microsoft.com/office/powerpoint/2010/main" val="10108637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3411EA-809D-4F86-96AD-8CF20B67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Frontend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37219-2AB2-435A-8D9C-EF5DA982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React 只負責畫面，Nginx 負責交付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32DED-8AF8-4B51-8BCD-CB5204F9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2857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顯示 Todo + fetch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91C9D-1D68-46B5-A0BA-F8849D8C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4263EB"/>
                </a:solidFill>
              </a:defRPr>
            </a:pPr>
            <a:r>
              <a:rPr sz="2100" b="1">
                <a:solidFill>
                  <a:srgbClr val="4263EB"/>
                </a:solidFill>
              </a:rPr>
              <a:t>→ npm run build 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5F063A-F2AD-4822-A75C-A545DA46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95450"/>
            <a:ext cx="2095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dist/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HTML CSS JS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9107B-FBBF-4F1F-9A8C-002B5BFC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38350"/>
            <a:ext cx="51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B2C258-55F9-4BA7-A80B-76A6E403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695450"/>
            <a:ext cx="1524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Nginx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serve static + proxy /api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370395-4BED-47EB-960E-ACE6FAEA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95700"/>
            <a:ext cx="79819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location /api/ {</a:t>
            </a:r>
          </a:p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 xml:space="preserve">  proxy_pass http://backend:5000/api/;</a:t>
            </a:r>
          </a:p>
          <a:p xmlns:a="http://schemas.openxmlformats.org/drawingml/2006/main"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3CEFC-1179-464B-BBF5-76482CAA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86174"/>
                </a:solidFill>
              </a:defRPr>
            </a:pPr>
            <a:r>
              <a:rPr sz="1800" b="0">
                <a:solidFill>
                  <a:srgbClr val="586174"/>
                </a:solidFill>
              </a:rPr>
              <a:t>前端不直接知道資料庫，也不需要處理 CORS；瀏覽器只打 frontend，Nginx 轉發 API。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57562A-F7FB-484D-9FF4-110DF177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堂｜07</a:t>
            </a:r>
          </a:p>
        </p:txBody>
      </p:sp>
    </p:spTree>
    <p:extLst>
      <p:ext uri="{BB962C8B-B14F-4D97-AF65-F5344CB8AC3E}">
        <p14:creationId xmlns:p14="http://schemas.microsoft.com/office/powerpoint/2010/main" val="1255156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7912B3-F9DB-4E15-AE61-791CBF59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88115-83AC-4E42-BC25-8D3EC8F7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兩個服務各自 build 成 image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CC899-19DB-41CE-B2D8-90E01469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backend/Dockerfile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python:3.11-slim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WORKDIR /app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requirements.txt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pip install --no-cache-dir -r requirements.txt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.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CMD ["python", "app.py"]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54DB3-C97B-4BB0-AAF9-024723DF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04950"/>
            <a:ext cx="4953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frontend/Dockerfile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node:20-alpine AS build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package.json .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install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run build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nginx:1.27-alpine</a:t>
            </a:r>
          </a:p>
          <a:p xmlns:a="http://schemas.openxmlformats.org/drawingml/2006/main"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--from=build /app/dist /usr/share/nginx/html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664DE-26D5-417E-8376-3AB7FDA5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14950"/>
            <a:ext cx="975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重點：backend 用 Python image；frontend 用 multi-stage build，最後 image 只留下 Nginx 和靜態檔。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412479-DF1E-4E4A-A401-AE4DF7F6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堂｜08</a:t>
            </a:r>
          </a:p>
        </p:txBody>
      </p:sp>
    </p:spTree>
    <p:extLst>
      <p:ext uri="{BB962C8B-B14F-4D97-AF65-F5344CB8AC3E}">
        <p14:creationId xmlns:p14="http://schemas.microsoft.com/office/powerpoint/2010/main" val="13210745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A32B8F-3F3D-404B-8463-BD64FBF6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Compose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C3E04-1D3F-484F-AB0A-64A77C7B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一個檔案啟動 frontend、backend、db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C2C54-DD90-4853-9D0E-F5C8C5A3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371600"/>
            <a:ext cx="561975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>services: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frontend: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image: todo-frontend:1.0.0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build: ./frontend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ports: ["8080:80"]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depends_on: [backend]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backend: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image: todo-backend:1.0.0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build: ./backend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environment: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  MYSQL_HOST: db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depends_on: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  db: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    condition: service_healthy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db: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image: mysql:8.0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volumes:</a:t>
            </a:r>
          </a:p>
          <a:p xmlns:a="http://schemas.openxmlformats.org/drawingml/2006/main">
            <a:pPr algn="l">
              <a:buNone/>
              <a:defRPr sz="1275">
                <a:solidFill>
                  <a:srgbClr val="F8FAFC"/>
                </a:solidFill>
              </a:defRPr>
            </a:pPr>
            <a:r>
              <a:rPr sz="1275">
                <a:solidFill>
                  <a:srgbClr val="F8FAFC"/>
                </a:solidFill>
              </a:rPr>
              <a:t xml:space="preserve">      - todo-db-data:/var/lib/mysql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F0DEA-7FA3-4D2A-AC0D-98FA1514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57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435391-3A90-439A-A232-C33AD4FD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6002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frontend 對 host 開 8080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885D9D-2AFF-4EE9-BB74-CDD069ED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669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6E96B-795B-4B7B-A183-A3F2E299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098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backend 在 compose network 裡給 frontend 呼叫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04BBF-F925-44DB-83E3-1C10D0CF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765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9B1DB-4002-40EB-8324-4EED4F93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194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db 不需要暴露給瀏覽器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57A1F-58ED-42B9-9B7C-18DC44CA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ADEEE2-9F10-4243-9D13-F9C91BC8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4290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depends_on + healthcheck 降低啟動順序問題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3F9F3-BAFC-43E2-A5EE-9229B495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957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096851-1B36-45C5-9D97-28CD2BBF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038600"/>
            <a:ext cx="3581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volume 保存 MySQL 資料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BC1C1-9B8B-4AC7-968F-A4971DB5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堂｜09</a:t>
            </a:r>
          </a:p>
        </p:txBody>
      </p:sp>
    </p:spTree>
    <p:extLst>
      <p:ext uri="{BB962C8B-B14F-4D97-AF65-F5344CB8AC3E}">
        <p14:creationId xmlns:p14="http://schemas.microsoft.com/office/powerpoint/2010/main" val="4676047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9BBFE1-CE2B-4877-BC38-52762959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TAGGING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76CEBB-5151-4A23-9FCD-E3926D60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裡版本號該寫在哪裡？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A8061-0372-49EE-AB9F-250537E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Compose 檔案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不要再寫舊式頂層 version: "3.8"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Compose V2 會用 Compose Specification。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785721-D847-470F-8FFB-F4048810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Service image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要寫明確 tag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todo-backend:1.0.0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61EE2-CDFD-48D1-A398-6AA252F6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57325"/>
            <a:ext cx="32385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Build 服務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+ build 可以同時寫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build 負責建立；image 負責命名與版本。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E5C696-F4F9-479A-AA1A-0443D727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24350"/>
            <a:ext cx="91440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教學口訣：Compose 不寫舊 version；Image 不靠 latest。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9A7DF-B9BE-46B2-A69E-47D8CC09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56200"/>
            <a:ext cx="8001000" cy="5143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services:  frontend:  image: todo-frontend:1.0.0  build: ./frontend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D609B40-3C20-4A63-9C98-4AC2A036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5CD8663-95F9-409A-A8D9-D4B2749D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基礎教學｜第 6 堂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F4B62F3-41F6-44CB-8AF9-F783D2D1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09B</a:t>
            </a:r>
          </a:p>
        </p:txBody>
      </p:sp>
    </p:spTree>
    <p:extLst>
      <p:ext uri="{BB962C8B-B14F-4D97-AF65-F5344CB8AC3E}">
        <p14:creationId xmlns:p14="http://schemas.microsoft.com/office/powerpoint/2010/main" val="17959819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60FA69-65E5-4D93-851D-4D7EEA36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0AEE9-047B-4FB5-B7B5-A2E8FD4B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container 可重建，資料要留下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58A80-559A-4705-B131-1D6DF23E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7640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container 被刪掉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F111D-F2B6-435B-B9C5-0C21C7C6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812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D94A4A"/>
                </a:solidFill>
              </a:defRPr>
            </a:pPr>
            <a:r>
              <a:rPr sz="2550" b="1">
                <a:solidFill>
                  <a:srgbClr val="D94A4A"/>
                </a:solidFill>
              </a:rPr>
              <a:t>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26B1A5-2B57-4C2F-89AE-1965FC71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7640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todo-db-data volume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 資料仍存在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F24EA-8348-4909-848C-B57EB783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81200"/>
            <a:ext cx="76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D97706"/>
                </a:solidFill>
              </a:defRPr>
            </a:pPr>
            <a:r>
              <a:rPr sz="2550" b="1">
                <a:solidFill>
                  <a:srgbClr val="D97706"/>
                </a:solidFill>
              </a:rPr>
              <a:t>直到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A73FF-46C7-4187-8BBB-8531A5E7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09950"/>
            <a:ext cx="2857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 -v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被刪掉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94976-CF9D-48ED-A899-9FADB70E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09950"/>
            <a:ext cx="3238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init.sql 重新執行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資料回到初始狀態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2E78F-AFC2-4E9A-B56F-0F6940C9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21970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</a:defRPr>
            </a:pPr>
            <a:r>
              <a:rPr sz="2025" b="1">
                <a:solidFill>
                  <a:srgbClr val="172033"/>
                </a:solidFill>
              </a:rPr>
              <a:t>這是 Docker 基本功：知道什麼可以丟、什麼必須保存。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A5FD4-F80D-4F32-B775-7B3C74F3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堂｜10</a:t>
            </a:r>
          </a:p>
        </p:txBody>
      </p:sp>
    </p:spTree>
    <p:extLst>
      <p:ext uri="{BB962C8B-B14F-4D97-AF65-F5344CB8AC3E}">
        <p14:creationId xmlns:p14="http://schemas.microsoft.com/office/powerpoint/2010/main" val="1935602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4CF331-7891-4A3F-98EC-91AD82C8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除錯基本功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51ABCB-151A-43A5-B307-3D2968A5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不是背指令，而是知道去哪裡看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150B4-3A3B-4B31-B586-B160E002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43050"/>
            <a:ext cx="54292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26324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frontend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backend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db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backend bash</a:t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db mysql -u todo_user -p todo_app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build --no-cache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EB49B-9099-4388-9F22-C17A606F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478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BBBEF5-80D8-4D67-8303-1EABFCDF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7907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前端問題：先看 Nginx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CE51D-30AC-475D-95A0-654E8D87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092BD-F482-4CAC-A174-E45E5568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765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API 問題：看 backend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2B97CB-8FC3-412A-9B67-5AF70F66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570F58-2723-49B6-A6CF-58AEEE45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623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DB 問題：exec 進 MySQL 查資料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2D323D-B7E0-45FF-8120-5591FF94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05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93C5CB-66F6-4269-9B5B-0696D243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848100"/>
            <a:ext cx="358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程式碼改了沒生效：重新 build image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8D3EAA-C8D9-4EA6-B3E8-98F83DFE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堂｜11</a:t>
            </a:r>
          </a:p>
        </p:txBody>
      </p:sp>
    </p:spTree>
    <p:extLst>
      <p:ext uri="{BB962C8B-B14F-4D97-AF65-F5344CB8AC3E}">
        <p14:creationId xmlns:p14="http://schemas.microsoft.com/office/powerpoint/2010/main" val="5083530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10C7DE-976E-4F9F-BB14-554F6B9A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CI/CD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CEDF3-803E-4396-AD7E-DAB57C1B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第五堂的能力，套到全端專題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240FD6-A580-43D6-8B22-4EB09628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95450"/>
            <a:ext cx="2286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test-backend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pytest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FADD3-77A3-43CF-841C-A9690FA9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4263EB"/>
                </a:solidFill>
              </a:defRPr>
            </a:pPr>
            <a:r>
              <a:rPr sz="270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1BCE42-E752-426D-A0B3-3D5A67A3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compose-check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build + up + health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3D916-D877-4388-89FF-A75D0980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943100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168A5A"/>
                </a:solidFill>
              </a:defRPr>
            </a:pPr>
            <a:r>
              <a:rPr sz="270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4F410-B336-45B9-AAB7-22F943CE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695450"/>
            <a:ext cx="276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push-images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frontend/backend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6CAE7F-5574-4578-9CBE-ECBC0E50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861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ABE8B-80F6-4789-B268-4F03C60F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290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PR：測試 + compose health 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B784F-6573-4ADE-8A10-991F21A5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38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0FD9B7-CF76-4777-9873-C1A8B9A7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814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push main：才 push Docker 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789C3-0962-4768-8171-E1D82709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D99721-B2E8-4101-B674-D479DDD1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53390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CI 會抓到 backend、Nginx proxy、Compose 問題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30FB30-C5DE-4912-9B46-F3C15996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D9C19B-2E7C-4FA6-9E04-110BADC0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86350"/>
            <a:ext cx="8058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真正部署前，至少確定 image 能啟動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337451-0962-4ED2-9220-9203436C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堂｜12</a:t>
            </a:r>
          </a:p>
        </p:txBody>
      </p:sp>
    </p:spTree>
    <p:extLst>
      <p:ext uri="{BB962C8B-B14F-4D97-AF65-F5344CB8AC3E}">
        <p14:creationId xmlns:p14="http://schemas.microsoft.com/office/powerpoint/2010/main" val="207220015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7A77D3-8119-4D71-9388-EBEE5E56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常見錯誤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26FAF-CB9B-4C1A-91F1-0063A57A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最後一堂要刻意練排錯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E0B49-6321-479C-B68C-8042C365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MYSQL_HOST=localhost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backend 找不到 db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D39A21-8E74-4955-BA88-667815AA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proxy_pass 寫錯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React 打 API 失敗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525F3-3C28-45F0-8FFF-935C6D83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ECDD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 init.sql 沒效果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已存在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40D9A-CE78-428C-965E-90637666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62300"/>
            <a:ext cx="4000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FD2A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改前端沒重 build</a:t>
            </a:r>
          </a:p>
          <a:p xmlns:a="http://schemas.openxmlformats.org/drawingml/2006/main"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Nginx 還在 serve 舊 dist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D9077-56DD-4830-91D4-C091AF41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105400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每個錯誤都要搭配 logs、curl、exec、rebuild 去驗證，不只看紅字猜原因。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40B94-E88F-415B-93CB-78328DBD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堂｜13</a:t>
            </a:r>
          </a:p>
        </p:txBody>
      </p:sp>
    </p:spTree>
    <p:extLst>
      <p:ext uri="{BB962C8B-B14F-4D97-AF65-F5344CB8AC3E}">
        <p14:creationId xmlns:p14="http://schemas.microsoft.com/office/powerpoint/2010/main" val="165694490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0F57C9-C163-48E4-90BF-2D8CC41D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最終成果檢查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1DBA5-7000-45D4-BEFB-2CF9A8C8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完成這份 checklist 才算有基本 Docker 實力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947551-33A6-47BF-A511-757F720D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24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BEFC0B-CB8A-4DE1-87CE-218E7386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4668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up -d --build 能啟動三個服務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EA3E8-BA10-4658-BE6A-75D51FF9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F07B3-6C28-4932-B995-1126AD96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193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瀏覽器打開 http://localhost:8080 看得到 Todo 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40E32-E684-4731-BEAA-BB471478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D54CD-0956-4BAA-BA36-765520CA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717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新增、完成、刪除 Todo 都會寫入 MySQL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00A2A0-D2E5-4DE3-BDE3-A536B0DD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13D70-A0C9-4C1A-B83B-575690F3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242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down 後重啟，資料仍存在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8CC732-B967-4AC2-9CCD-1165C720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33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4914D6-21FE-467F-BD96-EC9DFE4E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7665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能看 frontend/backend/db logs 找問題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C8681E-EF9A-4BA5-A6CE-42BCAACE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31C24C-131F-4475-8A2D-E6A59596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29100"/>
            <a:ext cx="958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GitHub Actions 綠燈，Docker Hub 有 images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066E22-1E28-4E7F-95C5-7C6974D6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堂｜14</a:t>
            </a:r>
          </a:p>
        </p:txBody>
      </p:sp>
    </p:spTree>
    <p:extLst>
      <p:ext uri="{BB962C8B-B14F-4D97-AF65-F5344CB8AC3E}">
        <p14:creationId xmlns:p14="http://schemas.microsoft.com/office/powerpoint/2010/main" val="8828140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530810-390E-416D-876B-0FE4D1D9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課程收尾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0F876-119B-4325-9DEA-67E4BFF6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這堂課代表的能力邊界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245A6-B9D8-430F-AE9D-B31EED88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BDD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你已經會的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5EE8FF-7634-4CB9-8591-4754549A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C3AAA-BEDD-4554-B77C-93D0AD28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57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拆服務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47778-9744-4F7B-9477-DBB86BCA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03147-128F-4F80-9953-7B4DC5FF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146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Dockerfile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42927-7B4B-469C-BFF6-458F1A77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C7F99-1043-40BD-823B-EDC5628F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718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Compose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5A1719-4764-47BE-AD2D-F5CA11B1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44F60-4D1D-42EC-A090-00744E67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290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保留資料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B0364B-B24A-4EE9-9FF9-83003662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29D8E3-9E72-471D-B6C0-BC81DE38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862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看 logs 排錯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E497CC-6922-4693-82C3-8D6B3C10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A5A"/>
          </a:solidFill>
          <a:ln xmlns:a="http://schemas.openxmlformats.org/drawingml/2006/main" w="9525">
            <a:solidFill>
              <a:srgbClr val="168A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2B9D15-31BB-4A43-BAD3-A9A9FCDD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4345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接 CI/CD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BBE71A-89D1-4417-AD47-AC20286E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543050"/>
            <a:ext cx="2190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BED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下一步再學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F0865-1B3D-4C59-89D5-00D61D3A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514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F09C6B-948B-4E63-AC5E-4C91DB34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57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Gunicorn / production Flask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A63985-A136-4650-8E46-D2145471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718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EE4813-6430-45DF-9DB5-F4C695A5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146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DB migration / backup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A3C4E4-E585-4D72-9BCA-3C443695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29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0EEE06-3233-4E17-8A91-A4970B82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718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HTTPS / reverse proxy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53B17C-717C-4523-B92B-1A23B78B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862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00A83C-9AB0-41A9-86B0-EC500961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290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Image scan / secrets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5B5FED-1570-4D10-9749-1838F4FD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43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0CF2FB-78E2-4611-883A-7B0E82D4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Cloud Run / ECS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8DF542-2F48-41E5-8D47-E66C5305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8006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63EB"/>
          </a:solidFill>
          <a:ln xmlns:a="http://schemas.openxmlformats.org/drawingml/2006/main" w="9525">
            <a:solidFill>
              <a:srgbClr val="42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CD24E0-1794-44A3-B640-266BA1CE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Kubernetes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4BFDBA-4ABC-4F9E-8E64-EBCD3540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堂｜15</a:t>
            </a:r>
          </a:p>
        </p:txBody>
      </p:sp>
    </p:spTree>
    <p:extLst>
      <p:ext uri="{BB962C8B-B14F-4D97-AF65-F5344CB8AC3E}">
        <p14:creationId xmlns:p14="http://schemas.microsoft.com/office/powerpoint/2010/main" val="20858384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C84FC-2337-46C1-8C83-287F785D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練習題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33333F-C313-433F-B6B4-CBC6DEFB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用小改動確認架構真的懂了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C5E377-6E68-4B89-972A-B6C3EE3A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383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68C26-AD99-4F8D-90FF-B1D89103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5811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新增 priority 欄位：理解 init.sql 與 volume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CA09A-2A89-41F3-BBB8-5E3C21B2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1A3DC-DD90-41A0-B24B-AA05747A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669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讓 /api/health 真的檢查 DB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438EC-694D-4B8D-9E9A-2FD579D0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99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26A19E-6E9D-4C8D-B401-FF5E3036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9527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移除 backend 對外 port，只透過 frontend proxy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EF0C7A-88F2-4D31-9BC4-B796EF39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38032-3929-4EF1-8644-387E5F63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385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故意寫錯 Nginx proxy，讓 CI 抓到錯誤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776A82-5BB7-4A11-9AD8-522F418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81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2BB5E-C931-4BA1-B6D9-C387E813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24350"/>
            <a:ext cx="9010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完成 README：啟動、停止、除錯、CI badge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3C974-4AAE-4BBC-A10A-9E0E8599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堂｜16</a:t>
            </a:r>
          </a:p>
        </p:txBody>
      </p:sp>
    </p:spTree>
    <p:extLst>
      <p:ext uri="{BB962C8B-B14F-4D97-AF65-F5344CB8AC3E}">
        <p14:creationId xmlns:p14="http://schemas.microsoft.com/office/powerpoint/2010/main" val="73102513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完整程式碼：solution/.env.example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MYSQL_ROOT_PASSWORD=rootpassword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MYSQL_DATABASE=todo_app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MYSQL_USER=todo_user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MYSQL_PASSWORD=todo_password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完整程式碼：solution/compose.yaml (1/2)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frontend: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build: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context: ./frontend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"8080:80"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backend: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build: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context: ./backend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"5000:5000"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MYSQL_HOST: db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MYSQL_PORT: 3306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MYSQL_DATABASE: ${MYSQL_DATABASE}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MYSQL_USER: ${MYSQL_USER}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MYSQL_PASSWORD: ${MYSQL_PASSWORD}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db: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完整程式碼：solution/compose.yaml (2/2)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condition: service_healthy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db: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mysql:8.0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MYSQL_ROOT_PASSWORD: ${MYSQL_ROOT_PASSWORD}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MYSQL_DATABASE: ${MYSQL_DATABASE}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MYSQL_USER: ${MYSQL_USER}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MYSQL_PASSWORD: ${MYSQL_PASSWORD}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todo-db-data:/var/lib/mysql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./db/init.sql:/docker-entrypoint-initdb.d/init.sql:ro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healthcheck: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test: ["CMD", "mysqladmin", "ping", "-h", "localhost"]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interval: 5s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timeout: 5s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retries: 10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todo-db-data: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完整程式碼：solution/db/init.sql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SET NAMES utf8mb4;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ALTER DATABASE todo_app CHARACTER SET utf8mb4 COLLATE utf8mb4_unicode_ci;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IF NOT EXISTS todos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id INT AUTO_INCREMENT PRIMARY KEY,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title VARCHAR(255) NOT NULL,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completed BOOLEAN NOT NULL DEFAULT FALSE,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created_at TIMESTAMP DEFAULT CURRENT_TIMESTAMP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DEFAULT CHARSET=utf8mb4 COLLATE=utf8mb4_unicode_ci;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todos (title, completed) VALUES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('完成 Docker 第六堂專題', FALSE),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('確認 MySQL volume 會保存資料', FALSE),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('讓 GitHub Actions build image', FALSE);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完整程式碼：solution/backend/.dockerignore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.venv/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完整程式碼：solution/backend/Dockerfile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完整程式碼：solution/backend/requirements.txt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mysql-connector-python==9.0.0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pytest==8.3.3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(1/5)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mysql.connector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jsonify, request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get_connection():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mysql.connector.connect(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host=os.getenv("MYSQL_HOST", "db"),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port=int(os.getenv("MYSQL_PORT", "3306")),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user=os.getenv("MYSQL_USER", "todo_user"),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password=os.getenv("MYSQL_PASSWORD", "todo_password"),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database=os.getenv("MYSQL_DATABASE", "todo_app"),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fetch_todos():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 = get_connection()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 = conn.cursor(dictionary=True)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cursor.execute(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(2/5)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"""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SELECT id, title, completed, created_at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FROM todos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ORDER BY id DESC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"""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rows = cursor.fetchall()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rows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@app.route("/api/health")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health():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jsonify(status="ok")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@app.route("/api/todos", methods=["GET"])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list_todos():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jsonify(fetch_todos())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(3/5)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@app.route("/api/todos", methods=["POST"])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create_todo():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data = request.get_json(silent=True) or {}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title = str(data.get("title", "")).strip()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if not title: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jsonify(error="title is required"), 400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 = get_connection()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 = conn.cursor()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cursor.execute("INSERT INTO todos (title) VALUES (%s)", (title,))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conn.commit()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jsonify(message="created"), 201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@app.route("/api/todos/&lt;int:todo_id&gt;", methods=["PATCH"])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toggle_todo(todo_id):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 = get_connection()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 = conn.cursor()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cursor.execute(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"""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(4/5)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UPDATE todos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SET completed = NOT completed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WHERE id = %s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""",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(todo_id,),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conn.commit()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jsonify(message="updated")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@app.route("/api/todos/&lt;int:todo_id&gt;", methods=["DELETE"])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delete_todo(todo_id):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 = get_connection()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 = conn.cursor()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cursor.execute("DELETE FROM todos WHERE id = %s", (todo_id,))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conn.commit()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cursor.close()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conn.close()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jsonify(message="deleted")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完整程式碼：solution/backend/app.py (5/5)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add(a, b):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a + b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完整程式碼：solution/backend/test_app.py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app import add, app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test_add():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assert add(2, 3) == 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test_health():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app.config["TESTING"] = True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with app.test_client() as client: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response = client.get("/api/health")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assert response.status_code == 200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assert response.get_json()["status"] == "ok"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完整程式碼：solution/frontend/.dockerignore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node_modules/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dist/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npm-debug.log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完整程式碼：solution/frontend/Dockerfile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node:20-alpine AS build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package.json .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install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run build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nginx:1.27-alpine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nginx.conf /etc/nginx/conf.d/default.conf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--from=build /app/dist /usr/share/nginx/html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80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完整程式碼：solution/frontend/package.json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"scripts":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"dev": "vite --host 0.0.0.0",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"build": "vite build",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"preview": "vite preview --host 0.0.0.0"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"dependencies":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"@vitejs/plugin-react": "latest",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"vite": "latest",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"react": "latest",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"react-dom": "latest"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"devDependencies": {}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完整程式碼：solution/frontend/index.html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&lt;!doctype html&gt;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&lt;html lang="zh-Hant"&gt;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&lt;head&gt;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&lt;meta charset="UTF-8" /&gt;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&lt;meta name="viewport" content="width=device-width, initial-scale=1.0" /&gt;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&lt;title&gt;Docker Todo App&lt;/title&gt;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&lt;/head&gt;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&lt;body&gt;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&lt;div id="root"&gt;&lt;/div&gt;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&lt;script type="module" src="/src/main.jsx"&gt;&lt;/script&gt;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&lt;/body&gt;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&lt;/html&gt;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完整程式碼：solution/frontend/nginx.conf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listen 80;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server_name _;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root /usr/share/nginx/html;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index index.html;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location /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try_files $uri /index.html;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location /api/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proxy_pass http://backend:5000/api/;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proxy_set_header Host $host;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proxy_set_header X-Real-IP $remote_addr;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完整程式碼：solution/frontend/src/main.jsx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React from 'react'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{ createRoot } from 'react-dom/client'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App from './App.jsx'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createRoot(document.getElementById('root')).render(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&lt;React.StrictMode&gt;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&lt;App /&gt;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&lt;/React.StrictMode&gt;,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(1/4)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{ useEffect, useState } from 'react'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'./App.css'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export default function App()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const [todos, setTodos] = useState([])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const [title, setTitle] = useState('')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const [loading, setLoading] = useState(true)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async function loadTodos()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const response = await fetch('/api/todos')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const data = await response.json()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setTodos(data)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setLoading(false)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async function addTodo(event)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event.preventDefault()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const trimmed = title.trim()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if (!trimmed) return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fetch('/api/todos',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method: 'POST',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(2/4)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headers: { 'Content-Type': 'application/json' },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body: JSON.stringify({ title: trimmed }),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})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setTitle('')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loadTodos()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async function toggleTodo(id)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fetch(`/api/todos/${id}`, { method: 'PATCH' })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loadTodos()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async function deleteTodo(id)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fetch(`/api/todos/${id}`, { method: 'DELETE' })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await loadTodos()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useEffect(() =&gt;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loadTodos()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}, [])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(3/4)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return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&lt;main className="page"&gt;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&lt;section className="shell"&gt;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&lt;p className="eyebrow"&gt;Docker Fullstack Capstone&lt;/p&gt;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&lt;h1&gt;Todo App&lt;/h1&gt;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&lt;form className="todo-form" onSubmit={addTodo}&gt;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&lt;input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value={title}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onChange={(event) =&gt; setTitle(event.target.value)}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placeholder="新增一個任務"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/&gt;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&lt;button type="submit"&gt;新增&lt;/button&gt;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&lt;/form&gt;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{loading ?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&lt;p className="muted"&gt;載入中...&lt;/p&gt;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) :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&lt;ul className="todo-list"&gt;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{todos.map((todo) =&gt; (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&lt;li key={todo.id} className={todo.completed ? 'done' : ''}&gt;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&lt;button type="button" onClick={() =&gt; toggleTodo(todo.id)}&gt;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完整程式碼：solution/frontend/src/App.jsx (4/4)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{todo.completed ? '完成' : '未完成'}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&lt;/button&gt;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&lt;span&gt;{todo.title}&lt;/span&gt;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&lt;button type="button" onClick={() =&gt; deleteTodo(todo.id)}&gt;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刪除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&lt;/button&gt;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&lt;/li&gt;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))}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&lt;/ul&gt;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)}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&lt;/section&gt;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&lt;/main&gt;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(1/6)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box-sizing: border-box;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body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font-family: Arial, "Noto Sans TC", sans-serif;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#172033;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#f4f6fb;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button,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input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font: inherit;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.page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min-height: 100vh;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40px 16px;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.shell {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(2/6)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width: min(760px, 100%);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 auto;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32px;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white;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border: 1px solid #d9deea;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border-radius: 12px;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box-shadow: 0 16px 40px rgba(20, 32, 56, 0.08);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.eyebrow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 0 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#4764f0;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font-size: 14px;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font-weight: 700;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letter-spacing: 0.04em;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text-transform: uppercase;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h1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 0 24px;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font-size: 36px;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(3/6)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.todo-form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display: flex;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gap: 12px;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margin-bottom: 24px;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.todo-form input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flex: 1;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min-width: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12px 14px;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border: 1px solid #c8cfdd;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border-radius: 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button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10px 14px;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border-radius: 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white;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#4764f0;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cursor: pointer;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(4/6)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button:hover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#344ec7;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.muted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#6b7280;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display: grid;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gap: 10px;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margin: 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list-style: none;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display: grid;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grid-template-columns: 86px 1fr 68px;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gap: 10px;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(5/6)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align-items: center;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padding: 12px;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border: 1px solid #e0e5ef;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border-radius: 8px;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#fbfcff;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li.done span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color: #7a8395;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text-decoration: line-through;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 button:last-child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#d94a4a;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.todo-list li button:last-child:hover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background: #b83030;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@media (max-width: 560px)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.shell {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完整程式碼：solution/frontend/src/App.css (6/6)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padding: 20px;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.todo-form,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.todo-list li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grid-template-columns: 1fr;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.todo-form {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display: grid;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(1/6)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Fullstack Todo CI/CD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push: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branches: [ main ]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pull_request: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branches: [ main ]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permissions: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contents: read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BACKEND_IMAGE: todo-backend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FRONTEND_IMAGE: todo-frontend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test-backend: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runs-on: ubuntu-latest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defaults: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run: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working-directory: solution/backend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(2/6)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steps: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Checkout code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actions/checkout@v4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Setup Python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actions/setup-python@v5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with: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python-version: "3.11"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Install dependencies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pip install -r requirements.txt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Run tests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pytest test_app.py -v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compose-check: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runs-on: ubuntu-latest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needs: test-backend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steps: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Checkout code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(3/6)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actions/checkout@v4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Prepare env file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cp solution/.env.example solution/.env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Build and start services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docker compose -f solution/compose.yaml --env-file solution/.env up -d --build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Check API through frontend proxy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|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for i in 1 2 3 4 5 6 7 8 9 10; do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curl --fail http://localhost:8080/api/health &amp;&amp; exit 0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echo "Waiting for fullstack app..."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docker compose -f solution/compose.yaml --env-file solution/.env ps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sleep 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done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exit 1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Create todo through API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|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curl --fail -X POST http://localhost:8080/api/todos \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-H "Content-Type: application/json" \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(4/6)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-d '{"title":"Created by CI"}'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curl --fail http://localhost:8080/api/todos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Show logs on failure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if: failure()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docker compose -f solution/compose.yaml --env-file solution/.env logs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Stop services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if: always()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docker compose -f solution/compose.yaml --env-file solution/.env down -v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push-images: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runs-on: ubuntu-latest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needs: compose-check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if: github.event_name == 'push' &amp;&amp; github.ref == 'refs/heads/main'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steps: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Checkout code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actions/checkout@v4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Login to Docker Hub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docker/login-action@v3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(5/6)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97475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with: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username: ${{ secrets.DOCKERHUB_USERNAME }}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password: ${{ secrets.DOCKERHUB_TOKEN }}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Create image tags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id: meta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run: echo "sha_short=$(git rev-parse --short HEAD)" &gt;&gt; "$GITHUB_OUTPUT"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Build and push 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docker/build-push-action@v5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with: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context: solution/backend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push: true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tags: |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${{ secrets.DOCKERHUB_USERNAME }}/${{ env.BACKEND_IMAGE }}:latest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${{ secrets.DOCKERHUB_USERNAME }}/${{ env.BACKEND_IMAGE }}:${{ steps.meta.outputs.sha_short }}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name: Build and push frontend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uses: docker/build-push-action@v5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with: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context: solution/frontend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push: true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完整程式碼：solution/.github/workflows/cicd.yml (6/6)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可直接照做的完整檔案</a:t>
            </a:r>
          </a:p>
        </p:txBody>
      </p:sp>
      <p:sp>
        <p:nvSpPr>
          <p:cNvPr id="4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3676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tags: |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${{ secrets.DOCKERHUB_USERNAME }}/${{ env.FRONTEND_IMAGE }}:latest</a:t>
            </a:r>
          </a:p>
          <a:p xmlns:a="http://schemas.openxmlformats.org/drawingml/2006/main">
            <a:pPr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${{ secrets.DOCKERHUB_USERNAME }}/${{ env.FRONTEND_IMAGE }}:${{ steps.meta.outputs.sha_short }}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00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2026-06-23T08:33:30.8510000Z</dcterms:created>
  <dcterms:modified xsi:type="dcterms:W3CDTF">2026-06-23T08:33:30.8510000Z</dcterms:modified>
</coreProperties>
</file>