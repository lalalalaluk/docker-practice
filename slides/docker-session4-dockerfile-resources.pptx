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5af5c3df584112" /><Relationship Type="http://schemas.openxmlformats.org/officeDocument/2006/relationships/extended-properties" Target="/docProps/app.xml" Id="R80a1acaf3a1a4885" /><Relationship Type="http://schemas.openxmlformats.org/officeDocument/2006/relationships/officeDocument" Target="/ppt/presentation.xml" Id="R5e6f9c5961894c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7042f61e14019"/>
  </p:sldMasterIdLst>
  <p:notesMasterIdLst>
    <p:notesMasterId xmlns:r="http://schemas.openxmlformats.org/officeDocument/2006/relationships" r:id="Rf31bb113623544f1"/>
  </p:notesMasterIdLst>
  <p:sldIdLst>
    <p:sldId xmlns:r="http://schemas.openxmlformats.org/officeDocument/2006/relationships" id="256" r:id="R5a5b0a910df04e75"/>
    <p:sldId xmlns:r="http://schemas.openxmlformats.org/officeDocument/2006/relationships" id="257" r:id="R18e14a99639842b3"/>
    <p:sldId xmlns:r="http://schemas.openxmlformats.org/officeDocument/2006/relationships" id="258" r:id="Rdad0b0424c4a441a"/>
    <p:sldId xmlns:r="http://schemas.openxmlformats.org/officeDocument/2006/relationships" id="259" r:id="R799ecc5311b4489c"/>
    <p:sldId xmlns:r="http://schemas.openxmlformats.org/officeDocument/2006/relationships" id="260" r:id="Rdfcb22ec93f64aa5"/>
    <p:sldId xmlns:r="http://schemas.openxmlformats.org/officeDocument/2006/relationships" id="261" r:id="R916a7583d6764a09"/>
    <p:sldId xmlns:r="http://schemas.openxmlformats.org/officeDocument/2006/relationships" id="262" r:id="R3d9ff9995723451f"/>
    <p:sldId xmlns:r="http://schemas.openxmlformats.org/officeDocument/2006/relationships" id="263" r:id="Re65ace063f1a4961"/>
    <p:sldId xmlns:r="http://schemas.openxmlformats.org/officeDocument/2006/relationships" id="264" r:id="R8774e605763040cc"/>
    <p:sldId xmlns:r="http://schemas.openxmlformats.org/officeDocument/2006/relationships" id="265" r:id="R164b523bf1b44fb8"/>
    <p:sldId xmlns:r="http://schemas.openxmlformats.org/officeDocument/2006/relationships" id="266" r:id="Rc5dc7303361641e5"/>
    <p:sldId xmlns:r="http://schemas.openxmlformats.org/officeDocument/2006/relationships" id="267" r:id="R26e316587e804052"/>
    <p:sldId xmlns:r="http://schemas.openxmlformats.org/officeDocument/2006/relationships" id="268" r:id="R94ba9f1372854f75"/>
    <p:sldId xmlns:r="http://schemas.openxmlformats.org/officeDocument/2006/relationships" id="269" r:id="R864a79c2fb98437c"/>
    <p:sldId xmlns:r="http://schemas.openxmlformats.org/officeDocument/2006/relationships" id="270" r:id="R941d41438c4642fe"/>
    <p:sldId xmlns:r="http://schemas.openxmlformats.org/officeDocument/2006/relationships" id="271" r:id="Rb042a96857e14f90"/>
    <p:sldId xmlns:r="http://schemas.openxmlformats.org/officeDocument/2006/relationships" id="272" r:id="Rffd99aa4041448be"/>
    <p:sldId xmlns:r="http://schemas.openxmlformats.org/officeDocument/2006/relationships" id="273" r:id="Rcbb8b9a028f54f69"/>
    <p:sldId xmlns:r="http://schemas.openxmlformats.org/officeDocument/2006/relationships" id="274" r:id="Rdca8358d7c654e83"/>
    <p:sldId xmlns:r="http://schemas.openxmlformats.org/officeDocument/2006/relationships" id="275" r:id="R1b8d2eca51294be3"/>
    <p:sldId xmlns:r="http://schemas.openxmlformats.org/officeDocument/2006/relationships" id="276" r:id="R51e3964d33244f5b"/>
    <p:sldId xmlns:r="http://schemas.openxmlformats.org/officeDocument/2006/relationships" id="277" r:id="Rdb7a6f22ca31484e"/>
    <p:sldId xmlns:r="http://schemas.openxmlformats.org/officeDocument/2006/relationships" id="278" r:id="R5804048e722e47f6"/>
    <p:sldId xmlns:r="http://schemas.openxmlformats.org/officeDocument/2006/relationships" id="279" r:id="R43f19b75341c4b7f"/>
    <p:sldId xmlns:r="http://schemas.openxmlformats.org/officeDocument/2006/relationships" id="280" r:id="R82f8b40b653d448f"/>
    <p:sldId xmlns:r="http://schemas.openxmlformats.org/officeDocument/2006/relationships" id="281" r:id="R058bb89ec0b54cc3"/>
    <p:sldId xmlns:r="http://schemas.openxmlformats.org/officeDocument/2006/relationships" id="282" r:id="R645c4700f7864a32"/>
    <p:sldId xmlns:r="http://schemas.openxmlformats.org/officeDocument/2006/relationships" id="283" r:id="Rf916aa298f2344e5"/>
    <p:sldId xmlns:r="http://schemas.openxmlformats.org/officeDocument/2006/relationships" id="284" r:id="R7c962d542c304598"/>
    <p:sldId xmlns:r="http://schemas.openxmlformats.org/officeDocument/2006/relationships" id="285" r:id="R0f9ba2c09dea4a3b"/>
    <p:sldId xmlns:r="http://schemas.openxmlformats.org/officeDocument/2006/relationships" id="286" r:id="Re83145cd6f4a44b9"/>
    <p:sldId xmlns:r="http://schemas.openxmlformats.org/officeDocument/2006/relationships" id="287" r:id="R442bfa5c21184f24"/>
    <p:sldId xmlns:r="http://schemas.openxmlformats.org/officeDocument/2006/relationships" id="288" r:id="R08d928360fe44cb8"/>
    <p:sldId xmlns:r="http://schemas.openxmlformats.org/officeDocument/2006/relationships" id="289" r:id="R6b2b40b1d15744be"/>
    <p:sldId xmlns:r="http://schemas.openxmlformats.org/officeDocument/2006/relationships" id="290" r:id="R68e808badc2e4c61"/>
    <p:sldId xmlns:r="http://schemas.openxmlformats.org/officeDocument/2006/relationships" id="291" r:id="R4e332d88f83d4c23"/>
    <p:sldId xmlns:r="http://schemas.openxmlformats.org/officeDocument/2006/relationships" id="292" r:id="R53bbf8d105a04e89"/>
    <p:sldId xmlns:r="http://schemas.openxmlformats.org/officeDocument/2006/relationships" id="293" r:id="R20be0a0266af4203"/>
    <p:sldId xmlns:r="http://schemas.openxmlformats.org/officeDocument/2006/relationships" id="294" r:id="Rd5e539d0bde243fd"/>
    <p:sldId xmlns:r="http://schemas.openxmlformats.org/officeDocument/2006/relationships" id="295" r:id="Rc4f5b4ec1a6f4cd1"/>
    <p:sldId xmlns:r="http://schemas.openxmlformats.org/officeDocument/2006/relationships" id="296" r:id="R0f5283be36694f46"/>
    <p:sldId xmlns:r="http://schemas.openxmlformats.org/officeDocument/2006/relationships" id="297" r:id="Rd933380bdbed4f34"/>
    <p:sldId xmlns:r="http://schemas.openxmlformats.org/officeDocument/2006/relationships" id="298" r:id="R6c98efae66354a06"/>
    <p:sldId xmlns:r="http://schemas.openxmlformats.org/officeDocument/2006/relationships" id="299" r:id="R95f84b7e640d43b4"/>
    <p:sldId xmlns:r="http://schemas.openxmlformats.org/officeDocument/2006/relationships" id="300" r:id="R128a75aba4f04e30"/>
    <p:sldId xmlns:r="http://schemas.openxmlformats.org/officeDocument/2006/relationships" id="301" r:id="R51081590c65e4c15"/>
    <p:sldId xmlns:r="http://schemas.openxmlformats.org/officeDocument/2006/relationships" id="302" r:id="Rc3a0363c5af8405a"/>
    <p:sldId xmlns:r="http://schemas.openxmlformats.org/officeDocument/2006/relationships" id="303" r:id="R33f76c8a838b47c3"/>
    <p:sldId xmlns:r="http://schemas.openxmlformats.org/officeDocument/2006/relationships" id="304" r:id="R1cacfee670d74e43"/>
    <p:sldId xmlns:r="http://schemas.openxmlformats.org/officeDocument/2006/relationships" id="305" r:id="Rc36db15af2984d46"/>
    <p:sldId xmlns:r="http://schemas.openxmlformats.org/officeDocument/2006/relationships" id="306" r:id="Re752d53c490a4297"/>
    <p:sldId xmlns:r="http://schemas.openxmlformats.org/officeDocument/2006/relationships" id="307" r:id="R248252188fab48bc"/>
    <p:sldId xmlns:r="http://schemas.openxmlformats.org/officeDocument/2006/relationships" id="308" r:id="R02e752effb884a24"/>
    <p:sldId xmlns:r="http://schemas.openxmlformats.org/officeDocument/2006/relationships" id="309" r:id="R02f1dd3fa6074517"/>
    <p:sldId xmlns:r="http://schemas.openxmlformats.org/officeDocument/2006/relationships" id="310" r:id="Ra088954885e649bc"/>
    <p:sldId xmlns:r="http://schemas.openxmlformats.org/officeDocument/2006/relationships" id="311" r:id="R0774ba69d4914d3a"/>
    <p:sldId xmlns:r="http://schemas.openxmlformats.org/officeDocument/2006/relationships" id="312" r:id="R0c5650a5cfc84721"/>
    <p:sldId xmlns:r="http://schemas.openxmlformats.org/officeDocument/2006/relationships" id="313" r:id="Rcbfbbf103d9a4e9b"/>
    <p:sldId xmlns:r="http://schemas.openxmlformats.org/officeDocument/2006/relationships" id="314" r:id="R80adfb2e2056463a"/>
    <p:sldId xmlns:r="http://schemas.openxmlformats.org/officeDocument/2006/relationships" id="315" r:id="Rfbdb863ea84c4f12"/>
    <p:sldId xmlns:r="http://schemas.openxmlformats.org/officeDocument/2006/relationships" id="316" r:id="R06737cc8bf8540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8b70e090c149f5" /><Relationship Type="http://schemas.openxmlformats.org/officeDocument/2006/relationships/slideMaster" Target="/ppt/slideMasters/slideMaster1.xml" Id="R86b7042f61e14019" /><Relationship Type="http://schemas.openxmlformats.org/officeDocument/2006/relationships/notesMaster" Target="/ppt/notesMasters/notesMaster1.xml" Id="Rf31bb113623544f1" /><Relationship Type="http://schemas.openxmlformats.org/officeDocument/2006/relationships/presProps" Target="/ppt/presProps.xml" Id="R83baee36a70f4480" /><Relationship Type="http://schemas.openxmlformats.org/officeDocument/2006/relationships/tableStyles" Target="/ppt/tableStyles.xml" Id="Ra26c66f7e4b24d86" /><Relationship Type="http://schemas.openxmlformats.org/officeDocument/2006/relationships/slide" Target="/ppt/slides/slide1.xml" Id="R5a5b0a910df04e75" /><Relationship Type="http://schemas.openxmlformats.org/officeDocument/2006/relationships/slide" Target="/ppt/slides/slide2.xml" Id="R18e14a99639842b3" /><Relationship Type="http://schemas.openxmlformats.org/officeDocument/2006/relationships/slide" Target="/ppt/slides/slide3.xml" Id="Rdad0b0424c4a441a" /><Relationship Type="http://schemas.openxmlformats.org/officeDocument/2006/relationships/slide" Target="/ppt/slides/slide4.xml" Id="R799ecc5311b4489c" /><Relationship Type="http://schemas.openxmlformats.org/officeDocument/2006/relationships/slide" Target="/ppt/slides/slide5.xml" Id="Rdfcb22ec93f64aa5" /><Relationship Type="http://schemas.openxmlformats.org/officeDocument/2006/relationships/slide" Target="/ppt/slides/slide6.xml" Id="R916a7583d6764a09" /><Relationship Type="http://schemas.openxmlformats.org/officeDocument/2006/relationships/slide" Target="/ppt/slides/slide7.xml" Id="R3d9ff9995723451f" /><Relationship Type="http://schemas.openxmlformats.org/officeDocument/2006/relationships/slide" Target="/ppt/slides/slide8.xml" Id="Re65ace063f1a4961" /><Relationship Type="http://schemas.openxmlformats.org/officeDocument/2006/relationships/slide" Target="/ppt/slides/slide9.xml" Id="R8774e605763040cc" /><Relationship Type="http://schemas.openxmlformats.org/officeDocument/2006/relationships/slide" Target="/ppt/slides/slide10.xml" Id="R164b523bf1b44fb8" /><Relationship Type="http://schemas.openxmlformats.org/officeDocument/2006/relationships/slide" Target="/ppt/slides/slide11.xml" Id="Rc5dc7303361641e5" /><Relationship Type="http://schemas.openxmlformats.org/officeDocument/2006/relationships/slide" Target="/ppt/slides/slide12.xml" Id="R26e316587e804052" /><Relationship Type="http://schemas.openxmlformats.org/officeDocument/2006/relationships/slide" Target="/ppt/slides/slide13.xml" Id="R94ba9f1372854f75" /><Relationship Type="http://schemas.openxmlformats.org/officeDocument/2006/relationships/slide" Target="/ppt/slides/slide14.xml" Id="R864a79c2fb98437c" /><Relationship Type="http://schemas.openxmlformats.org/officeDocument/2006/relationships/slide" Target="/ppt/slides/slide15.xml" Id="R941d41438c4642fe" /><Relationship Type="http://schemas.openxmlformats.org/officeDocument/2006/relationships/slide" Target="/ppt/slides/slide16.xml" Id="Rb042a96857e14f90" /><Relationship Type="http://schemas.openxmlformats.org/officeDocument/2006/relationships/slide" Target="/ppt/slides/slide17.xml" Id="Rffd99aa4041448be" /><Relationship Type="http://schemas.openxmlformats.org/officeDocument/2006/relationships/slide" Target="/ppt/slides/slide18.xml" Id="Rcbb8b9a028f54f69" /><Relationship Type="http://schemas.openxmlformats.org/officeDocument/2006/relationships/slide" Target="/ppt/slides/slide19.xml" Id="Rdca8358d7c654e83" /><Relationship Type="http://schemas.openxmlformats.org/officeDocument/2006/relationships/slide" Target="/ppt/slides/slide20.xml" Id="R1b8d2eca51294be3" /><Relationship Type="http://schemas.openxmlformats.org/officeDocument/2006/relationships/slide" Target="/ppt/slides/slide21.xml" Id="R51e3964d33244f5b" /><Relationship Type="http://schemas.openxmlformats.org/officeDocument/2006/relationships/slide" Target="/ppt/slides/slide22.xml" Id="Rdb7a6f22ca31484e" /><Relationship Type="http://schemas.openxmlformats.org/officeDocument/2006/relationships/slide" Target="/ppt/slides/slide23.xml" Id="R5804048e722e47f6" /><Relationship Type="http://schemas.openxmlformats.org/officeDocument/2006/relationships/slide" Target="/ppt/slides/slide24.xml" Id="R43f19b75341c4b7f" /><Relationship Type="http://schemas.openxmlformats.org/officeDocument/2006/relationships/slide" Target="/ppt/slides/slide25.xml" Id="R82f8b40b653d448f" /><Relationship Type="http://schemas.openxmlformats.org/officeDocument/2006/relationships/slide" Target="/ppt/slides/slide26.xml" Id="R058bb89ec0b54cc3" /><Relationship Type="http://schemas.openxmlformats.org/officeDocument/2006/relationships/slide" Target="/ppt/slides/slide27.xml" Id="R645c4700f7864a32" /><Relationship Type="http://schemas.openxmlformats.org/officeDocument/2006/relationships/slide" Target="/ppt/slides/slide28.xml" Id="Rf916aa298f2344e5" /><Relationship Type="http://schemas.openxmlformats.org/officeDocument/2006/relationships/slide" Target="/ppt/slides/slide29.xml" Id="R7c962d542c304598" /><Relationship Type="http://schemas.openxmlformats.org/officeDocument/2006/relationships/slide" Target="/ppt/slides/slide30.xml" Id="R0f9ba2c09dea4a3b" /><Relationship Type="http://schemas.openxmlformats.org/officeDocument/2006/relationships/slide" Target="/ppt/slides/slide31.xml" Id="Re83145cd6f4a44b9" /><Relationship Type="http://schemas.openxmlformats.org/officeDocument/2006/relationships/slide" Target="/ppt/slides/slide32.xml" Id="R442bfa5c21184f24" /><Relationship Type="http://schemas.openxmlformats.org/officeDocument/2006/relationships/slide" Target="/ppt/slides/slide33.xml" Id="R08d928360fe44cb8" /><Relationship Type="http://schemas.openxmlformats.org/officeDocument/2006/relationships/slide" Target="/ppt/slides/slide34.xml" Id="R6b2b40b1d15744be" /><Relationship Type="http://schemas.openxmlformats.org/officeDocument/2006/relationships/slide" Target="/ppt/slides/slide35.xml" Id="R68e808badc2e4c61" /><Relationship Type="http://schemas.openxmlformats.org/officeDocument/2006/relationships/slide" Target="/ppt/slides/slide36.xml" Id="R4e332d88f83d4c23" /><Relationship Type="http://schemas.openxmlformats.org/officeDocument/2006/relationships/slide" Target="/ppt/slides/slide37.xml" Id="R53bbf8d105a04e89" /><Relationship Type="http://schemas.openxmlformats.org/officeDocument/2006/relationships/slide" Target="/ppt/slides/slide38.xml" Id="R20be0a0266af4203" /><Relationship Type="http://schemas.openxmlformats.org/officeDocument/2006/relationships/slide" Target="/ppt/slides/slide39.xml" Id="Rd5e539d0bde243fd" /><Relationship Type="http://schemas.openxmlformats.org/officeDocument/2006/relationships/slide" Target="/ppt/slides/slide40.xml" Id="Rc4f5b4ec1a6f4cd1" /><Relationship Type="http://schemas.openxmlformats.org/officeDocument/2006/relationships/slide" Target="/ppt/slides/slide41.xml" Id="R0f5283be36694f46" /><Relationship Type="http://schemas.openxmlformats.org/officeDocument/2006/relationships/slide" Target="/ppt/slides/slide42.xml" Id="Rd933380bdbed4f34" /><Relationship Type="http://schemas.openxmlformats.org/officeDocument/2006/relationships/slide" Target="/ppt/slides/slide43.xml" Id="R6c98efae66354a06" /><Relationship Type="http://schemas.openxmlformats.org/officeDocument/2006/relationships/slide" Target="/ppt/slides/slide44.xml" Id="R95f84b7e640d43b4" /><Relationship Type="http://schemas.openxmlformats.org/officeDocument/2006/relationships/slide" Target="/ppt/slides/slide45.xml" Id="R128a75aba4f04e30" /><Relationship Type="http://schemas.openxmlformats.org/officeDocument/2006/relationships/slide" Target="/ppt/slides/slide46.xml" Id="R51081590c65e4c15" /><Relationship Type="http://schemas.openxmlformats.org/officeDocument/2006/relationships/slide" Target="/ppt/slides/slide47.xml" Id="Rc3a0363c5af8405a" /><Relationship Type="http://schemas.openxmlformats.org/officeDocument/2006/relationships/slide" Target="/ppt/slides/slide48.xml" Id="R33f76c8a838b47c3" /><Relationship Type="http://schemas.openxmlformats.org/officeDocument/2006/relationships/slide" Target="/ppt/slides/slide49.xml" Id="R1cacfee670d74e43" /><Relationship Type="http://schemas.openxmlformats.org/officeDocument/2006/relationships/slide" Target="/ppt/slides/slide50.xml" Id="Rc36db15af2984d46" /><Relationship Type="http://schemas.openxmlformats.org/officeDocument/2006/relationships/slide" Target="/ppt/slides/slide51.xml" Id="Re752d53c490a4297" /><Relationship Type="http://schemas.openxmlformats.org/officeDocument/2006/relationships/slide" Target="/ppt/slides/slide52.xml" Id="R248252188fab48bc" /><Relationship Type="http://schemas.openxmlformats.org/officeDocument/2006/relationships/slide" Target="/ppt/slides/slide53.xml" Id="R02e752effb884a24" /><Relationship Type="http://schemas.openxmlformats.org/officeDocument/2006/relationships/slide" Target="/ppt/slides/slide54.xml" Id="R02f1dd3fa6074517" /><Relationship Type="http://schemas.openxmlformats.org/officeDocument/2006/relationships/slide" Target="/ppt/slides/slide55.xml" Id="Ra088954885e649bc" /><Relationship Type="http://schemas.openxmlformats.org/officeDocument/2006/relationships/slide" Target="/ppt/slides/slide56.xml" Id="R0774ba69d4914d3a" /><Relationship Type="http://schemas.openxmlformats.org/officeDocument/2006/relationships/slide" Target="/ppt/slides/slide57.xml" Id="R0c5650a5cfc84721" /><Relationship Type="http://schemas.openxmlformats.org/officeDocument/2006/relationships/slide" Target="/ppt/slides/slide58.xml" Id="Rcbfbbf103d9a4e9b" /><Relationship Type="http://schemas.openxmlformats.org/officeDocument/2006/relationships/slide" Target="/ppt/slides/slide59.xml" Id="R80adfb2e2056463a" /><Relationship Type="http://schemas.openxmlformats.org/officeDocument/2006/relationships/slide" Target="/ppt/slides/slide60.xml" Id="Rfbdb863ea84c4f12" /><Relationship Type="http://schemas.openxmlformats.org/officeDocument/2006/relationships/slide" Target="/ppt/slides/slide61.xml" Id="R06737cc8bf8540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f4f3f43289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f0280cb8274fc1" /><Relationship Type="http://schemas.openxmlformats.org/officeDocument/2006/relationships/notesMaster" Target="/ppt/notesMasters/notesMaster1.xml" Id="R6f3d6703de7a42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7b923c3d494016" /><Relationship Type="http://schemas.openxmlformats.org/officeDocument/2006/relationships/notesMaster" Target="/ppt/notesMasters/notesMaster1.xml" Id="R0904284fcc53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d030f2b3ef4e91" /><Relationship Type="http://schemas.openxmlformats.org/officeDocument/2006/relationships/notesMaster" Target="/ppt/notesMasters/notesMaster1.xml" Id="Ra2c62966a9d54e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22cb11f0a4339" /><Relationship Type="http://schemas.openxmlformats.org/officeDocument/2006/relationships/notesMaster" Target="/ppt/notesMasters/notesMaster1.xml" Id="Rf32425536905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e6ca5eaaf4ec7" /><Relationship Type="http://schemas.openxmlformats.org/officeDocument/2006/relationships/notesMaster" Target="/ppt/notesMasters/notesMaster1.xml" Id="Rca9cf31c944e4e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12607f9cf4c67" /><Relationship Type="http://schemas.openxmlformats.org/officeDocument/2006/relationships/notesMaster" Target="/ppt/notesMasters/notesMaster1.xml" Id="R38c867f1b6914e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58bb1031a44522" /><Relationship Type="http://schemas.openxmlformats.org/officeDocument/2006/relationships/notesMaster" Target="/ppt/notesMasters/notesMaster1.xml" Id="R3c5494245ad149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43a2e0d82b4d3f" /><Relationship Type="http://schemas.openxmlformats.org/officeDocument/2006/relationships/notesMaster" Target="/ppt/notesMasters/notesMaster1.xml" Id="Rc6120a379f5b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f74ecb33f4efa" /><Relationship Type="http://schemas.openxmlformats.org/officeDocument/2006/relationships/notesMaster" Target="/ppt/notesMasters/notesMaster1.xml" Id="Ree9506f6150e41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0293196bd4cfa" /><Relationship Type="http://schemas.openxmlformats.org/officeDocument/2006/relationships/notesMaster" Target="/ppt/notesMasters/notesMaster1.xml" Id="R10cc083eb8ad4e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1a7e29615b4378" /><Relationship Type="http://schemas.openxmlformats.org/officeDocument/2006/relationships/notesMaster" Target="/ppt/notesMasters/notesMaster1.xml" Id="R1090671a04974c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42319d761459b" /><Relationship Type="http://schemas.openxmlformats.org/officeDocument/2006/relationships/notesMaster" Target="/ppt/notesMasters/notesMaster1.xml" Id="Re869f3026fae4c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081f9872ed4029" /><Relationship Type="http://schemas.openxmlformats.org/officeDocument/2006/relationships/notesMaster" Target="/ppt/notesMasters/notesMaster1.xml" Id="R4a3935a2b3bb4d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77b6a69986475d" /><Relationship Type="http://schemas.openxmlformats.org/officeDocument/2006/relationships/notesMaster" Target="/ppt/notesMasters/notesMaster1.xml" Id="R21f0b83768374c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c596c5f24c4fca" /><Relationship Type="http://schemas.openxmlformats.org/officeDocument/2006/relationships/notesMaster" Target="/ppt/notesMasters/notesMaster1.xml" Id="Rd1338a021c624f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4e116d3f654f8b" /><Relationship Type="http://schemas.openxmlformats.org/officeDocument/2006/relationships/notesMaster" Target="/ppt/notesMasters/notesMaster1.xml" Id="R6477dafa2d2041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76226ce3154490" /><Relationship Type="http://schemas.openxmlformats.org/officeDocument/2006/relationships/notesMaster" Target="/ppt/notesMasters/notesMaster1.xml" Id="R99dd3ce0be594e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0efb899598424d" /><Relationship Type="http://schemas.openxmlformats.org/officeDocument/2006/relationships/notesMaster" Target="/ppt/notesMasters/notesMaster1.xml" Id="Rae47d1e2c2cf46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1edbd88142454c" /><Relationship Type="http://schemas.openxmlformats.org/officeDocument/2006/relationships/notesMaster" Target="/ppt/notesMasters/notesMaster1.xml" Id="R11faf9fbac6c44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629358134e24dff" /><Relationship Type="http://schemas.openxmlformats.org/officeDocument/2006/relationships/notesMaster" Target="/ppt/notesMasters/notesMaster1.xml" Id="Rdf5b1b4552d842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5690825276402c" /><Relationship Type="http://schemas.openxmlformats.org/officeDocument/2006/relationships/notesMaster" Target="/ppt/notesMasters/notesMaster1.xml" Id="Rabf4d137e42a40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058b9bd24d4f3e" /><Relationship Type="http://schemas.openxmlformats.org/officeDocument/2006/relationships/notesMaster" Target="/ppt/notesMasters/notesMaster1.xml" Id="Ra4af5a38d58644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571a996e75450a" /><Relationship Type="http://schemas.openxmlformats.org/officeDocument/2006/relationships/notesMaster" Target="/ppt/notesMasters/notesMaster1.xml" Id="R10e2b5028f224b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07911e72907477c" /><Relationship Type="http://schemas.openxmlformats.org/officeDocument/2006/relationships/notesMaster" Target="/ppt/notesMasters/notesMaster1.xml" Id="R3cb3ea024a41407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cd98d02bf5a4dac" /><Relationship Type="http://schemas.openxmlformats.org/officeDocument/2006/relationships/notesMaster" Target="/ppt/notesMasters/notesMaster1.xml" Id="R35d8cd27346b4b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6e674c841b04a3c" /><Relationship Type="http://schemas.openxmlformats.org/officeDocument/2006/relationships/notesMaster" Target="/ppt/notesMasters/notesMaster1.xml" Id="Rfad7870aae4e41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81e74d003674da1" /><Relationship Type="http://schemas.openxmlformats.org/officeDocument/2006/relationships/notesMaster" Target="/ppt/notesMasters/notesMaster1.xml" Id="R55f8b032d6fc47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80ca2ac57964d8b" /><Relationship Type="http://schemas.openxmlformats.org/officeDocument/2006/relationships/notesMaster" Target="/ppt/notesMasters/notesMaster1.xml" Id="Rddc95f4b943f474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d6991a222844e4" /><Relationship Type="http://schemas.openxmlformats.org/officeDocument/2006/relationships/notesMaster" Target="/ppt/notesMasters/notesMaster1.xml" Id="R2505b6053da043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4ac42c9f34e4ea7" /><Relationship Type="http://schemas.openxmlformats.org/officeDocument/2006/relationships/notesMaster" Target="/ppt/notesMasters/notesMaster1.xml" Id="R822e3f06250f402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144e9621c3449d" /><Relationship Type="http://schemas.openxmlformats.org/officeDocument/2006/relationships/notesMaster" Target="/ppt/notesMasters/notesMaster1.xml" Id="R8edce10e723c468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103a0a2cd84d7b" /><Relationship Type="http://schemas.openxmlformats.org/officeDocument/2006/relationships/notesMaster" Target="/ppt/notesMasters/notesMaster1.xml" Id="R846f6488d2764a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b9582862194c58" /><Relationship Type="http://schemas.openxmlformats.org/officeDocument/2006/relationships/notesMaster" Target="/ppt/notesMasters/notesMaster1.xml" Id="R587fc427ff874c1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4773d9de39428d" /><Relationship Type="http://schemas.openxmlformats.org/officeDocument/2006/relationships/notesMaster" Target="/ppt/notesMasters/notesMaster1.xml" Id="R182cc6d44990486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709c04cdebd470c" /><Relationship Type="http://schemas.openxmlformats.org/officeDocument/2006/relationships/notesMaster" Target="/ppt/notesMasters/notesMaster1.xml" Id="R52ec92722f65442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116d572a9049e1" /><Relationship Type="http://schemas.openxmlformats.org/officeDocument/2006/relationships/notesMaster" Target="/ppt/notesMasters/notesMaster1.xml" Id="R1b1f84cb7edf4e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df223438944946" /><Relationship Type="http://schemas.openxmlformats.org/officeDocument/2006/relationships/notesMaster" Target="/ppt/notesMasters/notesMaster1.xml" Id="Rdf67cf97cb7344a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b1b006b3e5a4e88" /><Relationship Type="http://schemas.openxmlformats.org/officeDocument/2006/relationships/notesMaster" Target="/ppt/notesMasters/notesMaster1.xml" Id="R8efddbac167d4d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db9ae31d2b94ca8" /><Relationship Type="http://schemas.openxmlformats.org/officeDocument/2006/relationships/notesMaster" Target="/ppt/notesMasters/notesMaster1.xml" Id="R4e552ff8305744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de50d8cc0843c7" /><Relationship Type="http://schemas.openxmlformats.org/officeDocument/2006/relationships/notesMaster" Target="/ppt/notesMasters/notesMaster1.xml" Id="R09107a31a2aa42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b9985408c0547f1" /><Relationship Type="http://schemas.openxmlformats.org/officeDocument/2006/relationships/notesMaster" Target="/ppt/notesMasters/notesMaster1.xml" Id="R4ff9fc31858c4de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cb1908da38a42c2" /><Relationship Type="http://schemas.openxmlformats.org/officeDocument/2006/relationships/notesMaster" Target="/ppt/notesMasters/notesMaster1.xml" Id="R9d11cc9bee4843e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76d96bc4c4544ba" /><Relationship Type="http://schemas.openxmlformats.org/officeDocument/2006/relationships/notesMaster" Target="/ppt/notesMasters/notesMaster1.xml" Id="R20638d20f4124bc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643c07143a54f77" /><Relationship Type="http://schemas.openxmlformats.org/officeDocument/2006/relationships/notesMaster" Target="/ppt/notesMasters/notesMaster1.xml" Id="Rca59986b94ea453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d8feee532da443f" /><Relationship Type="http://schemas.openxmlformats.org/officeDocument/2006/relationships/notesMaster" Target="/ppt/notesMasters/notesMaster1.xml" Id="R6be54f80b88e4dc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51a2c705b324916" /><Relationship Type="http://schemas.openxmlformats.org/officeDocument/2006/relationships/notesMaster" Target="/ppt/notesMasters/notesMaster1.xml" Id="R5b14027bfe7e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707ff134b6e46d5" /><Relationship Type="http://schemas.openxmlformats.org/officeDocument/2006/relationships/notesMaster" Target="/ppt/notesMasters/notesMaster1.xml" Id="Rd30382d8caf14da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1829b8f7c904977" /><Relationship Type="http://schemas.openxmlformats.org/officeDocument/2006/relationships/notesMaster" Target="/ppt/notesMasters/notesMaster1.xml" Id="R773fdeca017340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6e40018e7b1418a" /><Relationship Type="http://schemas.openxmlformats.org/officeDocument/2006/relationships/notesMaster" Target="/ppt/notesMasters/notesMaster1.xml" Id="R3ccab71a7bfc4f2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7cb97d240924845" /><Relationship Type="http://schemas.openxmlformats.org/officeDocument/2006/relationships/notesMaster" Target="/ppt/notesMasters/notesMaster1.xml" Id="Ra7b5a9287daf439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f93a9c47ced4428" /><Relationship Type="http://schemas.openxmlformats.org/officeDocument/2006/relationships/notesMaster" Target="/ppt/notesMasters/notesMaster1.xml" Id="Rc1d55aa9d57146d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8617d8c169b401b" /><Relationship Type="http://schemas.openxmlformats.org/officeDocument/2006/relationships/notesMaster" Target="/ppt/notesMasters/notesMaster1.xml" Id="R7a52defc0599479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02874aad5f1491d" /><Relationship Type="http://schemas.openxmlformats.org/officeDocument/2006/relationships/notesMaster" Target="/ppt/notesMasters/notesMaster1.xml" Id="Rf061350aa1624a9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245465cc0be4fab" /><Relationship Type="http://schemas.openxmlformats.org/officeDocument/2006/relationships/notesMaster" Target="/ppt/notesMasters/notesMaster1.xml" Id="R13bb004ceecc4ab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beb228848dc42a6" /><Relationship Type="http://schemas.openxmlformats.org/officeDocument/2006/relationships/notesMaster" Target="/ppt/notesMasters/notesMaster1.xml" Id="R17d2728bf0ec48a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08ca932c5e5423c" /><Relationship Type="http://schemas.openxmlformats.org/officeDocument/2006/relationships/notesMaster" Target="/ppt/notesMasters/notesMaster1.xml" Id="Rc76bedb3ddf34ff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e618a9e65394ffa" /><Relationship Type="http://schemas.openxmlformats.org/officeDocument/2006/relationships/notesMaster" Target="/ppt/notesMasters/notesMaster1.xml" Id="R5a2cbabbebf548f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c57c724a3e4740cf" /><Relationship Type="http://schemas.openxmlformats.org/officeDocument/2006/relationships/notesMaster" Target="/ppt/notesMasters/notesMaster1.xml" Id="R20f05565b79240a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9308a39121840a2" /><Relationship Type="http://schemas.openxmlformats.org/officeDocument/2006/relationships/notesMaster" Target="/ppt/notesMasters/notesMaster1.xml" Id="R42faf3b97f0b4a6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cccb1b2bc324061" /><Relationship Type="http://schemas.openxmlformats.org/officeDocument/2006/relationships/notesMaster" Target="/ppt/notesMasters/notesMaster1.xml" Id="Re4daf8b796d84b8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d9bde566df45d6" /><Relationship Type="http://schemas.openxmlformats.org/officeDocument/2006/relationships/notesMaster" Target="/ppt/notesMasters/notesMaster1.xml" Id="R3b51fa008e054b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9bd3935c643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2f3cbec124a57" /><Relationship Type="http://schemas.openxmlformats.org/officeDocument/2006/relationships/slideLayout" Target="/ppt/slideLayouts/slideLayout1.xml" Id="R1c7274ce272844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274ce2728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a0d7292d845dc" /><Relationship Type="http://schemas.openxmlformats.org/officeDocument/2006/relationships/image" Target="/ppt/media/image.png" Id="R3bcc4e607411401b" /><Relationship Type="http://schemas.openxmlformats.org/officeDocument/2006/relationships/notesSlide" Target="/ppt/notesSlides/notesSlide1.xml" Id="R954245b9a6b0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8be05aa7b4827" /><Relationship Type="http://schemas.openxmlformats.org/officeDocument/2006/relationships/notesSlide" Target="/ppt/notesSlides/notesSlide2.xml" Id="Rb2190550d0a746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e72e2093f4f57" /><Relationship Type="http://schemas.openxmlformats.org/officeDocument/2006/relationships/notesSlide" Target="/ppt/notesSlides/notesSlide3.xml" Id="R83d7b85f64ba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37f4cbc0448dd" /><Relationship Type="http://schemas.openxmlformats.org/officeDocument/2006/relationships/notesSlide" Target="/ppt/notesSlides/notesSlide4.xml" Id="R028e76fe56b148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af1cf6b6449d0" /><Relationship Type="http://schemas.openxmlformats.org/officeDocument/2006/relationships/notesSlide" Target="/ppt/notesSlides/notesSlide5.xml" Id="Rb31737109a22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8ee3b0b740d4" /><Relationship Type="http://schemas.openxmlformats.org/officeDocument/2006/relationships/notesSlide" Target="/ppt/notesSlides/notesSlide6.xml" Id="Rb0c125e69f074a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48fbef5604a35" /><Relationship Type="http://schemas.openxmlformats.org/officeDocument/2006/relationships/notesSlide" Target="/ppt/notesSlides/notesSlide7.xml" Id="Rd86b397f55994f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ea868843f4ae8" /><Relationship Type="http://schemas.openxmlformats.org/officeDocument/2006/relationships/notesSlide" Target="/ppt/notesSlides/notesSlide8.xml" Id="R79566b8143874f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b36318f844aa" /><Relationship Type="http://schemas.openxmlformats.org/officeDocument/2006/relationships/notesSlide" Target="/ppt/notesSlides/notesSlide9.xml" Id="Rd2c46869e6cf48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7eed0fa804d6a" /><Relationship Type="http://schemas.openxmlformats.org/officeDocument/2006/relationships/notesSlide" Target="/ppt/notesSlides/notesSlide10.xml" Id="R5b374b3e9c484f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0ec48369e4283" /><Relationship Type="http://schemas.openxmlformats.org/officeDocument/2006/relationships/notesSlide" Target="/ppt/notesSlides/notesSlide11.xml" Id="Rd5b5dbed0664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1d016dfea4f7e" /><Relationship Type="http://schemas.openxmlformats.org/officeDocument/2006/relationships/notesSlide" Target="/ppt/notesSlides/notesSlide12.xml" Id="Rd54140b6466f4a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ef94e8db24b1d" /><Relationship Type="http://schemas.openxmlformats.org/officeDocument/2006/relationships/notesSlide" Target="/ppt/notesSlides/notesSlide13.xml" Id="Raa4bf4318565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764c8201c4c9a" /><Relationship Type="http://schemas.openxmlformats.org/officeDocument/2006/relationships/notesSlide" Target="/ppt/notesSlides/notesSlide14.xml" Id="Red024133c13741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378eafaa4612" /><Relationship Type="http://schemas.openxmlformats.org/officeDocument/2006/relationships/notesSlide" Target="/ppt/notesSlides/notesSlide15.xml" Id="R5f0ef0fba2eb42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7ba1c594b4586" /><Relationship Type="http://schemas.openxmlformats.org/officeDocument/2006/relationships/notesSlide" Target="/ppt/notesSlides/notesSlide16.xml" Id="R8df489d489cc4d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47f9f72874435" /><Relationship Type="http://schemas.openxmlformats.org/officeDocument/2006/relationships/notesSlide" Target="/ppt/notesSlides/notesSlide17.xml" Id="Rb916a008d43d40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4d79085914949" /><Relationship Type="http://schemas.openxmlformats.org/officeDocument/2006/relationships/notesSlide" Target="/ppt/notesSlides/notesSlide18.xml" Id="R5d0208d0598b46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cbbd513654e93" /><Relationship Type="http://schemas.openxmlformats.org/officeDocument/2006/relationships/notesSlide" Target="/ppt/notesSlides/notesSlide19.xml" Id="R10c769b486c64e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7d95dab584dea" /><Relationship Type="http://schemas.openxmlformats.org/officeDocument/2006/relationships/notesSlide" Target="/ppt/notesSlides/notesSlide20.xml" Id="Rdb0dde3429ec4f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52593c9ff4101" /><Relationship Type="http://schemas.openxmlformats.org/officeDocument/2006/relationships/notesSlide" Target="/ppt/notesSlides/notesSlide21.xml" Id="Ra5551d26865e40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59f78b17345b6" /><Relationship Type="http://schemas.openxmlformats.org/officeDocument/2006/relationships/notesSlide" Target="/ppt/notesSlides/notesSlide22.xml" Id="R74fe5a5cca144f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edadd80344947" /><Relationship Type="http://schemas.openxmlformats.org/officeDocument/2006/relationships/notesSlide" Target="/ppt/notesSlides/notesSlide23.xml" Id="R094a7cb6846941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a401e4c8e4162" /><Relationship Type="http://schemas.openxmlformats.org/officeDocument/2006/relationships/notesSlide" Target="/ppt/notesSlides/notesSlide24.xml" Id="Rec60c3b33f3e4e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f324a1fce4503" /><Relationship Type="http://schemas.openxmlformats.org/officeDocument/2006/relationships/notesSlide" Target="/ppt/notesSlides/notesSlide25.xml" Id="Rc3c8dfe3c98c4ac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81d5265914192" /><Relationship Type="http://schemas.openxmlformats.org/officeDocument/2006/relationships/notesSlide" Target="/ppt/notesSlides/notesSlide26.xml" Id="Ra20eec38f3ca410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b6a040fc740ac" /><Relationship Type="http://schemas.openxmlformats.org/officeDocument/2006/relationships/notesSlide" Target="/ppt/notesSlides/notesSlide27.xml" Id="R0656976030c544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06fb958094e48" /><Relationship Type="http://schemas.openxmlformats.org/officeDocument/2006/relationships/notesSlide" Target="/ppt/notesSlides/notesSlide28.xml" Id="R46125c91f520467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54102a0544e89" /><Relationship Type="http://schemas.openxmlformats.org/officeDocument/2006/relationships/notesSlide" Target="/ppt/notesSlides/notesSlide29.xml" Id="Ra1fb56d4ddd04d2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db23659bf41a0" /><Relationship Type="http://schemas.openxmlformats.org/officeDocument/2006/relationships/notesSlide" Target="/ppt/notesSlides/notesSlide30.xml" Id="R33be0eea660f40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c51eb88c94a17" /><Relationship Type="http://schemas.openxmlformats.org/officeDocument/2006/relationships/notesSlide" Target="/ppt/notesSlides/notesSlide31.xml" Id="R8f0f5c413a5d429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ce172fe844a24" /><Relationship Type="http://schemas.openxmlformats.org/officeDocument/2006/relationships/notesSlide" Target="/ppt/notesSlides/notesSlide32.xml" Id="R6c7f7020b00d435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9bbc6cdcd4406" /><Relationship Type="http://schemas.openxmlformats.org/officeDocument/2006/relationships/notesSlide" Target="/ppt/notesSlides/notesSlide33.xml" Id="R194363a8cd3d4cf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33f3b784a43e4" /><Relationship Type="http://schemas.openxmlformats.org/officeDocument/2006/relationships/notesSlide" Target="/ppt/notesSlides/notesSlide34.xml" Id="R904f112c5fec43d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93e0c3c8040ce" /><Relationship Type="http://schemas.openxmlformats.org/officeDocument/2006/relationships/notesSlide" Target="/ppt/notesSlides/notesSlide35.xml" Id="R8645ba0d00004e6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c5f73f8441a8" /><Relationship Type="http://schemas.openxmlformats.org/officeDocument/2006/relationships/notesSlide" Target="/ppt/notesSlides/notesSlide36.xml" Id="R5cf2e17da9714b3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5041e22fd4613" /><Relationship Type="http://schemas.openxmlformats.org/officeDocument/2006/relationships/notesSlide" Target="/ppt/notesSlides/notesSlide37.xml" Id="Rc08eee7ad2e045c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f61dc01984e30" /><Relationship Type="http://schemas.openxmlformats.org/officeDocument/2006/relationships/notesSlide" Target="/ppt/notesSlides/notesSlide38.xml" Id="R23fd21d42fcb42c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3a3329a37411f" /><Relationship Type="http://schemas.openxmlformats.org/officeDocument/2006/relationships/notesSlide" Target="/ppt/notesSlides/notesSlide39.xml" Id="R53ab3fb7a8524db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bf2cdf1654834" /><Relationship Type="http://schemas.openxmlformats.org/officeDocument/2006/relationships/notesSlide" Target="/ppt/notesSlides/notesSlide40.xml" Id="R218757fa1e484f0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4cc219f8e4529" /><Relationship Type="http://schemas.openxmlformats.org/officeDocument/2006/relationships/notesSlide" Target="/ppt/notesSlides/notesSlide41.xml" Id="Re29e9530e7a344e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d86c4dd64929" /><Relationship Type="http://schemas.openxmlformats.org/officeDocument/2006/relationships/notesSlide" Target="/ppt/notesSlides/notesSlide42.xml" Id="R4a016ca59fa54c6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9eb40499b4d00" /><Relationship Type="http://schemas.openxmlformats.org/officeDocument/2006/relationships/notesSlide" Target="/ppt/notesSlides/notesSlide43.xml" Id="R02f4e5895b47462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e7416f4384ba9" /><Relationship Type="http://schemas.openxmlformats.org/officeDocument/2006/relationships/image" Target="/ppt/media/image2.png" Id="R3e9375edeb954b3f" /><Relationship Type="http://schemas.openxmlformats.org/officeDocument/2006/relationships/notesSlide" Target="/ppt/notesSlides/notesSlide44.xml" Id="R2cd6109dc4ba43e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be76c8a104741" /><Relationship Type="http://schemas.openxmlformats.org/officeDocument/2006/relationships/notesSlide" Target="/ppt/notesSlides/notesSlide45.xml" Id="Rae093e62a4184dc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e0e05634648dd" /><Relationship Type="http://schemas.openxmlformats.org/officeDocument/2006/relationships/notesSlide" Target="/ppt/notesSlides/notesSlide46.xml" Id="R13496314209e418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9398318924eb3" /><Relationship Type="http://schemas.openxmlformats.org/officeDocument/2006/relationships/notesSlide" Target="/ppt/notesSlides/notesSlide47.xml" Id="R3123842d708545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e06ebb37e43b6" /><Relationship Type="http://schemas.openxmlformats.org/officeDocument/2006/relationships/notesSlide" Target="/ppt/notesSlides/notesSlide48.xml" Id="Rabce0e318c5c4e9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402c8d1f344f8" /><Relationship Type="http://schemas.openxmlformats.org/officeDocument/2006/relationships/notesSlide" Target="/ppt/notesSlides/notesSlide49.xml" Id="Rb7be275c4f6f40b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012233eec4ab1" /><Relationship Type="http://schemas.openxmlformats.org/officeDocument/2006/relationships/notesSlide" Target="/ppt/notesSlides/notesSlide50.xml" Id="R7d0ed0d776244f2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001d032f74131" /><Relationship Type="http://schemas.openxmlformats.org/officeDocument/2006/relationships/notesSlide" Target="/ppt/notesSlides/notesSlide51.xml" Id="R893ff1506072464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8932cf00f4261" /><Relationship Type="http://schemas.openxmlformats.org/officeDocument/2006/relationships/notesSlide" Target="/ppt/notesSlides/notesSlide52.xml" Id="Raf3403f5f94f40e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18fbf95d64a54" /><Relationship Type="http://schemas.openxmlformats.org/officeDocument/2006/relationships/notesSlide" Target="/ppt/notesSlides/notesSlide53.xml" Id="Rd8c3f6d08df94a3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6e1335dfe4de7" /><Relationship Type="http://schemas.openxmlformats.org/officeDocument/2006/relationships/notesSlide" Target="/ppt/notesSlides/notesSlide54.xml" Id="R56a0dd3a9afb457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fb00699264c82" /><Relationship Type="http://schemas.openxmlformats.org/officeDocument/2006/relationships/notesSlide" Target="/ppt/notesSlides/notesSlide55.xml" Id="R20ce0f636a9a40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d84bafc664660" /><Relationship Type="http://schemas.openxmlformats.org/officeDocument/2006/relationships/notesSlide" Target="/ppt/notesSlides/notesSlide56.xml" Id="R5684fb80575c42c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d46279ad4958" /><Relationship Type="http://schemas.openxmlformats.org/officeDocument/2006/relationships/notesSlide" Target="/ppt/notesSlides/notesSlide57.xml" Id="R7688a077649f460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e42be2c07400c" /><Relationship Type="http://schemas.openxmlformats.org/officeDocument/2006/relationships/notesSlide" Target="/ppt/notesSlides/notesSlide58.xml" Id="R0263faae281043eb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6236751ff4614" /><Relationship Type="http://schemas.openxmlformats.org/officeDocument/2006/relationships/notesSlide" Target="/ppt/notesSlides/notesSlide59.xml" Id="Re024891c12e7435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6ef11817340cf" /><Relationship Type="http://schemas.openxmlformats.org/officeDocument/2006/relationships/notesSlide" Target="/ppt/notesSlides/notesSlide60.xml" Id="Ra4c0c4287b7b4d5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b70c702334129" /><Relationship Type="http://schemas.openxmlformats.org/officeDocument/2006/relationships/notesSlide" Target="/ppt/notesSlides/notesSlide61.xml" Id="R5495787bc53d4d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c4e607411401b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91440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2108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4150"/>
            <a:ext cx="7478400" cy="476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mysql-db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MYSQL_DATABASE=appdb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flask-web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75edeb954b3f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bash:5 bash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bash:5 bash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prod-redis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prod-mysql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MYSQL_DATABASE=proddb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prod-flask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--cpus=1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--memory=512m \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my image!")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app.py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完整程式碼：p2-layer-compare/app.py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layer test!")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jsonify(message="Hello Dockerfile!", version="optimized")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useradd -m appuser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chown -R appuser:appuser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2026-06-23T08:33:25.0720000Z</dcterms:created>
  <dcterms:modified xsi:type="dcterms:W3CDTF">2026-06-23T08:33:25.0720000Z</dcterms:modified>
</coreProperties>
</file>