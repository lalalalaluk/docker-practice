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faa214270b4fe5" /><Relationship Type="http://schemas.openxmlformats.org/officeDocument/2006/relationships/extended-properties" Target="/docProps/app.xml" Id="Ra98cd9168b9945cc" /><Relationship Type="http://schemas.openxmlformats.org/officeDocument/2006/relationships/officeDocument" Target="/ppt/presentation.xml" Id="Re1074ecfa87044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21d3d3dc1746d0"/>
  </p:sldMasterIdLst>
  <p:notesMasterIdLst>
    <p:notesMasterId xmlns:r="http://schemas.openxmlformats.org/officeDocument/2006/relationships" r:id="Rd74203a62f8f4e1d"/>
  </p:notesMasterIdLst>
  <p:sldIdLst>
    <p:sldId xmlns:r="http://schemas.openxmlformats.org/officeDocument/2006/relationships" id="256" r:id="Rc583a30c9f574e4f"/>
    <p:sldId xmlns:r="http://schemas.openxmlformats.org/officeDocument/2006/relationships" id="257" r:id="R0a471c9e32434ee6"/>
    <p:sldId xmlns:r="http://schemas.openxmlformats.org/officeDocument/2006/relationships" id="258" r:id="Rbc60376b8cdd4bb4"/>
    <p:sldId xmlns:r="http://schemas.openxmlformats.org/officeDocument/2006/relationships" id="259" r:id="Ra6d0a02543fa4030"/>
    <p:sldId xmlns:r="http://schemas.openxmlformats.org/officeDocument/2006/relationships" id="260" r:id="Rd74458a6cb4e442a"/>
    <p:sldId xmlns:r="http://schemas.openxmlformats.org/officeDocument/2006/relationships" id="261" r:id="R7e92b3bb853345a2"/>
    <p:sldId xmlns:r="http://schemas.openxmlformats.org/officeDocument/2006/relationships" id="262" r:id="Ra463890ab614494a"/>
    <p:sldId xmlns:r="http://schemas.openxmlformats.org/officeDocument/2006/relationships" id="263" r:id="R0ca8cdf5101d4348"/>
    <p:sldId xmlns:r="http://schemas.openxmlformats.org/officeDocument/2006/relationships" id="264" r:id="R7b463f9455ad4b40"/>
    <p:sldId xmlns:r="http://schemas.openxmlformats.org/officeDocument/2006/relationships" id="265" r:id="R6cdfbeff8d4b4c84"/>
    <p:sldId xmlns:r="http://schemas.openxmlformats.org/officeDocument/2006/relationships" id="266" r:id="Rf1350960044b42fe"/>
    <p:sldId xmlns:r="http://schemas.openxmlformats.org/officeDocument/2006/relationships" id="267" r:id="Rabecb17e80df4bb1"/>
    <p:sldId xmlns:r="http://schemas.openxmlformats.org/officeDocument/2006/relationships" id="268" r:id="Rad01e2f8b5534fb7"/>
    <p:sldId xmlns:r="http://schemas.openxmlformats.org/officeDocument/2006/relationships" id="269" r:id="Rba4f99aa611c4125"/>
    <p:sldId xmlns:r="http://schemas.openxmlformats.org/officeDocument/2006/relationships" id="270" r:id="R11e4fcdeffa4463b"/>
    <p:sldId xmlns:r="http://schemas.openxmlformats.org/officeDocument/2006/relationships" id="271" r:id="Rc9daddfe646b4dce"/>
    <p:sldId xmlns:r="http://schemas.openxmlformats.org/officeDocument/2006/relationships" id="272" r:id="Re89fe023e7ef416e"/>
    <p:sldId xmlns:r="http://schemas.openxmlformats.org/officeDocument/2006/relationships" id="273" r:id="R28cd3571d1e14a00"/>
    <p:sldId xmlns:r="http://schemas.openxmlformats.org/officeDocument/2006/relationships" id="274" r:id="Rf545485bc0644174"/>
    <p:sldId xmlns:r="http://schemas.openxmlformats.org/officeDocument/2006/relationships" id="275" r:id="Red30907acdb34800"/>
    <p:sldId xmlns:r="http://schemas.openxmlformats.org/officeDocument/2006/relationships" id="276" r:id="R59fdd91fe2e945b5"/>
    <p:sldId xmlns:r="http://schemas.openxmlformats.org/officeDocument/2006/relationships" id="277" r:id="Raa921aea6fef4391"/>
    <p:sldId xmlns:r="http://schemas.openxmlformats.org/officeDocument/2006/relationships" id="278" r:id="R6cdb4de5db9d417e"/>
    <p:sldId xmlns:r="http://schemas.openxmlformats.org/officeDocument/2006/relationships" id="279" r:id="Reda2abce23e7445a"/>
    <p:sldId xmlns:r="http://schemas.openxmlformats.org/officeDocument/2006/relationships" id="280" r:id="R76d4fdf6039847b7"/>
    <p:sldId xmlns:r="http://schemas.openxmlformats.org/officeDocument/2006/relationships" id="281" r:id="R9637846c0d684d65"/>
    <p:sldId xmlns:r="http://schemas.openxmlformats.org/officeDocument/2006/relationships" id="282" r:id="R2f7d8f54c87f43ed"/>
    <p:sldId xmlns:r="http://schemas.openxmlformats.org/officeDocument/2006/relationships" id="283" r:id="Re028bc97351e4f92"/>
    <p:sldId xmlns:r="http://schemas.openxmlformats.org/officeDocument/2006/relationships" id="284" r:id="Rfc770958028e478d"/>
    <p:sldId xmlns:r="http://schemas.openxmlformats.org/officeDocument/2006/relationships" id="285" r:id="Rbb914ec28d6840db"/>
    <p:sldId xmlns:r="http://schemas.openxmlformats.org/officeDocument/2006/relationships" id="286" r:id="Re1315da5feb44afd"/>
    <p:sldId xmlns:r="http://schemas.openxmlformats.org/officeDocument/2006/relationships" id="287" r:id="Rd1c802e73808443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f26e6d1c624fd4" /><Relationship Type="http://schemas.openxmlformats.org/officeDocument/2006/relationships/slideMaster" Target="/ppt/slideMasters/slideMaster1.xml" Id="R1121d3d3dc1746d0" /><Relationship Type="http://schemas.openxmlformats.org/officeDocument/2006/relationships/notesMaster" Target="/ppt/notesMasters/notesMaster1.xml" Id="Rd74203a62f8f4e1d" /><Relationship Type="http://schemas.openxmlformats.org/officeDocument/2006/relationships/presProps" Target="/ppt/presProps.xml" Id="Ra117f2cd7bfa45f0" /><Relationship Type="http://schemas.openxmlformats.org/officeDocument/2006/relationships/tableStyles" Target="/ppt/tableStyles.xml" Id="R16ace15d2677485b" /><Relationship Type="http://schemas.openxmlformats.org/officeDocument/2006/relationships/slide" Target="/ppt/slides/slide1.xml" Id="Rc583a30c9f574e4f" /><Relationship Type="http://schemas.openxmlformats.org/officeDocument/2006/relationships/slide" Target="/ppt/slides/slide2.xml" Id="R0a471c9e32434ee6" /><Relationship Type="http://schemas.openxmlformats.org/officeDocument/2006/relationships/slide" Target="/ppt/slides/slide3.xml" Id="Rbc60376b8cdd4bb4" /><Relationship Type="http://schemas.openxmlformats.org/officeDocument/2006/relationships/slide" Target="/ppt/slides/slide4.xml" Id="Ra6d0a02543fa4030" /><Relationship Type="http://schemas.openxmlformats.org/officeDocument/2006/relationships/slide" Target="/ppt/slides/slide5.xml" Id="Rd74458a6cb4e442a" /><Relationship Type="http://schemas.openxmlformats.org/officeDocument/2006/relationships/slide" Target="/ppt/slides/slide6.xml" Id="R7e92b3bb853345a2" /><Relationship Type="http://schemas.openxmlformats.org/officeDocument/2006/relationships/slide" Target="/ppt/slides/slide7.xml" Id="Ra463890ab614494a" /><Relationship Type="http://schemas.openxmlformats.org/officeDocument/2006/relationships/slide" Target="/ppt/slides/slide8.xml" Id="R0ca8cdf5101d4348" /><Relationship Type="http://schemas.openxmlformats.org/officeDocument/2006/relationships/slide" Target="/ppt/slides/slide9.xml" Id="R7b463f9455ad4b40" /><Relationship Type="http://schemas.openxmlformats.org/officeDocument/2006/relationships/slide" Target="/ppt/slides/slide10.xml" Id="R6cdfbeff8d4b4c84" /><Relationship Type="http://schemas.openxmlformats.org/officeDocument/2006/relationships/slide" Target="/ppt/slides/slide11.xml" Id="Rf1350960044b42fe" /><Relationship Type="http://schemas.openxmlformats.org/officeDocument/2006/relationships/slide" Target="/ppt/slides/slide12.xml" Id="Rabecb17e80df4bb1" /><Relationship Type="http://schemas.openxmlformats.org/officeDocument/2006/relationships/slide" Target="/ppt/slides/slide13.xml" Id="Rad01e2f8b5534fb7" /><Relationship Type="http://schemas.openxmlformats.org/officeDocument/2006/relationships/slide" Target="/ppt/slides/slide14.xml" Id="Rba4f99aa611c4125" /><Relationship Type="http://schemas.openxmlformats.org/officeDocument/2006/relationships/slide" Target="/ppt/slides/slide15.xml" Id="R11e4fcdeffa4463b" /><Relationship Type="http://schemas.openxmlformats.org/officeDocument/2006/relationships/slide" Target="/ppt/slides/slide16.xml" Id="Rc9daddfe646b4dce" /><Relationship Type="http://schemas.openxmlformats.org/officeDocument/2006/relationships/slide" Target="/ppt/slides/slide17.xml" Id="Re89fe023e7ef416e" /><Relationship Type="http://schemas.openxmlformats.org/officeDocument/2006/relationships/slide" Target="/ppt/slides/slide18.xml" Id="R28cd3571d1e14a00" /><Relationship Type="http://schemas.openxmlformats.org/officeDocument/2006/relationships/slide" Target="/ppt/slides/slide19.xml" Id="Rf545485bc0644174" /><Relationship Type="http://schemas.openxmlformats.org/officeDocument/2006/relationships/slide" Target="/ppt/slides/slide20.xml" Id="Red30907acdb34800" /><Relationship Type="http://schemas.openxmlformats.org/officeDocument/2006/relationships/slide" Target="/ppt/slides/slide21.xml" Id="R59fdd91fe2e945b5" /><Relationship Type="http://schemas.openxmlformats.org/officeDocument/2006/relationships/slide" Target="/ppt/slides/slide22.xml" Id="Raa921aea6fef4391" /><Relationship Type="http://schemas.openxmlformats.org/officeDocument/2006/relationships/slide" Target="/ppt/slides/slide23.xml" Id="R6cdb4de5db9d417e" /><Relationship Type="http://schemas.openxmlformats.org/officeDocument/2006/relationships/slide" Target="/ppt/slides/slide24.xml" Id="Reda2abce23e7445a" /><Relationship Type="http://schemas.openxmlformats.org/officeDocument/2006/relationships/slide" Target="/ppt/slides/slide25.xml" Id="R76d4fdf6039847b7" /><Relationship Type="http://schemas.openxmlformats.org/officeDocument/2006/relationships/slide" Target="/ppt/slides/slide26.xml" Id="R9637846c0d684d65" /><Relationship Type="http://schemas.openxmlformats.org/officeDocument/2006/relationships/slide" Target="/ppt/slides/slide27.xml" Id="R2f7d8f54c87f43ed" /><Relationship Type="http://schemas.openxmlformats.org/officeDocument/2006/relationships/slide" Target="/ppt/slides/slide28.xml" Id="Re028bc97351e4f92" /><Relationship Type="http://schemas.openxmlformats.org/officeDocument/2006/relationships/slide" Target="/ppt/slides/slide29.xml" Id="Rfc770958028e478d" /><Relationship Type="http://schemas.openxmlformats.org/officeDocument/2006/relationships/slide" Target="/ppt/slides/slide30.xml" Id="Rbb914ec28d6840db" /><Relationship Type="http://schemas.openxmlformats.org/officeDocument/2006/relationships/slide" Target="/ppt/slides/slide31.xml" Id="Re1315da5feb44afd" /><Relationship Type="http://schemas.openxmlformats.org/officeDocument/2006/relationships/slide" Target="/ppt/slides/slide32.xml" Id="Rd1c802e7380844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cb2343c6394f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83a71951ae4445" /><Relationship Type="http://schemas.openxmlformats.org/officeDocument/2006/relationships/notesMaster" Target="/ppt/notesMasters/notesMaster1.xml" Id="Ra95ec386cd5d47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2cd0e526b04c71" /><Relationship Type="http://schemas.openxmlformats.org/officeDocument/2006/relationships/notesMaster" Target="/ppt/notesMasters/notesMaster1.xml" Id="Rb8b9a986141d43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4a0d64abfe4b2e" /><Relationship Type="http://schemas.openxmlformats.org/officeDocument/2006/relationships/notesMaster" Target="/ppt/notesMasters/notesMaster1.xml" Id="R8e596945237a47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56a342e9454d49" /><Relationship Type="http://schemas.openxmlformats.org/officeDocument/2006/relationships/notesMaster" Target="/ppt/notesMasters/notesMaster1.xml" Id="Redba762738d54c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60bdca59344663" /><Relationship Type="http://schemas.openxmlformats.org/officeDocument/2006/relationships/notesMaster" Target="/ppt/notesMasters/notesMaster1.xml" Id="R0e18fa547b6041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b4be124eea4d1c" /><Relationship Type="http://schemas.openxmlformats.org/officeDocument/2006/relationships/notesMaster" Target="/ppt/notesMasters/notesMaster1.xml" Id="R42d8209cf93749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a3a1a907d64b35" /><Relationship Type="http://schemas.openxmlformats.org/officeDocument/2006/relationships/notesMaster" Target="/ppt/notesMasters/notesMaster1.xml" Id="R158ba6cc5ff44e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649b685a234e93" /><Relationship Type="http://schemas.openxmlformats.org/officeDocument/2006/relationships/notesMaster" Target="/ppt/notesMasters/notesMaster1.xml" Id="R19c3c8ef10ee40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8da9c5c4f34fc1" /><Relationship Type="http://schemas.openxmlformats.org/officeDocument/2006/relationships/notesMaster" Target="/ppt/notesMasters/notesMaster1.xml" Id="Rcb944258bca94c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8adc4903444dc4" /><Relationship Type="http://schemas.openxmlformats.org/officeDocument/2006/relationships/notesMaster" Target="/ppt/notesMasters/notesMaster1.xml" Id="R452ea8a501f044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fe51e6667e439a" /><Relationship Type="http://schemas.openxmlformats.org/officeDocument/2006/relationships/notesMaster" Target="/ppt/notesMasters/notesMaster1.xml" Id="Rbae6eef8753148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cbfd4dbc8a431d" /><Relationship Type="http://schemas.openxmlformats.org/officeDocument/2006/relationships/notesMaster" Target="/ppt/notesMasters/notesMaster1.xml" Id="Re1242be3c34b41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5bae038ea847c4" /><Relationship Type="http://schemas.openxmlformats.org/officeDocument/2006/relationships/notesMaster" Target="/ppt/notesMasters/notesMaster1.xml" Id="R3aa87557a29a4c8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98345c3aa841b9" /><Relationship Type="http://schemas.openxmlformats.org/officeDocument/2006/relationships/notesMaster" Target="/ppt/notesMasters/notesMaster1.xml" Id="R41d180353dcd489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ef86d66fe2349cd" /><Relationship Type="http://schemas.openxmlformats.org/officeDocument/2006/relationships/notesMaster" Target="/ppt/notesMasters/notesMaster1.xml" Id="Rddff9a046e684ae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d28c55cab7a4841" /><Relationship Type="http://schemas.openxmlformats.org/officeDocument/2006/relationships/notesMaster" Target="/ppt/notesMasters/notesMaster1.xml" Id="R259c0d9e1ab9491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4a5dd5a6b38445f" /><Relationship Type="http://schemas.openxmlformats.org/officeDocument/2006/relationships/notesMaster" Target="/ppt/notesMasters/notesMaster1.xml" Id="R47eca07cd2924c2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d021a722903484f" /><Relationship Type="http://schemas.openxmlformats.org/officeDocument/2006/relationships/notesMaster" Target="/ppt/notesMasters/notesMaster1.xml" Id="Re35f5d099492490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5bbfdbe01a346a8" /><Relationship Type="http://schemas.openxmlformats.org/officeDocument/2006/relationships/notesMaster" Target="/ppt/notesMasters/notesMaster1.xml" Id="R7620f644321046c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ae9ee432b1543eb" /><Relationship Type="http://schemas.openxmlformats.org/officeDocument/2006/relationships/notesMaster" Target="/ppt/notesMasters/notesMaster1.xml" Id="R730c4c3cb93940c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1182d8b0efe4619" /><Relationship Type="http://schemas.openxmlformats.org/officeDocument/2006/relationships/notesMaster" Target="/ppt/notesMasters/notesMaster1.xml" Id="R2af02b1d8a974bd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846423ff6634463" /><Relationship Type="http://schemas.openxmlformats.org/officeDocument/2006/relationships/notesMaster" Target="/ppt/notesMasters/notesMaster1.xml" Id="R2c1fc6d3f45e480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ef8e6d2a0924d0f" /><Relationship Type="http://schemas.openxmlformats.org/officeDocument/2006/relationships/notesMaster" Target="/ppt/notesMasters/notesMaster1.xml" Id="R50824b0c849b439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43ff1e4550b432b" /><Relationship Type="http://schemas.openxmlformats.org/officeDocument/2006/relationships/notesMaster" Target="/ppt/notesMasters/notesMaster1.xml" Id="R9aa64b1b64d443d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9bea39c4e83404b" /><Relationship Type="http://schemas.openxmlformats.org/officeDocument/2006/relationships/notesMaster" Target="/ppt/notesMasters/notesMaster1.xml" Id="Rc7f0935122e740a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d52104ddf7542ed" /><Relationship Type="http://schemas.openxmlformats.org/officeDocument/2006/relationships/notesMaster" Target="/ppt/notesMasters/notesMaster1.xml" Id="R0a928a88f2c2480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989e48c51bd47d5" /><Relationship Type="http://schemas.openxmlformats.org/officeDocument/2006/relationships/notesMaster" Target="/ppt/notesMasters/notesMaster1.xml" Id="R4a17693051a34f2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64b0cfaeaa64d7a" /><Relationship Type="http://schemas.openxmlformats.org/officeDocument/2006/relationships/notesMaster" Target="/ppt/notesMasters/notesMaster1.xml" Id="R57663ee48dc7472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a887f964b4145c0" /><Relationship Type="http://schemas.openxmlformats.org/officeDocument/2006/relationships/notesMaster" Target="/ppt/notesMasters/notesMaster1.xml" Id="R3719fe729d064a9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5d0a0e5d4fd46e4" /><Relationship Type="http://schemas.openxmlformats.org/officeDocument/2006/relationships/notesMaster" Target="/ppt/notesMasters/notesMaster1.xml" Id="Rd5354c0b47e6427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74710860e134476" /><Relationship Type="http://schemas.openxmlformats.org/officeDocument/2006/relationships/notesMaster" Target="/ppt/notesMasters/notesMaster1.xml" Id="R4dba502760fe478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9740e7da71043ae" /><Relationship Type="http://schemas.openxmlformats.org/officeDocument/2006/relationships/notesMaster" Target="/ppt/notesMasters/notesMaster1.xml" Id="R71b3c5b989e441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第四堂把前面學過的容器操作轉成可重複交付的 Image，後半段處理多容器網路與資源限制。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先交代時間安排。第四堂會比前幾堂多一些 Dockerfile 和資源控制的細節。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連回第一堂 Image 是模板的概念：這一堂學的是如何自己做模板。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Dockerfile 經過 build 產生 Image；Image 被 run 後產生 Container。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這頁只講基礎指令，不急著講所有 Dockerfile 指令。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4 堂實作題 P1。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建立正確習慣：不要只看到 build 完成就結束。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4 堂概念題 Q1。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用層的概念銜接下一頁的 layer 比較實驗。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4 堂實作題 P2。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優化不是單一技巧，而是大小、速度、乾淨度與安全性四個面向。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4 堂概念題 Q2-Q3。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session4.md 的優化版 Flask Dockerfile。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這頁用最常見排除項目，不放完整測試指令，避免太擠。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Dockerfile 的每個重要指令都用容器內檢查對應起來。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這頁用二分法避免學生把 image 和 container 的匯出混在一起。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Docker Hub tag / push / pull 流程，以及不要內嵌敏感資訊的提醒。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4 堂實作題 P3。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這頁銜接前一堂 Compose，也說明這一堂用 docker network 手動串接。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重點是容器之間不要用 localhost 找彼此；用容器名稱當 host。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 session4.md 的 app.py mysql.connector host='mysql-db' 與 network run 指令。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這頁是指令速查。若用 Compose，Compose 通常會自動建 network。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預設容器可使用主機可用資源。生產或多人開發機器上需要限制。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這頁用生成圖支撐概念，實際數字用可編輯文字呈現。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4 堂概念題 Q4。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用最小 CPU 壓力測試讓學生直觀看到限制效果。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 Windows Docker Desktop 上部分資源參數可能受平台限制。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session4.md docker update 區段。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4 堂實作題 P4。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來自 session4.md 多容器資源配置實戰演練。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4 堂挑戰題 C1-C2。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收斂本堂課重點，並自然接到第五堂 CI/CD。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5d635bb8c447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416c3cd334cd4" /><Relationship Type="http://schemas.openxmlformats.org/officeDocument/2006/relationships/slideLayout" Target="/ppt/slideLayouts/slideLayout1.xml" Id="R182ae512b1c64e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2ae512b1c64e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92be93ba0455e" /><Relationship Type="http://schemas.openxmlformats.org/officeDocument/2006/relationships/image" Target="/ppt/media/image.png" Id="Rba4668cba6bb4762" /><Relationship Type="http://schemas.openxmlformats.org/officeDocument/2006/relationships/notesSlide" Target="/ppt/notesSlides/notesSlide1.xml" Id="Rfbd1fb43e08242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ac3e2dfff4186" /><Relationship Type="http://schemas.openxmlformats.org/officeDocument/2006/relationships/notesSlide" Target="/ppt/notesSlides/notesSlide2.xml" Id="Re260418320c040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657925d074124" /><Relationship Type="http://schemas.openxmlformats.org/officeDocument/2006/relationships/notesSlide" Target="/ppt/notesSlides/notesSlide3.xml" Id="R09c640233cd54e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9dc8d84b04ebb" /><Relationship Type="http://schemas.openxmlformats.org/officeDocument/2006/relationships/notesSlide" Target="/ppt/notesSlides/notesSlide4.xml" Id="Rd1998f8c726a4b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754614d1f497b" /><Relationship Type="http://schemas.openxmlformats.org/officeDocument/2006/relationships/notesSlide" Target="/ppt/notesSlides/notesSlide5.xml" Id="R4deec1f8569c43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910db786e4619" /><Relationship Type="http://schemas.openxmlformats.org/officeDocument/2006/relationships/notesSlide" Target="/ppt/notesSlides/notesSlide6.xml" Id="Rc2b3d49afee048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db8ade3ee44e3" /><Relationship Type="http://schemas.openxmlformats.org/officeDocument/2006/relationships/notesSlide" Target="/ppt/notesSlides/notesSlide7.xml" Id="Rd138c8cc8b7a41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fd5eb6a2c42bc" /><Relationship Type="http://schemas.openxmlformats.org/officeDocument/2006/relationships/notesSlide" Target="/ppt/notesSlides/notesSlide8.xml" Id="R954c15c7e6cb43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98ef5b3f741d1" /><Relationship Type="http://schemas.openxmlformats.org/officeDocument/2006/relationships/notesSlide" Target="/ppt/notesSlides/notesSlide9.xml" Id="R6fc135713bbc4c3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3251343304913" /><Relationship Type="http://schemas.openxmlformats.org/officeDocument/2006/relationships/notesSlide" Target="/ppt/notesSlides/notesSlide10.xml" Id="R72c978ff3feb45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550e172a344ef" /><Relationship Type="http://schemas.openxmlformats.org/officeDocument/2006/relationships/notesSlide" Target="/ppt/notesSlides/notesSlide11.xml" Id="R6a4296fb49bf40c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5474613034c1a" /><Relationship Type="http://schemas.openxmlformats.org/officeDocument/2006/relationships/notesSlide" Target="/ppt/notesSlides/notesSlide12.xml" Id="R528f7f93b3f442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f642f02cd4ade" /><Relationship Type="http://schemas.openxmlformats.org/officeDocument/2006/relationships/notesSlide" Target="/ppt/notesSlides/notesSlide13.xml" Id="Rec6b1cf682be48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005ee7e66475d" /><Relationship Type="http://schemas.openxmlformats.org/officeDocument/2006/relationships/notesSlide" Target="/ppt/notesSlides/notesSlide14.xml" Id="R4ecfd6f27ba645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0a80286a84a9d" /><Relationship Type="http://schemas.openxmlformats.org/officeDocument/2006/relationships/notesSlide" Target="/ppt/notesSlides/notesSlide15.xml" Id="R1f7ba21c7ff940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e34e18bf04aa0" /><Relationship Type="http://schemas.openxmlformats.org/officeDocument/2006/relationships/notesSlide" Target="/ppt/notesSlides/notesSlide16.xml" Id="R6e2040af33de448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02daf785c34472" /><Relationship Type="http://schemas.openxmlformats.org/officeDocument/2006/relationships/notesSlide" Target="/ppt/notesSlides/notesSlide17.xml" Id="R163ce95caeca4f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9ab6a18664541" /><Relationship Type="http://schemas.openxmlformats.org/officeDocument/2006/relationships/notesSlide" Target="/ppt/notesSlides/notesSlide18.xml" Id="Ra9412dd009a84f9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abf5a7a34349b3" /><Relationship Type="http://schemas.openxmlformats.org/officeDocument/2006/relationships/notesSlide" Target="/ppt/notesSlides/notesSlide19.xml" Id="R6621053659524eb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37878d0104116" /><Relationship Type="http://schemas.openxmlformats.org/officeDocument/2006/relationships/notesSlide" Target="/ppt/notesSlides/notesSlide20.xml" Id="Rb5e04604bda0475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7780ac7af48a3" /><Relationship Type="http://schemas.openxmlformats.org/officeDocument/2006/relationships/notesSlide" Target="/ppt/notesSlides/notesSlide21.xml" Id="R3c1557544d3442c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2cfd2b58994a4e" /><Relationship Type="http://schemas.openxmlformats.org/officeDocument/2006/relationships/notesSlide" Target="/ppt/notesSlides/notesSlide22.xml" Id="R0a517012efc2431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7b3d6e8a043a8" /><Relationship Type="http://schemas.openxmlformats.org/officeDocument/2006/relationships/notesSlide" Target="/ppt/notesSlides/notesSlide23.xml" Id="Rd4819198fe61404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a36a4b45646b1" /><Relationship Type="http://schemas.openxmlformats.org/officeDocument/2006/relationships/image" Target="/ppt/media/image2.png" Id="R67f397107d0a4b96" /><Relationship Type="http://schemas.openxmlformats.org/officeDocument/2006/relationships/notesSlide" Target="/ppt/notesSlides/notesSlide24.xml" Id="Rce4e347db6e5414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50167ed464885" /><Relationship Type="http://schemas.openxmlformats.org/officeDocument/2006/relationships/notesSlide" Target="/ppt/notesSlides/notesSlide25.xml" Id="R4067b94bc50a40a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94ecbc83a48df" /><Relationship Type="http://schemas.openxmlformats.org/officeDocument/2006/relationships/notesSlide" Target="/ppt/notesSlides/notesSlide26.xml" Id="Rbe91d52463b04ac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60c0e5f329497d" /><Relationship Type="http://schemas.openxmlformats.org/officeDocument/2006/relationships/notesSlide" Target="/ppt/notesSlides/notesSlide27.xml" Id="R9361beefd62545d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11885e60e4f6f" /><Relationship Type="http://schemas.openxmlformats.org/officeDocument/2006/relationships/notesSlide" Target="/ppt/notesSlides/notesSlide28.xml" Id="Rbf19d255b74642c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c2d43d4974584" /><Relationship Type="http://schemas.openxmlformats.org/officeDocument/2006/relationships/notesSlide" Target="/ppt/notesSlides/notesSlide29.xml" Id="R85257f234d904c5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10936781c4798" /><Relationship Type="http://schemas.openxmlformats.org/officeDocument/2006/relationships/notesSlide" Target="/ppt/notesSlides/notesSlide30.xml" Id="R61540cfb4497463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48b5fbb1d4785" /><Relationship Type="http://schemas.openxmlformats.org/officeDocument/2006/relationships/notesSlide" Target="/ppt/notesSlides/notesSlide31.xml" Id="R7f2622b629eb497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a866cbaa14909" /><Relationship Type="http://schemas.openxmlformats.org/officeDocument/2006/relationships/notesSlide" Target="/ppt/notesSlides/notesSlide32.xml" Id="R168ac97353e745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4668cba6bb4762"/>
          <a:srcRect xmlns:a="http://schemas.openxmlformats.org/drawingml/2006/main" l="16310" t="0" r="16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450" y="0"/>
            <a:ext cx="82105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B0813-D9C1-48A8-826F-5276B424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752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695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session4.md</a:t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2D89E-88FF-4B11-8C9C-28E4EBD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E950B-2225-4AA9-A4F4-8341F99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924A6-C016-467E-914F-ED624EC1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50B18-076A-4AA6-9B99-BBE810B3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FFC934-BFE5-4E8C-8793-5D2814C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4D777-2500-47FF-9828-22C71CBB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8953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62500"/>
            <a:ext cx="880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33314-FDF1-4E64-9D77-1E70FEB3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AB52-AF72-42FC-B902-D76DDE1C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F33F0-0EE4-4BEA-9451-89144FB5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58297-BBEE-4AE5-9BC8-8B0F316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62E38-5156-4A13-9FEB-0089BACE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AA1F4-0388-463B-BF30-7EFC985F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C194A-3536-4819-8608-3AE4AF7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F80D7-0D18-4912-8019-DC4BC011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CEFCA-D831-4581-B0B0-FFF7E1F7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C53A-894D-489E-9229-01B11B9D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FD821-CBD8-4432-95A0-37FC20F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84AFA-1B12-4A1E-8043-92A7B344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6F9AE-C708-4E85-9F5A-25A563C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C1AAD-08F5-4CAE-827F-A7B39D69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38700"/>
            <a:ext cx="86106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D069C-6C3C-49D0-9528-FF2E20BE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C0C01-1574-422A-AED7-82B4192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1E77E-47A5-4FEA-BD85-AC396795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0BD6D-FDEF-43FB-B020-9F6BC8CD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5780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389383-1A16-4358-9773-FE9EE8DE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BE77B-896E-44E8-BE7A-A26FBDAB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0D894-B4FF-4648-9F78-26269E95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6393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286500" cy="29527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58674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81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03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527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429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72050"/>
            <a:ext cx="701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6096000" cy="3429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5676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31051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2647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10200"/>
            <a:ext cx="82677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4355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102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答案關鍵：快取是逐層判斷；越不常變的步驟越應該放前面。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71800"/>
            <a:ext cx="5048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33650"/>
            <a:ext cx="53911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7652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57340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38375"/>
            <a:ext cx="497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57350"/>
            <a:ext cx="60769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00225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219200"/>
            <a:ext cx="64198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62075"/>
            <a:ext cx="565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31623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0500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27051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14900"/>
            <a:ext cx="7239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334000"/>
            <a:ext cx="681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67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1D668-0BFA-4D5D-9BA4-274EF5F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A0CD9-BEA7-44BA-B04D-9D3D1BDF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139DD-3CCB-4C38-AC6C-370C4183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953250" cy="2838450"/>
          </a:xfrm>
          <a:prstGeom xmlns:a="http://schemas.openxmlformats.org/drawingml/2006/main" prst="roundRect">
            <a:avLst>
              <a:gd name="adj" fmla="val 33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4C138-D4D0-4758-89A5-D29C7646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50006-3D51-4CDA-B9C6-39A67E4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466D5-3E17-47B9-9532-E83D302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AC471-8269-48EC-A614-B483C155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5341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rm -rf /var/lib/apt/lists/*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ADBC-D10F-4316-8DF5-0CE54CA0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859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5BBFE-1EB3-434F-871A-E6E90562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7A1A4-F61A-424D-BED5-2CC5B19D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EB74D-99E1-465C-97CF-7BAC00E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0C89F-4030-476E-A602-D7EDB70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B7E0F-BA94-462F-BAC4-2117C762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861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docker history layer-many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87C25-E264-4270-A985-9C9041A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957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C8A83-7AD0-4861-9BEA-58F4E14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0B51B-766D-408A-B95D-A0FD7ECD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910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8EFE0-C61F-4175-8D03-242DCCE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05400"/>
            <a:ext cx="85725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E0CE8C-718E-4716-99C0-3C38239F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38750"/>
            <a:ext cx="792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54248-E453-45D3-90CC-AB033B8C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7536C-4949-4DA3-B4C3-254D2D50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0DAEB-3C1D-4368-8778-90E68A0B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05230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E3BE8-9E5E-41FA-BB76-AA643245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28DD9-404C-463E-8969-961239C6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FD307-11F1-49B4-A922-BD096329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155C7-88AD-417C-B46B-6DD54351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3BF36-675C-4731-8FF8-AF6725EE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BCD75-A62F-4263-BBD1-207709B7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E017A-5670-49BB-83DA-0C6F4EC2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B187F-1F26-487B-BACC-69549471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9317C-19E4-4035-A2A3-8C81134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6477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C94EA-129E-4D56-A3F9-33D5252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509BA-F7BE-48DD-B946-077F7B91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87776-C511-47D6-98C9-6F657101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731B1-7576-45C9-8F76-9EEDC223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244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604DD-8260-4B62-8FDE-C1AAD243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A4F1E-87BF-4C1B-B3F7-3469F888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E8284-0EC2-44E9-BE16-60A4AF59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024700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01B379-ACD6-469F-A810-5396BA63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E6233-77DE-4E65-A551-D52B379B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0173D-B556-4B59-B3AB-C1FFA20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657225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C0D78-C989-4A7C-B07F-AEC930A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CA4FD-BBF3-4811-9759-2EAC5523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02BF8-D141-402D-8104-9ABDC47B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406E-60BD-4AEF-8A95-8846EAAC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61531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useradd -m appuser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A69AB-63AF-4F79-AAEC-B268D4E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668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46A02-6125-4E01-BD3B-E4BF524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768C2-0CFB-4F4C-9067-B1452F27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864B5-BBAC-4878-B05B-304DC581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003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684B5-A03C-4282-AE1E-2122A1B6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978C-DC80-46FA-8E0E-9EC69386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51FB2-35C1-4A00-86F8-F6ABE7C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337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2019B-9471-4965-84D1-2C0ABF62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242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BF6EC-9B19-4AFF-8FC3-BFE247A0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719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7C570-8F20-4654-80DD-8B3BF4C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300E7-BB55-4878-ACD6-C5E1BB62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577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A4532-217A-40C3-8446-B6C49B9A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E047A-6082-4B1D-B905-F0800E8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52F03-9840-49DF-9B50-0E7D3FE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1C7EF-472E-40C0-A495-D49F82D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66555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4095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36766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719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1C78A-165D-43BD-B1DA-3A5274B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33F0-EE45-4729-849C-579C090A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1239F-A934-474E-B2E0-C616087A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6096000" cy="39052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56B92-3C7C-4DA8-ABE4-CCB0A5A3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AF7D3-7E32-48E7-B61D-0EFCFD25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C59EF-7CD2-406D-B97C-0CE3C990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F3E76-CAFB-476D-B514-C7C7E45B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56769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156AF-62E6-47D8-8043-D0353C50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60FE8-4334-4885-9FBB-56FCB19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63277-C186-42E3-8AF7-D9E7D682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88FE9-56C7-4B87-8C1C-E28A2A65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812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E6372-FB9E-4FC6-8637-11D83B2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408F7-BD36-4D68-A2E0-BAA739AB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03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4EE6E-F75A-4500-A629-FB2F9610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385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2B693-FA8D-4885-AA61-451F9CC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290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5356D-A173-446C-91E2-A5ED5D6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52AED-19FC-4CDB-8FC6-8B97A162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957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F4B52-1013-473A-A68E-06622150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9E931-1EBF-44E7-B407-3A1395F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00C40-5512-4AB2-8D77-2BACAAA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BB168-FD57-47E8-B0F5-DB30E620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A01BA-C8B0-4EE4-B03C-773188CC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737063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14900"/>
            <a:ext cx="7429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33400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90297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53000"/>
            <a:ext cx="834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64770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05790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0480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8165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57DB0-CA95-46EB-92B5-C29332DE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A7974-7D63-479F-87E9-408A30A9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85612-F612-48EF-BEFF-F3E59C08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4A2E1-3DCB-4B29-BDED-20C4384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D0C59-7E6C-46BE-AD17-21D37480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A9875-3F82-4CA3-8F80-404703C6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DFBFB-CF33-4C49-BB32-48C11377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6534-09A4-46F4-891C-053D65C1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1F695-7982-4A48-B2FD-7EA85036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BB6D2-B30F-48C0-AD34-3938ADFB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EA07-3A5C-4B37-BC11-003B7B83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3084C-5507-4B82-88B9-90FC4757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8D2CC-D2A0-4733-97CE-3F8ED107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D8EB9-F678-4C11-A6EC-9C4428F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13932-E4DB-4714-8BF2-2075FD01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52FF1-515D-4514-AD5E-AF06F6F2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96E3-F4B7-43BD-AB03-0140F20E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6410165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0B9F2-C985-4FC0-A50A-79AC6F0D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9A9E5-CDFE-4621-8CC6-1C7C0535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5CE63-0738-4E82-A671-6C2FC43F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337AD-0A4D-4B2D-900E-2A1E2618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9DF62-E47B-4AEB-8355-150BE0A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FD408-7D72-4070-95C0-0B320F3B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A6E1E-D291-4625-BA93-57B6C8D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137AF-5B6F-4D91-9F41-B879B451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3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E0667-5E06-4443-AF40-2952F0CD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10050"/>
            <a:ext cx="8763000" cy="13716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E6247-79CE-4F79-BBBB-BD818FC3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EB922-EAF2-4FA0-B025-AE6947D4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319BC-86B9-4AF5-A75F-DCB3AD4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8B49B-C3F7-4F4B-A71F-5C2F9C75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29150"/>
            <a:ext cx="8343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4A8A9-CA8A-457D-A045-87FC1E1F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C3C60-EEE5-4405-B069-1066D4CC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038A8-C1EF-4B44-B17A-CF33BB0D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0600281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E2C74-14AE-4E74-A95C-C40AD09F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C38C1-CD67-4E26-8245-860506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F0303-8D22-4096-AC70-648D687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7DB52-3C6C-46DE-8C5E-E62FAE4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51D68-62C0-4A03-82F8-D4B38854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BC84E-3024-4A21-8255-F11E5F5F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990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DA0C6-8315-49E1-B855-84D3799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A081F-C13B-417A-BA67-64FE0DB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F422E-0740-48EF-8929-6B18992F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8F79F-68FD-4051-A27F-56A5ACA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59C0B-C97D-4AD9-8DD6-CBD858AF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52950"/>
            <a:ext cx="674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F61A-49C9-4785-83EE-E4DB4F7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25CE7-3B9A-4A8F-8B6F-336F274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52EDD-A4E4-4FBD-916E-E9ABF0AA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7118139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4887D-B59A-4FA9-95FF-E3EAB52C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0234-EFC2-4CF5-AE6D-91B0A285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65465-E29A-4C35-B8F7-B21B3B96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6191250" cy="3752850"/>
          </a:xfrm>
          <a:prstGeom xmlns:a="http://schemas.openxmlformats.org/drawingml/2006/main" prst="roundRect">
            <a:avLst>
              <a:gd name="adj" fmla="val 25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A75C2-3A67-45A1-B8B8-DD97F9C1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EB2A9-3D48-4705-8703-BE6345D3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A0D69-FAAD-4C93-9B99-3B40FF2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88882-768D-405F-A194-656087A9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77215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93ED4-08F5-46C7-9844-DAC9F52E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62150"/>
            <a:ext cx="29527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43768-920B-4542-89B9-71BDD5A0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8ACC0-00C8-419C-B2C9-B100E60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95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27121-BC24-4A2C-9735-C7CA2B08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30B8B-5ED5-40BA-8C5A-99DC16F2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58883-A2CF-4169-811E-93E8188A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1475028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B93076-BF4C-41EF-AC20-EA1DF7A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45EA4-B987-4693-B077-C8801190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C5722-F744-481F-B309-92F9BAB6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F4DA2-E17C-4803-864E-7D1E6059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2BB15-4714-4095-BD6D-979D7FA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BEB5E-2A78-4E03-904C-253AD5A0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F1392-5B91-4572-80E2-C3C14539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2C999-4A72-42E4-BAB0-D2DDBA23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38BB5-7416-4B69-AA95-C71A0021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78523-80E5-433A-9A5A-AC785EE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5036F-CBBE-4025-BFC7-9F92F79A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A453A-86C7-4B13-AFD3-EE15071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67437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F087D-F623-44EA-8BBB-452DD5C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2EDF7-8155-4DEC-8FDF-969E3B8A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7292F-528F-4581-A9E0-06BAECB6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11FD7-1588-491F-B40E-2901BA98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3400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93616-4165-4511-A626-1DB9510A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658DA-66F9-4D7F-9481-4266404A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C2275-EA29-4D84-A4E7-0ACB7CD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79019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38D56-11E6-4D28-8605-4B1655C4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E46B2-CEB1-4EA7-AB5B-AE747B88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397107d0a4b96"/>
          <a:srcRect xmlns:a="http://schemas.openxmlformats.org/drawingml/2006/main" l="6150" t="0" r="61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>
              <a:gd name="adj" fmla="val 4294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16CE-D008-4C71-998F-826BA75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8783-72A2-48A4-975A-730ABF32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857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6EC25-5AD6-4454-8A2C-939C517D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8D096-9D3E-4FEE-94DA-A7CDDBC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AEAB4-A16C-403C-B3A3-01300BC9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B036C-631A-4ED6-A1AE-CA4DF91B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76450"/>
            <a:ext cx="4438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35007-ECC9-4235-ACD2-61E6F058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40957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D81F-A937-4800-9CF0-AC209CB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5C94-0244-47B1-90BD-051C4D7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24400"/>
            <a:ext cx="3638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0AD58-FF31-4B1F-8FAD-EDB7C062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C0D1B-6563-4943-9DEA-66AB650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0645AD-0957-46C5-BEFB-1D258102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5845302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0CA56E-C62B-47B2-BE80-05464787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EC0D3-8F7F-4B08-BC1F-66016093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A768F-9FE9-46B5-8ADF-4F3FFFB1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6667500" cy="2876550"/>
          </a:xfrm>
          <a:prstGeom xmlns:a="http://schemas.openxmlformats.org/drawingml/2006/main" prst="roundRect">
            <a:avLst>
              <a:gd name="adj" fmla="val 331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ABA41-1196-4F57-97B5-33AB7E7B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0ADF6-D2B4-4879-9FD0-D368B82C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8CB4D-29F6-401F-BC40-45630FEA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28433-8863-4D47-BF2E-7FA54740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62484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F6652-FDB5-4331-B236-7B1D1DB2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0670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899E5-74CA-409F-848A-3E5CEF0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431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參考答案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F685-CF31-4DFC-8962-3ED646E5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5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--cpus=0.5 代表容器最多使用 0.5 個 CPU 核心的運算能力，也就是一個核心的 50%。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62D86-84FA-4EA1-8F36-6FBAA428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05400"/>
            <a:ext cx="83058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94544-88B4-40E2-B801-25F4FC0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5780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9FF25-BA16-4D27-A416-72DC69C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3C5C1-8BF9-4370-853F-2E820751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2548E-4BC8-4904-8860-3B5A5B5B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41618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A323A-535C-4035-8678-7E067F9F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9042C-F3FC-4358-B64E-B45EF7E4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CF02C-8958-4C19-8D8A-D79CB98E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7239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6649F-FF34-48AB-8E15-064BD71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A7536-DDDC-452E-AC15-C9472C4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19E2E-F444-4DA7-8543-0477022C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A2282-D212-42E8-808E-873E2B0F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6819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73B14-2C12-420F-91C2-922747A3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33550"/>
            <a:ext cx="2381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4B4AD-71D5-4A8E-A435-7B150226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24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55CB8-B5AA-4C3D-B8D5-B398C0DB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193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88570-CA2F-4171-A351-5F218A7D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53000"/>
            <a:ext cx="8191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098CB-48A8-4FAF-9E65-B92C60E3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24450"/>
            <a:ext cx="754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0D64-1E14-4343-9922-0B9F5AC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8A670-F6DF-44A5-AF57-144B502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F77F9-D4CF-4398-B8E8-CECFC059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0527228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623C1F-00BF-4EE5-AE60-C5721E9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A8B12-5477-411E-A617-886AC8E4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2C876-26B5-4502-A894-42DC849B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7239000" cy="2914650"/>
          </a:xfrm>
          <a:prstGeom xmlns:a="http://schemas.openxmlformats.org/drawingml/2006/main" prst="roundRect">
            <a:avLst>
              <a:gd name="adj" fmla="val 32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F763A-827C-4094-8EDC-03BFAF1C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B901B-E44E-4874-881F-3A5D6E8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AEFFD-7735-4738-AE0B-157DEE54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76FE5-510A-4945-A871-8EE1E7FE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28800"/>
            <a:ext cx="68199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27042-B4A0-4208-89F0-F855E43E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668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60302-F8BD-4B7C-B949-1B5E3DD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0268-781B-41BC-AEB4-76F7308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431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BC06D-9255-4E44-95F6-4F4E44CE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955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9F8F1-9248-483E-AB8E-F5323DB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86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1080A-C4D3-4043-BFB3-D4B13B1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718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30CAE-7DC0-4EDA-BFE8-7CC8D562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71FB3-DB93-47F9-AF9F-0F03A9D4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FA261-75B5-4F17-8D5D-66CBBFD0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005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8B7E4-82E2-4A5D-BFDE-A987D28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3875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817D8-6D52-4125-9655-9F6ACDA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70278-CE91-44E3-B82D-8A29BEC0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E1CEBA-1D8C-43AC-BA52-00E6995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659131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E2249B-6A1B-43A7-BECF-72C0BE9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7571E-6649-4FB4-BBF5-85DDFE51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D5209-816F-48F5-ADB6-3B39D35C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68580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DECD0-07E4-480B-AE2E-6F15A465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F09F4-04F0-43FE-8D6B-91132275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0EFDE-293E-4C68-B8D6-F241F6FE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E6C25-5384-4369-9C7B-B9752305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64389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A3468-21D8-45C1-9FE4-8721430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2571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E2B80-AA64-4D66-B9DC-AC4F5994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0D744-F25D-4DEA-B7B0-8E1617F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2114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AC6D9-D610-41F8-9A33-9333D218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67350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92F1A-8273-4C55-9AF5-759C3117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810F1-6ABB-4138-9270-3B4BD5E5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E2E5D-6788-40E2-BA17-CD41306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9270928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86305-0803-400F-ADF1-DC990BB6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C5631-13A8-4B5C-A14C-9A702454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10AD9-150E-4237-87B3-A1DBFE1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66675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0BACF-F260-450E-B778-1F9CA7F5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0416-444C-4A53-86C3-036641E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FAF37-2E7E-4E79-8813-16DDEDD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690B3-AFCC-4FD7-AED4-CC653131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81200"/>
            <a:ext cx="624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45300-D40C-4147-98B3-E2A4425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819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D1AFB-B525-4B4F-80B0-35099502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859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62E2D-3F57-4139-A72D-487EEC4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362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4654C-24F9-48BC-A554-FA33217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8572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B034E-2DB1-4462-B879-1E7823B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792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20E2D-D4FE-4256-9FCC-62AFEA2D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CB062-F1FB-4E99-8C2E-5589CAFD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CADAE-98B1-4645-A259-832A9DDB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3829820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870A3B-9952-4B27-8470-AD05E097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6982A-6327-42D9-BCB3-77E53BD1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7426-1BD2-4C6C-89DD-55D93F59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EA307-931C-4657-993F-0022FA1B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FB766-819C-493B-A224-65BE129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0933B-75F2-4FF1-BB7A-91E5EF1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CD22E-90DF-4711-A400-45A86C10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6C174-B92B-4835-80A3-22A12910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9A987-B1E7-45C8-B10C-880F89B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8019-2E09-4822-B6A9-6F1A427A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3FCB9-333A-4B63-8C2E-08E60F1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845BD-784E-4600-8DB1-08762A6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75057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3E284-753F-4C33-8FCA-263DF1C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FD334-EB57-4523-9B7C-091F5E1F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AC7FC-8355-4FE8-9A73-41B71DDF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4C40B-F597-425A-B46E-F991B7C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62550"/>
            <a:ext cx="708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084E-AFC4-4379-AC1D-D5E888D3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1036B-6F54-48EC-8C7D-DF046C57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CC6180-C749-44BA-8805-79A94EC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5915916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7BE27-AEE9-466C-9A9A-D0453A24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D5529-174F-4095-87E1-CFA48010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7723D-57E9-4E86-BD9C-AC8031AF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D6E8C-8EAF-40F7-A3B6-C9DCB9AD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D4585-7E72-4F02-A3DA-7C0952BF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F0914-DF67-42CB-B02D-244EAFC6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CAF6E-DF66-479D-99F9-806A97C0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5A44E-2A47-493A-855B-F51C1357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AD465-29D7-42E7-A296-1C6E77F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67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ABA2-E4A3-4D27-BCE1-ECF681F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486E3-17AA-41D9-9B69-F2CF3354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0F634-48AB-4AF2-B1EB-F21F0DBD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703035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6D753-F1F7-4238-B995-D460FED7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CDE29-D7C7-4274-831C-EAF60A93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80296-90C0-4433-BE8E-91198A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1141-37BD-41AE-AF40-0641136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EAD73-AA36-4CF9-AA0B-3AF644D3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471C6-41AF-4BBC-9F62-70C5566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C6FEE-2DB3-4002-86F0-E913F5E6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C6B72-712A-4AD3-BDD7-CCABE49C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FB505-8637-4171-9895-D1C6FDF8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3D9CB-CC6B-4660-A087-38DDD7CB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784FE-5B9C-45A5-88B9-31FF6E3C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76C76-D6C8-48B6-8E0F-AAC5228E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189D6-94AA-42E7-8FB2-37B4F36A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A4FD4-011B-4EFE-B25C-DD269222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51116-9F5B-4177-8CB4-8324F45C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0EF7C-E84E-490C-8709-1E859926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7031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2026-06-16T16:05:06.6070000Z</dcterms:created>
  <dcterms:modified xsi:type="dcterms:W3CDTF">2026-06-16T16:05:06.6070000Z</dcterms:modified>
</coreProperties>
</file>