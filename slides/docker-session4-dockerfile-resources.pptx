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5af5c3df584112" /><Relationship Type="http://schemas.openxmlformats.org/officeDocument/2006/relationships/extended-properties" Target="/docProps/app.xml" Id="R80a1acaf3a1a4885" /><Relationship Type="http://schemas.openxmlformats.org/officeDocument/2006/relationships/officeDocument" Target="/ppt/presentation.xml" Id="R5e6f9c5961894c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b7042f61e14019"/>
  </p:sldMasterIdLst>
  <p:notesMasterIdLst>
    <p:notesMasterId xmlns:r="http://schemas.openxmlformats.org/officeDocument/2006/relationships" r:id="Rf31bb113623544f1"/>
  </p:notesMasterIdLst>
  <p:sldIdLst>
    <p:sldId xmlns:r="http://schemas.openxmlformats.org/officeDocument/2006/relationships" id="256" r:id="R5a5b0a910df04e75"/>
    <p:sldId xmlns:r="http://schemas.openxmlformats.org/officeDocument/2006/relationships" id="257" r:id="R18e14a99639842b3"/>
    <p:sldId xmlns:r="http://schemas.openxmlformats.org/officeDocument/2006/relationships" id="258" r:id="Rdad0b0424c4a441a"/>
    <p:sldId xmlns:r="http://schemas.openxmlformats.org/officeDocument/2006/relationships" id="259" r:id="R799ecc5311b4489c"/>
    <p:sldId xmlns:r="http://schemas.openxmlformats.org/officeDocument/2006/relationships" id="260" r:id="Rdfcb22ec93f64aa5"/>
    <p:sldId xmlns:r="http://schemas.openxmlformats.org/officeDocument/2006/relationships" id="261" r:id="R916a7583d6764a09"/>
    <p:sldId xmlns:r="http://schemas.openxmlformats.org/officeDocument/2006/relationships" id="262" r:id="R3d9ff9995723451f"/>
    <p:sldId xmlns:r="http://schemas.openxmlformats.org/officeDocument/2006/relationships" id="263" r:id="Re65ace063f1a4961"/>
    <p:sldId xmlns:r="http://schemas.openxmlformats.org/officeDocument/2006/relationships" id="264" r:id="R8774e605763040cc"/>
    <p:sldId xmlns:r="http://schemas.openxmlformats.org/officeDocument/2006/relationships" id="265" r:id="R164b523bf1b44fb8"/>
    <p:sldId xmlns:r="http://schemas.openxmlformats.org/officeDocument/2006/relationships" id="266" r:id="Rc5dc7303361641e5"/>
    <p:sldId xmlns:r="http://schemas.openxmlformats.org/officeDocument/2006/relationships" id="267" r:id="R26e316587e804052"/>
    <p:sldId xmlns:r="http://schemas.openxmlformats.org/officeDocument/2006/relationships" id="268" r:id="R94ba9f1372854f75"/>
    <p:sldId xmlns:r="http://schemas.openxmlformats.org/officeDocument/2006/relationships" id="269" r:id="R864a79c2fb98437c"/>
    <p:sldId xmlns:r="http://schemas.openxmlformats.org/officeDocument/2006/relationships" id="270" r:id="R941d41438c4642fe"/>
    <p:sldId xmlns:r="http://schemas.openxmlformats.org/officeDocument/2006/relationships" id="271" r:id="Rb042a96857e14f90"/>
    <p:sldId xmlns:r="http://schemas.openxmlformats.org/officeDocument/2006/relationships" id="272" r:id="Rffd99aa4041448be"/>
    <p:sldId xmlns:r="http://schemas.openxmlformats.org/officeDocument/2006/relationships" id="273" r:id="Rcbb8b9a028f54f69"/>
    <p:sldId xmlns:r="http://schemas.openxmlformats.org/officeDocument/2006/relationships" id="274" r:id="Rdca8358d7c654e83"/>
    <p:sldId xmlns:r="http://schemas.openxmlformats.org/officeDocument/2006/relationships" id="275" r:id="R1b8d2eca51294be3"/>
    <p:sldId xmlns:r="http://schemas.openxmlformats.org/officeDocument/2006/relationships" id="276" r:id="R51e3964d33244f5b"/>
    <p:sldId xmlns:r="http://schemas.openxmlformats.org/officeDocument/2006/relationships" id="277" r:id="Rdb7a6f22ca31484e"/>
    <p:sldId xmlns:r="http://schemas.openxmlformats.org/officeDocument/2006/relationships" id="278" r:id="R5804048e722e47f6"/>
    <p:sldId xmlns:r="http://schemas.openxmlformats.org/officeDocument/2006/relationships" id="279" r:id="R43f19b75341c4b7f"/>
    <p:sldId xmlns:r="http://schemas.openxmlformats.org/officeDocument/2006/relationships" id="280" r:id="R82f8b40b653d448f"/>
    <p:sldId xmlns:r="http://schemas.openxmlformats.org/officeDocument/2006/relationships" id="281" r:id="R058bb89ec0b54cc3"/>
    <p:sldId xmlns:r="http://schemas.openxmlformats.org/officeDocument/2006/relationships" id="282" r:id="R645c4700f7864a32"/>
    <p:sldId xmlns:r="http://schemas.openxmlformats.org/officeDocument/2006/relationships" id="283" r:id="Rf916aa298f2344e5"/>
    <p:sldId xmlns:r="http://schemas.openxmlformats.org/officeDocument/2006/relationships" id="284" r:id="R7c962d542c304598"/>
    <p:sldId xmlns:r="http://schemas.openxmlformats.org/officeDocument/2006/relationships" id="285" r:id="R0f9ba2c09dea4a3b"/>
    <p:sldId xmlns:r="http://schemas.openxmlformats.org/officeDocument/2006/relationships" id="286" r:id="Re83145cd6f4a44b9"/>
    <p:sldId xmlns:r="http://schemas.openxmlformats.org/officeDocument/2006/relationships" id="287" r:id="R442bfa5c21184f24"/>
    <p:sldId xmlns:r="http://schemas.openxmlformats.org/officeDocument/2006/relationships" id="288" r:id="R08d928360fe44cb8"/>
    <p:sldId xmlns:r="http://schemas.openxmlformats.org/officeDocument/2006/relationships" id="289" r:id="R6b2b40b1d15744be"/>
    <p:sldId xmlns:r="http://schemas.openxmlformats.org/officeDocument/2006/relationships" id="290" r:id="R68e808badc2e4c61"/>
    <p:sldId xmlns:r="http://schemas.openxmlformats.org/officeDocument/2006/relationships" id="291" r:id="R4e332d88f83d4c23"/>
    <p:sldId xmlns:r="http://schemas.openxmlformats.org/officeDocument/2006/relationships" id="292" r:id="R53bbf8d105a04e89"/>
    <p:sldId xmlns:r="http://schemas.openxmlformats.org/officeDocument/2006/relationships" id="293" r:id="R20be0a0266af4203"/>
    <p:sldId xmlns:r="http://schemas.openxmlformats.org/officeDocument/2006/relationships" id="294" r:id="Rd5e539d0bde243fd"/>
    <p:sldId xmlns:r="http://schemas.openxmlformats.org/officeDocument/2006/relationships" id="295" r:id="Rc4f5b4ec1a6f4cd1"/>
    <p:sldId xmlns:r="http://schemas.openxmlformats.org/officeDocument/2006/relationships" id="296" r:id="R0f5283be36694f46"/>
    <p:sldId xmlns:r="http://schemas.openxmlformats.org/officeDocument/2006/relationships" id="297" r:id="Rd933380bdbed4f34"/>
    <p:sldId xmlns:r="http://schemas.openxmlformats.org/officeDocument/2006/relationships" id="298" r:id="R6c98efae66354a06"/>
    <p:sldId xmlns:r="http://schemas.openxmlformats.org/officeDocument/2006/relationships" id="299" r:id="R95f84b7e640d43b4"/>
    <p:sldId xmlns:r="http://schemas.openxmlformats.org/officeDocument/2006/relationships" id="300" r:id="R128a75aba4f04e30"/>
    <p:sldId xmlns:r="http://schemas.openxmlformats.org/officeDocument/2006/relationships" id="301" r:id="R51081590c65e4c15"/>
    <p:sldId xmlns:r="http://schemas.openxmlformats.org/officeDocument/2006/relationships" id="302" r:id="Rc3a0363c5af8405a"/>
    <p:sldId xmlns:r="http://schemas.openxmlformats.org/officeDocument/2006/relationships" id="303" r:id="R33f76c8a838b47c3"/>
    <p:sldId xmlns:r="http://schemas.openxmlformats.org/officeDocument/2006/relationships" id="304" r:id="R1cacfee670d74e43"/>
    <p:sldId xmlns:r="http://schemas.openxmlformats.org/officeDocument/2006/relationships" id="305" r:id="Rc36db15af2984d46"/>
    <p:sldId xmlns:r="http://schemas.openxmlformats.org/officeDocument/2006/relationships" id="306" r:id="Re752d53c490a4297"/>
    <p:sldId xmlns:r="http://schemas.openxmlformats.org/officeDocument/2006/relationships" id="307" r:id="R248252188fab48bc"/>
    <p:sldId xmlns:r="http://schemas.openxmlformats.org/officeDocument/2006/relationships" id="308" r:id="R02e752effb884a24"/>
    <p:sldId xmlns:r="http://schemas.openxmlformats.org/officeDocument/2006/relationships" id="309" r:id="R02f1dd3fa6074517"/>
    <p:sldId xmlns:r="http://schemas.openxmlformats.org/officeDocument/2006/relationships" id="310" r:id="Ra088954885e649bc"/>
    <p:sldId xmlns:r="http://schemas.openxmlformats.org/officeDocument/2006/relationships" id="311" r:id="R0774ba69d4914d3a"/>
    <p:sldId xmlns:r="http://schemas.openxmlformats.org/officeDocument/2006/relationships" id="312" r:id="R0c5650a5cfc84721"/>
    <p:sldId xmlns:r="http://schemas.openxmlformats.org/officeDocument/2006/relationships" id="313" r:id="Rcbfbbf103d9a4e9b"/>
    <p:sldId xmlns:r="http://schemas.openxmlformats.org/officeDocument/2006/relationships" id="314" r:id="R80adfb2e2056463a"/>
    <p:sldId xmlns:r="http://schemas.openxmlformats.org/officeDocument/2006/relationships" id="315" r:id="Rfbdb863ea84c4f12"/>
    <p:sldId xmlns:r="http://schemas.openxmlformats.org/officeDocument/2006/relationships" id="316" r:id="R06737cc8bf8540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8b70e090c149f5" /><Relationship Type="http://schemas.openxmlformats.org/officeDocument/2006/relationships/slideMaster" Target="/ppt/slideMasters/slideMaster1.xml" Id="R86b7042f61e14019" /><Relationship Type="http://schemas.openxmlformats.org/officeDocument/2006/relationships/notesMaster" Target="/ppt/notesMasters/notesMaster1.xml" Id="Rf31bb113623544f1" /><Relationship Type="http://schemas.openxmlformats.org/officeDocument/2006/relationships/presProps" Target="/ppt/presProps.xml" Id="R83baee36a70f4480" /><Relationship Type="http://schemas.openxmlformats.org/officeDocument/2006/relationships/tableStyles" Target="/ppt/tableStyles.xml" Id="Ra26c66f7e4b24d86" /><Relationship Type="http://schemas.openxmlformats.org/officeDocument/2006/relationships/slide" Target="/ppt/slides/slide1.xml" Id="R5a5b0a910df04e75" /><Relationship Type="http://schemas.openxmlformats.org/officeDocument/2006/relationships/slide" Target="/ppt/slides/slide2.xml" Id="R18e14a99639842b3" /><Relationship Type="http://schemas.openxmlformats.org/officeDocument/2006/relationships/slide" Target="/ppt/slides/slide3.xml" Id="Rdad0b0424c4a441a" /><Relationship Type="http://schemas.openxmlformats.org/officeDocument/2006/relationships/slide" Target="/ppt/slides/slide4.xml" Id="R799ecc5311b4489c" /><Relationship Type="http://schemas.openxmlformats.org/officeDocument/2006/relationships/slide" Target="/ppt/slides/slide5.xml" Id="Rdfcb22ec93f64aa5" /><Relationship Type="http://schemas.openxmlformats.org/officeDocument/2006/relationships/slide" Target="/ppt/slides/slide6.xml" Id="R916a7583d6764a09" /><Relationship Type="http://schemas.openxmlformats.org/officeDocument/2006/relationships/slide" Target="/ppt/slides/slide7.xml" Id="R3d9ff9995723451f" /><Relationship Type="http://schemas.openxmlformats.org/officeDocument/2006/relationships/slide" Target="/ppt/slides/slide8.xml" Id="Re65ace063f1a4961" /><Relationship Type="http://schemas.openxmlformats.org/officeDocument/2006/relationships/slide" Target="/ppt/slides/slide9.xml" Id="R8774e605763040cc" /><Relationship Type="http://schemas.openxmlformats.org/officeDocument/2006/relationships/slide" Target="/ppt/slides/slide10.xml" Id="R164b523bf1b44fb8" /><Relationship Type="http://schemas.openxmlformats.org/officeDocument/2006/relationships/slide" Target="/ppt/slides/slide11.xml" Id="Rc5dc7303361641e5" /><Relationship Type="http://schemas.openxmlformats.org/officeDocument/2006/relationships/slide" Target="/ppt/slides/slide12.xml" Id="R26e316587e804052" /><Relationship Type="http://schemas.openxmlformats.org/officeDocument/2006/relationships/slide" Target="/ppt/slides/slide13.xml" Id="R94ba9f1372854f75" /><Relationship Type="http://schemas.openxmlformats.org/officeDocument/2006/relationships/slide" Target="/ppt/slides/slide14.xml" Id="R864a79c2fb98437c" /><Relationship Type="http://schemas.openxmlformats.org/officeDocument/2006/relationships/slide" Target="/ppt/slides/slide15.xml" Id="R941d41438c4642fe" /><Relationship Type="http://schemas.openxmlformats.org/officeDocument/2006/relationships/slide" Target="/ppt/slides/slide16.xml" Id="Rb042a96857e14f90" /><Relationship Type="http://schemas.openxmlformats.org/officeDocument/2006/relationships/slide" Target="/ppt/slides/slide17.xml" Id="Rffd99aa4041448be" /><Relationship Type="http://schemas.openxmlformats.org/officeDocument/2006/relationships/slide" Target="/ppt/slides/slide18.xml" Id="Rcbb8b9a028f54f69" /><Relationship Type="http://schemas.openxmlformats.org/officeDocument/2006/relationships/slide" Target="/ppt/slides/slide19.xml" Id="Rdca8358d7c654e83" /><Relationship Type="http://schemas.openxmlformats.org/officeDocument/2006/relationships/slide" Target="/ppt/slides/slide20.xml" Id="R1b8d2eca51294be3" /><Relationship Type="http://schemas.openxmlformats.org/officeDocument/2006/relationships/slide" Target="/ppt/slides/slide21.xml" Id="R51e3964d33244f5b" /><Relationship Type="http://schemas.openxmlformats.org/officeDocument/2006/relationships/slide" Target="/ppt/slides/slide22.xml" Id="Rdb7a6f22ca31484e" /><Relationship Type="http://schemas.openxmlformats.org/officeDocument/2006/relationships/slide" Target="/ppt/slides/slide23.xml" Id="R5804048e722e47f6" /><Relationship Type="http://schemas.openxmlformats.org/officeDocument/2006/relationships/slide" Target="/ppt/slides/slide24.xml" Id="R43f19b75341c4b7f" /><Relationship Type="http://schemas.openxmlformats.org/officeDocument/2006/relationships/slide" Target="/ppt/slides/slide25.xml" Id="R82f8b40b653d448f" /><Relationship Type="http://schemas.openxmlformats.org/officeDocument/2006/relationships/slide" Target="/ppt/slides/slide26.xml" Id="R058bb89ec0b54cc3" /><Relationship Type="http://schemas.openxmlformats.org/officeDocument/2006/relationships/slide" Target="/ppt/slides/slide27.xml" Id="R645c4700f7864a32" /><Relationship Type="http://schemas.openxmlformats.org/officeDocument/2006/relationships/slide" Target="/ppt/slides/slide28.xml" Id="Rf916aa298f2344e5" /><Relationship Type="http://schemas.openxmlformats.org/officeDocument/2006/relationships/slide" Target="/ppt/slides/slide29.xml" Id="R7c962d542c304598" /><Relationship Type="http://schemas.openxmlformats.org/officeDocument/2006/relationships/slide" Target="/ppt/slides/slide30.xml" Id="R0f9ba2c09dea4a3b" /><Relationship Type="http://schemas.openxmlformats.org/officeDocument/2006/relationships/slide" Target="/ppt/slides/slide31.xml" Id="Re83145cd6f4a44b9" /><Relationship Type="http://schemas.openxmlformats.org/officeDocument/2006/relationships/slide" Target="/ppt/slides/slide32.xml" Id="R442bfa5c21184f24" /><Relationship Type="http://schemas.openxmlformats.org/officeDocument/2006/relationships/slide" Target="/ppt/slides/slide33.xml" Id="R08d928360fe44cb8" /><Relationship Type="http://schemas.openxmlformats.org/officeDocument/2006/relationships/slide" Target="/ppt/slides/slide34.xml" Id="R6b2b40b1d15744be" /><Relationship Type="http://schemas.openxmlformats.org/officeDocument/2006/relationships/slide" Target="/ppt/slides/slide35.xml" Id="R68e808badc2e4c61" /><Relationship Type="http://schemas.openxmlformats.org/officeDocument/2006/relationships/slide" Target="/ppt/slides/slide36.xml" Id="R4e332d88f83d4c23" /><Relationship Type="http://schemas.openxmlformats.org/officeDocument/2006/relationships/slide" Target="/ppt/slides/slide37.xml" Id="R53bbf8d105a04e89" /><Relationship Type="http://schemas.openxmlformats.org/officeDocument/2006/relationships/slide" Target="/ppt/slides/slide38.xml" Id="R20be0a0266af4203" /><Relationship Type="http://schemas.openxmlformats.org/officeDocument/2006/relationships/slide" Target="/ppt/slides/slide39.xml" Id="Rd5e539d0bde243fd" /><Relationship Type="http://schemas.openxmlformats.org/officeDocument/2006/relationships/slide" Target="/ppt/slides/slide40.xml" Id="Rc4f5b4ec1a6f4cd1" /><Relationship Type="http://schemas.openxmlformats.org/officeDocument/2006/relationships/slide" Target="/ppt/slides/slide41.xml" Id="R0f5283be36694f46" /><Relationship Type="http://schemas.openxmlformats.org/officeDocument/2006/relationships/slide" Target="/ppt/slides/slide42.xml" Id="Rd933380bdbed4f34" /><Relationship Type="http://schemas.openxmlformats.org/officeDocument/2006/relationships/slide" Target="/ppt/slides/slide43.xml" Id="R6c98efae66354a06" /><Relationship Type="http://schemas.openxmlformats.org/officeDocument/2006/relationships/slide" Target="/ppt/slides/slide44.xml" Id="R95f84b7e640d43b4" /><Relationship Type="http://schemas.openxmlformats.org/officeDocument/2006/relationships/slide" Target="/ppt/slides/slide45.xml" Id="R128a75aba4f04e30" /><Relationship Type="http://schemas.openxmlformats.org/officeDocument/2006/relationships/slide" Target="/ppt/slides/slide46.xml" Id="R51081590c65e4c15" /><Relationship Type="http://schemas.openxmlformats.org/officeDocument/2006/relationships/slide" Target="/ppt/slides/slide47.xml" Id="Rc3a0363c5af8405a" /><Relationship Type="http://schemas.openxmlformats.org/officeDocument/2006/relationships/slide" Target="/ppt/slides/slide48.xml" Id="R33f76c8a838b47c3" /><Relationship Type="http://schemas.openxmlformats.org/officeDocument/2006/relationships/slide" Target="/ppt/slides/slide49.xml" Id="R1cacfee670d74e43" /><Relationship Type="http://schemas.openxmlformats.org/officeDocument/2006/relationships/slide" Target="/ppt/slides/slide50.xml" Id="Rc36db15af2984d46" /><Relationship Type="http://schemas.openxmlformats.org/officeDocument/2006/relationships/slide" Target="/ppt/slides/slide51.xml" Id="Re752d53c490a4297" /><Relationship Type="http://schemas.openxmlformats.org/officeDocument/2006/relationships/slide" Target="/ppt/slides/slide52.xml" Id="R248252188fab48bc" /><Relationship Type="http://schemas.openxmlformats.org/officeDocument/2006/relationships/slide" Target="/ppt/slides/slide53.xml" Id="R02e752effb884a24" /><Relationship Type="http://schemas.openxmlformats.org/officeDocument/2006/relationships/slide" Target="/ppt/slides/slide54.xml" Id="R02f1dd3fa6074517" /><Relationship Type="http://schemas.openxmlformats.org/officeDocument/2006/relationships/slide" Target="/ppt/slides/slide55.xml" Id="Ra088954885e649bc" /><Relationship Type="http://schemas.openxmlformats.org/officeDocument/2006/relationships/slide" Target="/ppt/slides/slide56.xml" Id="R0774ba69d4914d3a" /><Relationship Type="http://schemas.openxmlformats.org/officeDocument/2006/relationships/slide" Target="/ppt/slides/slide57.xml" Id="R0c5650a5cfc84721" /><Relationship Type="http://schemas.openxmlformats.org/officeDocument/2006/relationships/slide" Target="/ppt/slides/slide58.xml" Id="Rcbfbbf103d9a4e9b" /><Relationship Type="http://schemas.openxmlformats.org/officeDocument/2006/relationships/slide" Target="/ppt/slides/slide59.xml" Id="R80adfb2e2056463a" /><Relationship Type="http://schemas.openxmlformats.org/officeDocument/2006/relationships/slide" Target="/ppt/slides/slide60.xml" Id="Rfbdb863ea84c4f12" /><Relationship Type="http://schemas.openxmlformats.org/officeDocument/2006/relationships/slide" Target="/ppt/slides/slide61.xml" Id="R06737cc8bf8540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f4f3f43289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f0280cb8274fc1" /><Relationship Type="http://schemas.openxmlformats.org/officeDocument/2006/relationships/notesMaster" Target="/ppt/notesMasters/notesMaster1.xml" Id="R6f3d6703de7a42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7b923c3d494016" /><Relationship Type="http://schemas.openxmlformats.org/officeDocument/2006/relationships/notesMaster" Target="/ppt/notesMasters/notesMaster1.xml" Id="R0904284fcc5348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d030f2b3ef4e91" /><Relationship Type="http://schemas.openxmlformats.org/officeDocument/2006/relationships/notesMaster" Target="/ppt/notesMasters/notesMaster1.xml" Id="Ra2c62966a9d54e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622cb11f0a4339" /><Relationship Type="http://schemas.openxmlformats.org/officeDocument/2006/relationships/notesMaster" Target="/ppt/notesMasters/notesMaster1.xml" Id="Rf3242553690540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e6ca5eaaf4ec7" /><Relationship Type="http://schemas.openxmlformats.org/officeDocument/2006/relationships/notesMaster" Target="/ppt/notesMasters/notesMaster1.xml" Id="Rca9cf31c944e4e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412607f9cf4c67" /><Relationship Type="http://schemas.openxmlformats.org/officeDocument/2006/relationships/notesMaster" Target="/ppt/notesMasters/notesMaster1.xml" Id="R38c867f1b6914e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58bb1031a44522" /><Relationship Type="http://schemas.openxmlformats.org/officeDocument/2006/relationships/notesMaster" Target="/ppt/notesMasters/notesMaster1.xml" Id="R3c5494245ad149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43a2e0d82b4d3f" /><Relationship Type="http://schemas.openxmlformats.org/officeDocument/2006/relationships/notesMaster" Target="/ppt/notesMasters/notesMaster1.xml" Id="Rc6120a379f5b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af74ecb33f4efa" /><Relationship Type="http://schemas.openxmlformats.org/officeDocument/2006/relationships/notesMaster" Target="/ppt/notesMasters/notesMaster1.xml" Id="Ree9506f6150e41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60293196bd4cfa" /><Relationship Type="http://schemas.openxmlformats.org/officeDocument/2006/relationships/notesMaster" Target="/ppt/notesMasters/notesMaster1.xml" Id="R10cc083eb8ad4e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1a7e29615b4378" /><Relationship Type="http://schemas.openxmlformats.org/officeDocument/2006/relationships/notesMaster" Target="/ppt/notesMasters/notesMaster1.xml" Id="R1090671a04974c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d42319d761459b" /><Relationship Type="http://schemas.openxmlformats.org/officeDocument/2006/relationships/notesMaster" Target="/ppt/notesMasters/notesMaster1.xml" Id="Re869f3026fae4ca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8081f9872ed4029" /><Relationship Type="http://schemas.openxmlformats.org/officeDocument/2006/relationships/notesMaster" Target="/ppt/notesMasters/notesMaster1.xml" Id="R4a3935a2b3bb4d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a77b6a69986475d" /><Relationship Type="http://schemas.openxmlformats.org/officeDocument/2006/relationships/notesMaster" Target="/ppt/notesMasters/notesMaster1.xml" Id="R21f0b83768374c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c596c5f24c4fca" /><Relationship Type="http://schemas.openxmlformats.org/officeDocument/2006/relationships/notesMaster" Target="/ppt/notesMasters/notesMaster1.xml" Id="Rd1338a021c624f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4e116d3f654f8b" /><Relationship Type="http://schemas.openxmlformats.org/officeDocument/2006/relationships/notesMaster" Target="/ppt/notesMasters/notesMaster1.xml" Id="R6477dafa2d2041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276226ce3154490" /><Relationship Type="http://schemas.openxmlformats.org/officeDocument/2006/relationships/notesMaster" Target="/ppt/notesMasters/notesMaster1.xml" Id="R99dd3ce0be594e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0efb899598424d" /><Relationship Type="http://schemas.openxmlformats.org/officeDocument/2006/relationships/notesMaster" Target="/ppt/notesMasters/notesMaster1.xml" Id="Rae47d1e2c2cf46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41edbd88142454c" /><Relationship Type="http://schemas.openxmlformats.org/officeDocument/2006/relationships/notesMaster" Target="/ppt/notesMasters/notesMaster1.xml" Id="R11faf9fbac6c449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629358134e24dff" /><Relationship Type="http://schemas.openxmlformats.org/officeDocument/2006/relationships/notesMaster" Target="/ppt/notesMasters/notesMaster1.xml" Id="Rdf5b1b4552d842d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45690825276402c" /><Relationship Type="http://schemas.openxmlformats.org/officeDocument/2006/relationships/notesMaster" Target="/ppt/notesMasters/notesMaster1.xml" Id="Rabf4d137e42a404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a058b9bd24d4f3e" /><Relationship Type="http://schemas.openxmlformats.org/officeDocument/2006/relationships/notesMaster" Target="/ppt/notesMasters/notesMaster1.xml" Id="Ra4af5a38d586440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571a996e75450a" /><Relationship Type="http://schemas.openxmlformats.org/officeDocument/2006/relationships/notesMaster" Target="/ppt/notesMasters/notesMaster1.xml" Id="R10e2b5028f224b4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07911e72907477c" /><Relationship Type="http://schemas.openxmlformats.org/officeDocument/2006/relationships/notesMaster" Target="/ppt/notesMasters/notesMaster1.xml" Id="R3cb3ea024a41407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cd98d02bf5a4dac" /><Relationship Type="http://schemas.openxmlformats.org/officeDocument/2006/relationships/notesMaster" Target="/ppt/notesMasters/notesMaster1.xml" Id="R35d8cd27346b4b6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6e674c841b04a3c" /><Relationship Type="http://schemas.openxmlformats.org/officeDocument/2006/relationships/notesMaster" Target="/ppt/notesMasters/notesMaster1.xml" Id="Rfad7870aae4e41b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81e74d003674da1" /><Relationship Type="http://schemas.openxmlformats.org/officeDocument/2006/relationships/notesMaster" Target="/ppt/notesMasters/notesMaster1.xml" Id="R55f8b032d6fc470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80ca2ac57964d8b" /><Relationship Type="http://schemas.openxmlformats.org/officeDocument/2006/relationships/notesMaster" Target="/ppt/notesMasters/notesMaster1.xml" Id="Rddc95f4b943f474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3d6991a222844e4" /><Relationship Type="http://schemas.openxmlformats.org/officeDocument/2006/relationships/notesMaster" Target="/ppt/notesMasters/notesMaster1.xml" Id="R2505b6053da0430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4ac42c9f34e4ea7" /><Relationship Type="http://schemas.openxmlformats.org/officeDocument/2006/relationships/notesMaster" Target="/ppt/notesMasters/notesMaster1.xml" Id="R822e3f06250f402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144e9621c3449d" /><Relationship Type="http://schemas.openxmlformats.org/officeDocument/2006/relationships/notesMaster" Target="/ppt/notesMasters/notesMaster1.xml" Id="R8edce10e723c468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3103a0a2cd84d7b" /><Relationship Type="http://schemas.openxmlformats.org/officeDocument/2006/relationships/notesMaster" Target="/ppt/notesMasters/notesMaster1.xml" Id="R846f6488d2764af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0b9582862194c58" /><Relationship Type="http://schemas.openxmlformats.org/officeDocument/2006/relationships/notesMaster" Target="/ppt/notesMasters/notesMaster1.xml" Id="R587fc427ff874c1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94773d9de39428d" /><Relationship Type="http://schemas.openxmlformats.org/officeDocument/2006/relationships/notesMaster" Target="/ppt/notesMasters/notesMaster1.xml" Id="R182cc6d44990486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709c04cdebd470c" /><Relationship Type="http://schemas.openxmlformats.org/officeDocument/2006/relationships/notesMaster" Target="/ppt/notesMasters/notesMaster1.xml" Id="R52ec92722f65442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116d572a9049e1" /><Relationship Type="http://schemas.openxmlformats.org/officeDocument/2006/relationships/notesMaster" Target="/ppt/notesMasters/notesMaster1.xml" Id="R1b1f84cb7edf4e2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bdf223438944946" /><Relationship Type="http://schemas.openxmlformats.org/officeDocument/2006/relationships/notesMaster" Target="/ppt/notesMasters/notesMaster1.xml" Id="Rdf67cf97cb7344a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b1b006b3e5a4e88" /><Relationship Type="http://schemas.openxmlformats.org/officeDocument/2006/relationships/notesMaster" Target="/ppt/notesMasters/notesMaster1.xml" Id="R8efddbac167d4da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db9ae31d2b94ca8" /><Relationship Type="http://schemas.openxmlformats.org/officeDocument/2006/relationships/notesMaster" Target="/ppt/notesMasters/notesMaster1.xml" Id="R4e552ff83057440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3de50d8cc0843c7" /><Relationship Type="http://schemas.openxmlformats.org/officeDocument/2006/relationships/notesMaster" Target="/ppt/notesMasters/notesMaster1.xml" Id="R09107a31a2aa423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ab9985408c0547f1" /><Relationship Type="http://schemas.openxmlformats.org/officeDocument/2006/relationships/notesMaster" Target="/ppt/notesMasters/notesMaster1.xml" Id="R4ff9fc31858c4de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cb1908da38a42c2" /><Relationship Type="http://schemas.openxmlformats.org/officeDocument/2006/relationships/notesMaster" Target="/ppt/notesMasters/notesMaster1.xml" Id="R9d11cc9bee4843ec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76d96bc4c4544ba" /><Relationship Type="http://schemas.openxmlformats.org/officeDocument/2006/relationships/notesMaster" Target="/ppt/notesMasters/notesMaster1.xml" Id="R20638d20f4124bc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643c07143a54f77" /><Relationship Type="http://schemas.openxmlformats.org/officeDocument/2006/relationships/notesMaster" Target="/ppt/notesMasters/notesMaster1.xml" Id="Rca59986b94ea453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d8feee532da443f" /><Relationship Type="http://schemas.openxmlformats.org/officeDocument/2006/relationships/notesMaster" Target="/ppt/notesMasters/notesMaster1.xml" Id="R6be54f80b88e4dc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51a2c705b324916" /><Relationship Type="http://schemas.openxmlformats.org/officeDocument/2006/relationships/notesMaster" Target="/ppt/notesMasters/notesMaster1.xml" Id="R5b14027bfe7e4a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707ff134b6e46d5" /><Relationship Type="http://schemas.openxmlformats.org/officeDocument/2006/relationships/notesMaster" Target="/ppt/notesMasters/notesMaster1.xml" Id="Rd30382d8caf14da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1829b8f7c904977" /><Relationship Type="http://schemas.openxmlformats.org/officeDocument/2006/relationships/notesMaster" Target="/ppt/notesMasters/notesMaster1.xml" Id="R773fdeca017340a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6e40018e7b1418a" /><Relationship Type="http://schemas.openxmlformats.org/officeDocument/2006/relationships/notesMaster" Target="/ppt/notesMasters/notesMaster1.xml" Id="R3ccab71a7bfc4f2f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7cb97d240924845" /><Relationship Type="http://schemas.openxmlformats.org/officeDocument/2006/relationships/notesMaster" Target="/ppt/notesMasters/notesMaster1.xml" Id="Ra7b5a9287daf439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f93a9c47ced4428" /><Relationship Type="http://schemas.openxmlformats.org/officeDocument/2006/relationships/notesMaster" Target="/ppt/notesMasters/notesMaster1.xml" Id="Rc1d55aa9d57146d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8617d8c169b401b" /><Relationship Type="http://schemas.openxmlformats.org/officeDocument/2006/relationships/notesMaster" Target="/ppt/notesMasters/notesMaster1.xml" Id="R7a52defc0599479d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02874aad5f1491d" /><Relationship Type="http://schemas.openxmlformats.org/officeDocument/2006/relationships/notesMaster" Target="/ppt/notesMasters/notesMaster1.xml" Id="Rf061350aa1624a9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245465cc0be4fab" /><Relationship Type="http://schemas.openxmlformats.org/officeDocument/2006/relationships/notesMaster" Target="/ppt/notesMasters/notesMaster1.xml" Id="R13bb004ceecc4ab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dbeb228848dc42a6" /><Relationship Type="http://schemas.openxmlformats.org/officeDocument/2006/relationships/notesMaster" Target="/ppt/notesMasters/notesMaster1.xml" Id="R17d2728bf0ec48a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408ca932c5e5423c" /><Relationship Type="http://schemas.openxmlformats.org/officeDocument/2006/relationships/notesMaster" Target="/ppt/notesMasters/notesMaster1.xml" Id="Rc76bedb3ddf34ff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e618a9e65394ffa" /><Relationship Type="http://schemas.openxmlformats.org/officeDocument/2006/relationships/notesMaster" Target="/ppt/notesMasters/notesMaster1.xml" Id="R5a2cbabbebf548f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c57c724a3e4740cf" /><Relationship Type="http://schemas.openxmlformats.org/officeDocument/2006/relationships/notesMaster" Target="/ppt/notesMasters/notesMaster1.xml" Id="R20f05565b79240aa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9308a39121840a2" /><Relationship Type="http://schemas.openxmlformats.org/officeDocument/2006/relationships/notesMaster" Target="/ppt/notesMasters/notesMaster1.xml" Id="R42faf3b97f0b4a6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cccb1b2bc324061" /><Relationship Type="http://schemas.openxmlformats.org/officeDocument/2006/relationships/notesMaster" Target="/ppt/notesMasters/notesMaster1.xml" Id="Re4daf8b796d84b8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9d9bde566df45d6" /><Relationship Type="http://schemas.openxmlformats.org/officeDocument/2006/relationships/notesMaster" Target="/ppt/notesMasters/notesMaster1.xml" Id="R3b51fa008e054b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9bd3935c643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c2f3cbec124a57" /><Relationship Type="http://schemas.openxmlformats.org/officeDocument/2006/relationships/slideLayout" Target="/ppt/slideLayouts/slideLayout1.xml" Id="R1c7274ce272844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7274ce2728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a0d7292d845dc" /><Relationship Type="http://schemas.openxmlformats.org/officeDocument/2006/relationships/image" Target="/ppt/media/image.png" Id="R3bcc4e607411401b" /><Relationship Type="http://schemas.openxmlformats.org/officeDocument/2006/relationships/notesSlide" Target="/ppt/notesSlides/notesSlide1.xml" Id="R954245b9a6b049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8be05aa7b4827" /><Relationship Type="http://schemas.openxmlformats.org/officeDocument/2006/relationships/notesSlide" Target="/ppt/notesSlides/notesSlide2.xml" Id="Rb2190550d0a746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e72e2093f4f57" /><Relationship Type="http://schemas.openxmlformats.org/officeDocument/2006/relationships/notesSlide" Target="/ppt/notesSlides/notesSlide3.xml" Id="R83d7b85f64ba48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37f4cbc0448dd" /><Relationship Type="http://schemas.openxmlformats.org/officeDocument/2006/relationships/notesSlide" Target="/ppt/notesSlides/notesSlide4.xml" Id="R028e76fe56b148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af1cf6b6449d0" /><Relationship Type="http://schemas.openxmlformats.org/officeDocument/2006/relationships/notesSlide" Target="/ppt/notesSlides/notesSlide5.xml" Id="Rb31737109a2244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18ee3b0b740d4" /><Relationship Type="http://schemas.openxmlformats.org/officeDocument/2006/relationships/notesSlide" Target="/ppt/notesSlides/notesSlide6.xml" Id="Rb0c125e69f074a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48fbef5604a35" /><Relationship Type="http://schemas.openxmlformats.org/officeDocument/2006/relationships/notesSlide" Target="/ppt/notesSlides/notesSlide7.xml" Id="Rd86b397f55994fd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0ea868843f4ae8" /><Relationship Type="http://schemas.openxmlformats.org/officeDocument/2006/relationships/notesSlide" Target="/ppt/notesSlides/notesSlide8.xml" Id="R79566b8143874f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4b36318f844aa" /><Relationship Type="http://schemas.openxmlformats.org/officeDocument/2006/relationships/notesSlide" Target="/ppt/notesSlides/notesSlide9.xml" Id="Rd2c46869e6cf48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7eed0fa804d6a" /><Relationship Type="http://schemas.openxmlformats.org/officeDocument/2006/relationships/notesSlide" Target="/ppt/notesSlides/notesSlide10.xml" Id="R5b374b3e9c484f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0ec48369e4283" /><Relationship Type="http://schemas.openxmlformats.org/officeDocument/2006/relationships/notesSlide" Target="/ppt/notesSlides/notesSlide11.xml" Id="Rd5b5dbed066449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1d016dfea4f7e" /><Relationship Type="http://schemas.openxmlformats.org/officeDocument/2006/relationships/notesSlide" Target="/ppt/notesSlides/notesSlide12.xml" Id="Rd54140b6466f4a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ef94e8db24b1d" /><Relationship Type="http://schemas.openxmlformats.org/officeDocument/2006/relationships/notesSlide" Target="/ppt/notesSlides/notesSlide13.xml" Id="Raa4bf43185654d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764c8201c4c9a" /><Relationship Type="http://schemas.openxmlformats.org/officeDocument/2006/relationships/notesSlide" Target="/ppt/notesSlides/notesSlide14.xml" Id="Red024133c137412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6378eafaa4612" /><Relationship Type="http://schemas.openxmlformats.org/officeDocument/2006/relationships/notesSlide" Target="/ppt/notesSlides/notesSlide15.xml" Id="R5f0ef0fba2eb42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7ba1c594b4586" /><Relationship Type="http://schemas.openxmlformats.org/officeDocument/2006/relationships/notesSlide" Target="/ppt/notesSlides/notesSlide16.xml" Id="R8df489d489cc4d3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447f9f72874435" /><Relationship Type="http://schemas.openxmlformats.org/officeDocument/2006/relationships/notesSlide" Target="/ppt/notesSlides/notesSlide17.xml" Id="Rb916a008d43d407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4d79085914949" /><Relationship Type="http://schemas.openxmlformats.org/officeDocument/2006/relationships/notesSlide" Target="/ppt/notesSlides/notesSlide18.xml" Id="R5d0208d0598b46f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fcbbd513654e93" /><Relationship Type="http://schemas.openxmlformats.org/officeDocument/2006/relationships/notesSlide" Target="/ppt/notesSlides/notesSlide19.xml" Id="R10c769b486c64e9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7d95dab584dea" /><Relationship Type="http://schemas.openxmlformats.org/officeDocument/2006/relationships/notesSlide" Target="/ppt/notesSlides/notesSlide20.xml" Id="Rdb0dde3429ec4fd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52593c9ff4101" /><Relationship Type="http://schemas.openxmlformats.org/officeDocument/2006/relationships/notesSlide" Target="/ppt/notesSlides/notesSlide21.xml" Id="Ra5551d26865e400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59f78b17345b6" /><Relationship Type="http://schemas.openxmlformats.org/officeDocument/2006/relationships/notesSlide" Target="/ppt/notesSlides/notesSlide22.xml" Id="R74fe5a5cca144f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eedadd80344947" /><Relationship Type="http://schemas.openxmlformats.org/officeDocument/2006/relationships/notesSlide" Target="/ppt/notesSlides/notesSlide23.xml" Id="R094a7cb68469410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5a401e4c8e4162" /><Relationship Type="http://schemas.openxmlformats.org/officeDocument/2006/relationships/notesSlide" Target="/ppt/notesSlides/notesSlide24.xml" Id="Rec60c3b33f3e4e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f324a1fce4503" /><Relationship Type="http://schemas.openxmlformats.org/officeDocument/2006/relationships/notesSlide" Target="/ppt/notesSlides/notesSlide25.xml" Id="Rc3c8dfe3c98c4ac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281d5265914192" /><Relationship Type="http://schemas.openxmlformats.org/officeDocument/2006/relationships/notesSlide" Target="/ppt/notesSlides/notesSlide26.xml" Id="Ra20eec38f3ca410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b6a040fc740ac" /><Relationship Type="http://schemas.openxmlformats.org/officeDocument/2006/relationships/notesSlide" Target="/ppt/notesSlides/notesSlide27.xml" Id="R0656976030c5440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a06fb958094e48" /><Relationship Type="http://schemas.openxmlformats.org/officeDocument/2006/relationships/notesSlide" Target="/ppt/notesSlides/notesSlide28.xml" Id="R46125c91f520467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54102a0544e89" /><Relationship Type="http://schemas.openxmlformats.org/officeDocument/2006/relationships/notesSlide" Target="/ppt/notesSlides/notesSlide29.xml" Id="Ra1fb56d4ddd04d2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db23659bf41a0" /><Relationship Type="http://schemas.openxmlformats.org/officeDocument/2006/relationships/notesSlide" Target="/ppt/notesSlides/notesSlide30.xml" Id="R33be0eea660f40c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c51eb88c94a17" /><Relationship Type="http://schemas.openxmlformats.org/officeDocument/2006/relationships/notesSlide" Target="/ppt/notesSlides/notesSlide31.xml" Id="R8f0f5c413a5d429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ce172fe844a24" /><Relationship Type="http://schemas.openxmlformats.org/officeDocument/2006/relationships/notesSlide" Target="/ppt/notesSlides/notesSlide32.xml" Id="R6c7f7020b00d435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9bbc6cdcd4406" /><Relationship Type="http://schemas.openxmlformats.org/officeDocument/2006/relationships/notesSlide" Target="/ppt/notesSlides/notesSlide33.xml" Id="R194363a8cd3d4cf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33f3b784a43e4" /><Relationship Type="http://schemas.openxmlformats.org/officeDocument/2006/relationships/notesSlide" Target="/ppt/notesSlides/notesSlide34.xml" Id="R904f112c5fec43d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93e0c3c8040ce" /><Relationship Type="http://schemas.openxmlformats.org/officeDocument/2006/relationships/notesSlide" Target="/ppt/notesSlides/notesSlide35.xml" Id="R8645ba0d00004e6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7c5f73f8441a8" /><Relationship Type="http://schemas.openxmlformats.org/officeDocument/2006/relationships/notesSlide" Target="/ppt/notesSlides/notesSlide36.xml" Id="R5cf2e17da9714b3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5041e22fd4613" /><Relationship Type="http://schemas.openxmlformats.org/officeDocument/2006/relationships/notesSlide" Target="/ppt/notesSlides/notesSlide37.xml" Id="Rc08eee7ad2e045c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f61dc01984e30" /><Relationship Type="http://schemas.openxmlformats.org/officeDocument/2006/relationships/notesSlide" Target="/ppt/notesSlides/notesSlide38.xml" Id="R23fd21d42fcb42c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3a3329a37411f" /><Relationship Type="http://schemas.openxmlformats.org/officeDocument/2006/relationships/notesSlide" Target="/ppt/notesSlides/notesSlide39.xml" Id="R53ab3fb7a8524db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bf2cdf1654834" /><Relationship Type="http://schemas.openxmlformats.org/officeDocument/2006/relationships/notesSlide" Target="/ppt/notesSlides/notesSlide40.xml" Id="R218757fa1e484f0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4cc219f8e4529" /><Relationship Type="http://schemas.openxmlformats.org/officeDocument/2006/relationships/notesSlide" Target="/ppt/notesSlides/notesSlide41.xml" Id="Re29e9530e7a344e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dd86c4dd64929" /><Relationship Type="http://schemas.openxmlformats.org/officeDocument/2006/relationships/notesSlide" Target="/ppt/notesSlides/notesSlide42.xml" Id="R4a016ca59fa54c6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9eb40499b4d00" /><Relationship Type="http://schemas.openxmlformats.org/officeDocument/2006/relationships/notesSlide" Target="/ppt/notesSlides/notesSlide43.xml" Id="R02f4e5895b47462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e7416f4384ba9" /><Relationship Type="http://schemas.openxmlformats.org/officeDocument/2006/relationships/image" Target="/ppt/media/image2.png" Id="R3e9375edeb954b3f" /><Relationship Type="http://schemas.openxmlformats.org/officeDocument/2006/relationships/notesSlide" Target="/ppt/notesSlides/notesSlide44.xml" Id="R2cd6109dc4ba43e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5be76c8a104741" /><Relationship Type="http://schemas.openxmlformats.org/officeDocument/2006/relationships/notesSlide" Target="/ppt/notesSlides/notesSlide45.xml" Id="Rae093e62a4184dc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e0e05634648dd" /><Relationship Type="http://schemas.openxmlformats.org/officeDocument/2006/relationships/notesSlide" Target="/ppt/notesSlides/notesSlide46.xml" Id="R13496314209e418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9398318924eb3" /><Relationship Type="http://schemas.openxmlformats.org/officeDocument/2006/relationships/notesSlide" Target="/ppt/notesSlides/notesSlide47.xml" Id="R3123842d708545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e06ebb37e43b6" /><Relationship Type="http://schemas.openxmlformats.org/officeDocument/2006/relationships/notesSlide" Target="/ppt/notesSlides/notesSlide48.xml" Id="Rabce0e318c5c4e9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402c8d1f344f8" /><Relationship Type="http://schemas.openxmlformats.org/officeDocument/2006/relationships/notesSlide" Target="/ppt/notesSlides/notesSlide49.xml" Id="Rb7be275c4f6f40b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012233eec4ab1" /><Relationship Type="http://schemas.openxmlformats.org/officeDocument/2006/relationships/notesSlide" Target="/ppt/notesSlides/notesSlide50.xml" Id="R7d0ed0d776244f2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001d032f74131" /><Relationship Type="http://schemas.openxmlformats.org/officeDocument/2006/relationships/notesSlide" Target="/ppt/notesSlides/notesSlide51.xml" Id="R893ff1506072464e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58932cf00f4261" /><Relationship Type="http://schemas.openxmlformats.org/officeDocument/2006/relationships/notesSlide" Target="/ppt/notesSlides/notesSlide52.xml" Id="Raf3403f5f94f40e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18fbf95d64a54" /><Relationship Type="http://schemas.openxmlformats.org/officeDocument/2006/relationships/notesSlide" Target="/ppt/notesSlides/notesSlide53.xml" Id="Rd8c3f6d08df94a34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6e1335dfe4de7" /><Relationship Type="http://schemas.openxmlformats.org/officeDocument/2006/relationships/notesSlide" Target="/ppt/notesSlides/notesSlide54.xml" Id="R56a0dd3a9afb457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fb00699264c82" /><Relationship Type="http://schemas.openxmlformats.org/officeDocument/2006/relationships/notesSlide" Target="/ppt/notesSlides/notesSlide55.xml" Id="R20ce0f636a9a406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3d84bafc664660" /><Relationship Type="http://schemas.openxmlformats.org/officeDocument/2006/relationships/notesSlide" Target="/ppt/notesSlides/notesSlide56.xml" Id="R5684fb80575c42c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ad46279ad4958" /><Relationship Type="http://schemas.openxmlformats.org/officeDocument/2006/relationships/notesSlide" Target="/ppt/notesSlides/notesSlide57.xml" Id="R7688a077649f460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e42be2c07400c" /><Relationship Type="http://schemas.openxmlformats.org/officeDocument/2006/relationships/notesSlide" Target="/ppt/notesSlides/notesSlide58.xml" Id="R0263faae281043eb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6236751ff4614" /><Relationship Type="http://schemas.openxmlformats.org/officeDocument/2006/relationships/notesSlide" Target="/ppt/notesSlides/notesSlide59.xml" Id="Re024891c12e7435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46ef11817340cf" /><Relationship Type="http://schemas.openxmlformats.org/officeDocument/2006/relationships/notesSlide" Target="/ppt/notesSlides/notesSlide60.xml" Id="Ra4c0c4287b7b4d5e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b70c702334129" /><Relationship Type="http://schemas.openxmlformats.org/officeDocument/2006/relationships/notesSlide" Target="/ppt/notesSlides/notesSlide61.xml" Id="R5495787bc53d4d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c4e607411401b"/>
          <a:srcRect xmlns:a="http://schemas.openxmlformats.org/drawingml/2006/main" l="16310" t="0" r="16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81450" y="0"/>
            <a:ext cx="82105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75247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695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Hub、用 Network 串接 MySQL、用 CPU/Memory 限制保護主機。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與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 Dockerfile、理解 cache 與 layers，做出可重複建構的 Flask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1.5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Flask 與 MySQL 拆成不同容器，用自訂 network 串起來。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0.5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資源配置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CPU、Memory、docker stats 和 docker update 控制容器資源。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這堂課的關鍵句：Image 要能重建，Container 要能被限制。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為什麼需要自製映像檔？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47950"/>
            <a:ext cx="8953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38300"/>
            <a:ext cx="4286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288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193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62500"/>
            <a:ext cx="880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720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Dockerfile 是把「怎麼做環境」寫成版本可控、可重複、可分享的建構配方。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57500"/>
            <a:ext cx="6667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09800"/>
            <a:ext cx="266700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717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7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623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EC1AAD-08F5-4CAE-827F-A7B39D69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38700"/>
            <a:ext cx="86106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D069C-6C3C-49D0-9528-FF2E20BE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C0C01-1574-422A-AED7-82B41926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51E77E-47A5-4FEA-BD85-AC3967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0BD6D-FDEF-43FB-B020-9F6BC8CD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57800"/>
            <a:ext cx="819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 -p 5000:5000 my-flask-app:v1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 基礎語法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286500" cy="2952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66900"/>
            <a:ext cx="58674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811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003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527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527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2766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562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先會讀這七行，再慢慢加入優化。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例：python:3.11-slim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144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571750" cy="9715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9144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基礎 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使用 Python 3.11 精簡版作為基礎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先複製 requirements.txt 並安裝套件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（這樣做可以利用 Docker 的快取機制，後面會解釋）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再複製其餘程式碼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宣告使用 5000 port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容器啟動時執行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90675"/>
            <a:ext cx="3276600" cy="2476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41525"/>
            <a:ext cx="102108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加 .dockerignore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排除 venv、cache、IDE 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145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002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240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7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52950"/>
            <a:ext cx="7429500" cy="1219200"/>
          </a:xfrm>
          <a:prstGeom xmlns:a="http://schemas.openxmlformats.org/drawingml/2006/main" prst="roundRect">
            <a:avLst>
              <a:gd name="adj" fmla="val 781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72050"/>
            <a:ext cx="701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04950"/>
            <a:ext cx="6096000" cy="34290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5676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my-flask-app:v1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31051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26479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10200"/>
            <a:ext cx="82677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4355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好的順序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04950"/>
            <a:ext cx="4762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9545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不好的順序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28850"/>
            <a:ext cx="4305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102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先觀察兩種順序差異，再回到 build cache 原理。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寫法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好的做法 ✓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不好的做法 ✗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導致每次都要重裝套件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71800"/>
            <a:ext cx="50482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11430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33650"/>
            <a:ext cx="53911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11430">
            <a:solidFill>
              <a:srgbClr val="04785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67652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57340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11430">
            <a:solidFill>
              <a:srgbClr val="B4530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238375"/>
            <a:ext cx="497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57350"/>
            <a:ext cx="60769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11430">
            <a:solidFill>
              <a:srgbClr val="4F46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800225"/>
            <a:ext cx="531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219200"/>
            <a:ext cx="641985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62075"/>
            <a:ext cx="565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31623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905000"/>
            <a:ext cx="270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27051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14900"/>
            <a:ext cx="72390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334000"/>
            <a:ext cx="6819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67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my-flask-app:v1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6953250" cy="2838450"/>
          </a:xfrm>
          <a:prstGeom xmlns:a="http://schemas.openxmlformats.org/drawingml/2006/main" prst="roundRect">
            <a:avLst>
              <a:gd name="adj" fmla="val 33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66900"/>
            <a:ext cx="65341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rm -rf /var/lib/apt/lists/*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859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861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 xml:space="preserve"> docker history layer-many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5700"/>
            <a:ext cx="2952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862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91000"/>
            <a:ext cx="2495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5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05400"/>
            <a:ext cx="8572500" cy="476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38750"/>
            <a:ext cx="7924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優化的四個方向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小一點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slim / alpine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移除 build 暫存檔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快一點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把不常變的層放前面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善用 build 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乾淨一點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 venv、cache、.git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安全一點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不要用 root 跑 app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不要把 secret 寫進 Image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4953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4958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64770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867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244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27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943100"/>
            <a:ext cx="4514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451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43250"/>
            <a:ext cx="4514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095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101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19700"/>
            <a:ext cx="746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524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4343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 xmlns:a="http://schemas.openxmlformats.org/drawingml/2006/main"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286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814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82677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19700"/>
            <a:ext cx="7543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008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優化後的 Flask Dockerfile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6572250" cy="4457700"/>
          </a:xfrm>
          <a:prstGeom xmlns:a="http://schemas.openxmlformats.org/drawingml/2006/main" prst="roundRect">
            <a:avLst>
              <a:gd name="adj" fmla="val 21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7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33550"/>
            <a:ext cx="61531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maintainer="docker-course"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&amp;&amp; useradd -m appuser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668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573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--no-cache-dir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050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不要留下 pip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003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useradd +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384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用非 root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24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COPY 分段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77190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保留 pip install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7C570-8F20-4654-80DD-8B3BF4C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914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300E7-BB55-4878-ACD6-C5E1BB62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577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ENV PYTHONUNBUFFERED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457450" cy="7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9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log 立即輸出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81150"/>
            <a:ext cx="4095750" cy="2857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43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36766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62350"/>
            <a:ext cx="41910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719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6096000" cy="39052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56769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145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3812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717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3850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4290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5760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95750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862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14850"/>
            <a:ext cx="287655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314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95425"/>
            <a:ext cx="4953000" cy="3152775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28600" tIns="228600" rIns="228600" bIns="2286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91440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E4C7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47800"/>
            <a:ext cx="3429000" cy="304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209550" tIns="209550" rIns="209550" bIns="2095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 xmlns:a="http://schemas.openxmlformats.org/drawingml/2006/main">
            <a:pPr>
              <a:buNone/>
              <a:defRPr sz="600"/>
            </a:pPr>
          </a:p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9144000" cy="628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57350"/>
            <a:ext cx="4572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47850"/>
            <a:ext cx="411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57450"/>
            <a:ext cx="4114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14900"/>
            <a:ext cx="7429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334000"/>
            <a:ext cx="701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43050"/>
            <a:ext cx="2571750" cy="25336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9"/>
            </a:solidFill>
            <a:prstDash val="solid"/>
          </a:ln>
        </p:spPr>
        <p:txBody>
          <a:bodyPr xmlns:a="http://schemas.openxmlformats.org/drawingml/2006/main" lIns="190500" tIns="190500" rIns="190500" bIns="1905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 xmlns:a="http://schemas.openxmlformats.org/drawingml/2006/main">
            <a:pPr>
              <a:buNone/>
              <a:defRPr sz="500"/>
            </a:pPr>
          </a:p>
          <a:p xmlns:a="http://schemas.openxmlformats.org/drawingml/2006/main"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10210800" cy="571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64150"/>
            <a:ext cx="7478400" cy="4762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81750"/>
            <a:ext cx="723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62250"/>
            <a:ext cx="4572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09800"/>
            <a:ext cx="22479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67050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90297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53000"/>
            <a:ext cx="834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6477000" cy="371475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057900" cy="316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62150"/>
            <a:ext cx="30480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590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581650"/>
            <a:ext cx="819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76650"/>
            <a:ext cx="41910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67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3733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服務間透過 network 溝通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0B9F2-C985-4FC0-A50A-79AC6F0D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NETWORK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9A9E5-CDFE-4621-8CC6-1C7C0535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Network：容器間的私人道路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5CE63-0738-4E82-A671-6C2FC43F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337AD-0A4D-4B2D-900E-2A1E261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預設 bridge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9DF62-E47B-4AEB-8355-150BE0A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可以讓容器上網，但服務名稱解析與管理彈性較弱。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FD408-7D72-4070-95C0-0B320F3B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95450"/>
            <a:ext cx="42862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6E1E-D291-4625-BA93-57B6C8D5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859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自訂 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137AF-5B6F-4D91-9F41-B879B451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76500"/>
            <a:ext cx="3829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3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network 裡的容器可以用容器名稱互相連線，例如 host=mysql-db。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6E0667-5E06-4443-AF40-2952F0C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10050"/>
            <a:ext cx="8763000" cy="13716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E6247-79CE-4F79-BBBB-BD818FC3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7EB922-EAF2-4FA0-B025-AE6947D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8319BC-86B9-4AF5-A75F-DCB3AD4A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78B49B-C3F7-4F4B-A71F-5C2F9C75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mysql-db --network flask-network mysql:8.0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flask-app --network flask-network my-flask-app:v4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4A8A9-CA8A-457D-A045-87FC1E1F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C3C60-EEE5-4405-B069-1066D4CCB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038A8-C1EF-4B44-B17A-CF33BB0D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0600281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CE2C74-14AE-4E74-A95C-C40AD09F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CUSTOM NETWORK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C38C1-CD67-4E26-8245-860506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+ MySQL：用容器名稱當 DB_HOST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F0303-8D22-4096-AC70-648D6876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7DB52-3C6C-46DE-8C5E-E62FAE45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flask-app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51D68-62C0-4A03-82F8-D4B38854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my-flask-app:v4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host = mysql-db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 = 3306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BC84E-3024-4A21-8255-F11E5F5F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990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solidFill>
              <a:srgbClr val="00A97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DA0C6-8315-49E1-B855-84D3799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025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A081F-C13B-417A-BA67-64FE0DBE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907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F422E-0740-48EF-8929-6B18992F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09850"/>
            <a:ext cx="26860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MYSQL_DATABASE=flaskdb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Volume 保存資料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8F79F-68FD-4051-A27F-56A5ACA5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00550"/>
            <a:ext cx="7429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9C0B-C97D-4AD9-8DD6-CBD858AF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552950"/>
            <a:ext cx="674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flask-network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CF61A-49C9-4785-83EE-E4DB4F7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025CE7-3B9A-4A8F-8B6F-336F274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52EDD-A4E4-4FBD-916E-E9ABF0AA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7118139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mysql.connector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get_db_connection():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"""建立資料庫連線"""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mysql.connector.connect(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host='mysql-db',          # 用容器名稱當主機名！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user='flaskuser',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password='flaskpass',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database='flaskdb'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init_db():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"""初始化資料庫"""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# 等待 MySQL 啟動完成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for i in range(30):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 = conn.cursor()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cursor.execute('''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CREATE TABLE IF NOT EXISTS visitors (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id INT AUTO_INCREMENT PRIMARY KEY,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    visit_time TIMESTAMP DEFAULT CURRENT_TIMESTAMP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    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''')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print("Database initialized!")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return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print(f"Waiting for MySQL... ({i+1}/30)")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    time.sleep(2)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print("Failed to connect to MySQL!")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記錄訪問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cursor.execute("INSERT INTO visitors () VALUES ()")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conn.commit()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# 取得總訪問次數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COUNT(*) FROM visitors")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count = cursor.fetchone()[0]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f'&lt;h1&gt;Hello Docker!&lt;/h1&gt;&lt;p&gt;You are visitor #{count}&lt;/p&gt;'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f'&lt;h1&gt;Error&lt;/h1&gt;&lt;p&gt;{str(e)}&lt;/p&gt;'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try: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 = get_db_connection()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 = conn.cursor()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cursor.execute("SELECT * FROM visitors ORDER BY visit_time DESC LIMIT 10")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rows = cursor.fetchall()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cursor.close()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conn.close()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jsonify([{'id': r[0], 'time': str(r[1])} for r in rows])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except Exception as e: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    return jsonify({'error': str(e)})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init_db()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app.run(host='0.0.0.0',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mysql-db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MYSQL_DATABASE=appdb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flask-web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flask-network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4887D-B59A-4FA9-95FF-E3EAB52C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NETWORK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0234-EFC2-4CF5-AE6D-91B0A285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Network 指令組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C65465-E29A-4C35-B8F7-B21B3B96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6191250" cy="3752850"/>
          </a:xfrm>
          <a:prstGeom xmlns:a="http://schemas.openxmlformats.org/drawingml/2006/main" prst="roundRect">
            <a:avLst>
              <a:gd name="adj" fmla="val 25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A75C2-3A67-45A1-B8B8-DD97F9C1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7EB2A9-3D48-4705-8703-BE6345D3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A0D69-FAAD-4C93-9B99-3B40FF27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88882-768D-405F-A194-656087A9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577215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inspect flask-network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disconnect flask-network &lt;container&gt;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rm flask-network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93ED4-08F5-46C7-9844-DAC9F52E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62150"/>
            <a:ext cx="2952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43768-920B-4542-89B9-71BDD5A0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5265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操作順序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8ACC0-00C8-419C-B2C9-B100E60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86050"/>
            <a:ext cx="24955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建立 network -&gt; 啟動容器時加入 network -&gt; inspect 確認誰在裡面 -&gt; 用容器名稱連線。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27121-BC24-4A2C-9735-C7CA2B0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30B8B-5ED5-40BA-8C5A-99DC16F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58883-A2CF-4169-811E-93E8188A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91475028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2857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24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4800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67437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334000"/>
            <a:ext cx="632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2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375edeb954b3f"/>
          <a:srcRect xmlns:a="http://schemas.openxmlformats.org/drawingml/2006/main" l="6150" t="0" r="615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838700" cy="3105150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857750" cy="18097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76450"/>
            <a:ext cx="44386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40957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24400"/>
            <a:ext cx="3638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00" cy="2876550"/>
          </a:xfrm>
          <a:prstGeom xmlns:a="http://schemas.openxmlformats.org/drawingml/2006/main" prst="roundRect">
            <a:avLst>
              <a:gd name="adj" fmla="val 331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62484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0670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431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5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105400"/>
            <a:ext cx="83058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57800"/>
            <a:ext cx="765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66850"/>
            <a:ext cx="7239000" cy="2686050"/>
          </a:xfrm>
          <a:prstGeom xmlns:a="http://schemas.openxmlformats.org/drawingml/2006/main" prst="roundRect">
            <a:avLst>
              <a:gd name="adj" fmla="val 35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68199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alpine sh -c "while true; do :; done"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33550"/>
            <a:ext cx="2381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924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193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7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53000"/>
            <a:ext cx="81915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24450"/>
            <a:ext cx="754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7239000" cy="2914650"/>
          </a:xfrm>
          <a:prstGeom xmlns:a="http://schemas.openxmlformats.org/drawingml/2006/main" prst="roundRect">
            <a:avLst>
              <a:gd name="adj" fmla="val 326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28800"/>
            <a:ext cx="68199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4668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65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431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955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860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718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26479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714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00500"/>
            <a:ext cx="21907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2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238750"/>
            <a:ext cx="864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alpine sh -c "while true; do :; done"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685800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64389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19250"/>
            <a:ext cx="2571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66950"/>
            <a:ext cx="2114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467350"/>
            <a:ext cx="948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62100"/>
            <a:ext cx="66675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81200"/>
            <a:ext cx="624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81940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859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3622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9650"/>
            <a:ext cx="85725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792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47850"/>
            <a:ext cx="285750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86000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75057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05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162550"/>
            <a:ext cx="708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5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network create production-net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prod-redis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redis:7-alpine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prod-mysql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MYSQL_ROOT_PASSWORD=root123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-e MYSQL_DATABASE=proddb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mysql:8.0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--name prod-flask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--network production-net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-p 5000:5000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--cpus=1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--memory=512m ^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my-flask-app:v4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D7BE27-AEE9-466C-9A9A-D0453A24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D5529-174F-4095-87E1-CFA48010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 Image 與資源控制做完整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7723D-57E9-4E86-BD9C-AC8031A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D6E8C-8EAF-40F7-A3B6-C9DCB9A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C1：Flask + MySQL 的 Flask 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D4585-7E72-4F02-A3DA-7C0952BF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 python:3.11-slim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.dockerignore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使用非 root user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到 Docker 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F0914-DF67-42CB-B02D-244EAFC6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19350"/>
          </a:xfrm>
          <a:prstGeom xmlns:a="http://schemas.openxmlformats.org/drawingml/2006/main" prst="roundRect">
            <a:avLst>
              <a:gd name="adj" fmla="val 472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CAF6E-DF66-479D-99F9-806A97C0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C2：Nginx + MySQL + Redis 資源配置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5A44E-2A47-493A-855B-F51C1357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76500"/>
            <a:ext cx="4305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三個容器設定不同 CPU / Memory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stats 觀察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docker update 調整其中一個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9AD465-29D7-42E7-A296-1C6E77F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673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交付物：Dockerfile、.dockerignore、執行指令、stats 截圖或文字記錄。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5ABA2-E4A3-4D27-BCE1-ECF681F5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6486E3-17AA-41D9-9B69-F2CF3354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0F634-48AB-4AF2-B1EB-F21F0DBD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703035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471C6-41AF-4BBC-9F62-70C55662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create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network inspect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--network app-net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host=mysql-db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19350"/>
            <a:ext cx="26860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1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my image!")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完整程式碼：p1-first-image/solution/Dockerfile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app.py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完整程式碼：p2-layer-compare/app.py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layer test!")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jsonify(message="Hello Dockerfile!", version="optimized")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@app.route("/health")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health():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jsonify(status="ok")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useradd -m appuser &amp;&amp;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chown -R appuser:appuser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FD3A3A4A-9C0A-4012-8C71-B64D4F5E0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B6F7A-0DF4-496B-A11D-B18FE8AF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完整程式碼：p3-flask-optimized/solution/Dockerfile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F9A3666-7D24-4717-9CE7-9E1504D9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5DFC86E6-132B-41E5-B841-0D25C2B4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33F8395-590D-45E7-B935-7F5DD70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4707E17-3420-44F8-A160-E475AD09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56AEA89-665D-4B51-9E4C-73AFB63C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489646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2026-06-23T08:33:25.0720000Z</dcterms:created>
  <dcterms:modified xsi:type="dcterms:W3CDTF">2026-06-23T08:33:25.0720000Z</dcterms:modified>
</coreProperties>
</file>