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5af5c3df584112" /><Relationship Type="http://schemas.openxmlformats.org/officeDocument/2006/relationships/extended-properties" Target="/docProps/app.xml" Id="R80a1acaf3a1a4885" /><Relationship Type="http://schemas.openxmlformats.org/officeDocument/2006/relationships/officeDocument" Target="/ppt/presentation.xml" Id="R5e6f9c5961894c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b7042f61e14019"/>
  </p:sldMasterIdLst>
  <p:notesMasterIdLst>
    <p:notesMasterId xmlns:r="http://schemas.openxmlformats.org/officeDocument/2006/relationships" r:id="Rf31bb113623544f1"/>
  </p:notesMasterIdLst>
  <p:sldIdLst>
    <p:sldId xmlns:r="http://schemas.openxmlformats.org/officeDocument/2006/relationships" id="256" r:id="R5a5b0a910df04e75"/>
    <p:sldId xmlns:r="http://schemas.openxmlformats.org/officeDocument/2006/relationships" id="257" r:id="R18e14a99639842b3"/>
    <p:sldId xmlns:r="http://schemas.openxmlformats.org/officeDocument/2006/relationships" id="258" r:id="Rdad0b0424c4a441a"/>
    <p:sldId xmlns:r="http://schemas.openxmlformats.org/officeDocument/2006/relationships" id="259" r:id="R799ecc5311b4489c"/>
    <p:sldId xmlns:r="http://schemas.openxmlformats.org/officeDocument/2006/relationships" id="260" r:id="Rdfcb22ec93f64aa5"/>
    <p:sldId xmlns:r="http://schemas.openxmlformats.org/officeDocument/2006/relationships" id="261" r:id="R916a7583d6764a09"/>
    <p:sldId xmlns:r="http://schemas.openxmlformats.org/officeDocument/2006/relationships" id="262" r:id="R3d9ff9995723451f"/>
    <p:sldId xmlns:r="http://schemas.openxmlformats.org/officeDocument/2006/relationships" id="263" r:id="Re65ace063f1a4961"/>
    <p:sldId xmlns:r="http://schemas.openxmlformats.org/officeDocument/2006/relationships" id="264" r:id="R8774e605763040cc"/>
    <p:sldId xmlns:r="http://schemas.openxmlformats.org/officeDocument/2006/relationships" id="265" r:id="R164b523bf1b44fb8"/>
    <p:sldId xmlns:r="http://schemas.openxmlformats.org/officeDocument/2006/relationships" id="266" r:id="Rc5dc7303361641e5"/>
    <p:sldId xmlns:r="http://schemas.openxmlformats.org/officeDocument/2006/relationships" id="267" r:id="R26e316587e804052"/>
    <p:sldId xmlns:r="http://schemas.openxmlformats.org/officeDocument/2006/relationships" id="268" r:id="R94ba9f1372854f75"/>
    <p:sldId xmlns:r="http://schemas.openxmlformats.org/officeDocument/2006/relationships" id="269" r:id="R864a79c2fb98437c"/>
    <p:sldId xmlns:r="http://schemas.openxmlformats.org/officeDocument/2006/relationships" id="270" r:id="R941d41438c4642fe"/>
    <p:sldId xmlns:r="http://schemas.openxmlformats.org/officeDocument/2006/relationships" id="271" r:id="Rb042a96857e14f90"/>
    <p:sldId xmlns:r="http://schemas.openxmlformats.org/officeDocument/2006/relationships" id="272" r:id="Rffd99aa4041448be"/>
    <p:sldId xmlns:p3="http://schemas.openxmlformats.org/officeDocument/2006/relationships" id="317" p3:id="RcmdOverrideSlide"/>
    <p:sldId xmlns:r="http://schemas.openxmlformats.org/officeDocument/2006/relationships" id="273" r:id="Rcbb8b9a028f54f69"/>
    <p:sldId xmlns:r="http://schemas.openxmlformats.org/officeDocument/2006/relationships" id="274" r:id="Rdca8358d7c654e83"/>
    <p:sldId xmlns:r="http://schemas.openxmlformats.org/officeDocument/2006/relationships" id="275" r:id="R1b8d2eca51294be3"/>
    <p:sldId xmlns:r="http://schemas.openxmlformats.org/officeDocument/2006/relationships" id="276" r:id="R51e3964d33244f5b"/>
    <p:sldId xmlns:r="http://schemas.openxmlformats.org/officeDocument/2006/relationships" id="277" r:id="Rdb7a6f22ca31484e"/>
    <p:sldId xmlns:r="http://schemas.openxmlformats.org/officeDocument/2006/relationships" id="278" r:id="R5804048e722e47f6"/>
    <p:sldId xmlns:r="http://schemas.openxmlformats.org/officeDocument/2006/relationships" id="279" r:id="R43f19b75341c4b7f"/>
    <p:sldId xmlns:r="http://schemas.openxmlformats.org/officeDocument/2006/relationships" id="280" r:id="R82f8b40b653d448f"/>
    <p:sldId xmlns:r="http://schemas.openxmlformats.org/officeDocument/2006/relationships" id="281" r:id="R058bb89ec0b54cc3"/>
    <p:sldId xmlns:r="http://schemas.openxmlformats.org/officeDocument/2006/relationships" id="282" r:id="R645c4700f7864a32"/>
    <p:sldId xmlns:r="http://schemas.openxmlformats.org/officeDocument/2006/relationships" id="283" r:id="Rf916aa298f2344e5"/>
    <p:sldId xmlns:r="http://schemas.openxmlformats.org/officeDocument/2006/relationships" id="284" r:id="R7c962d542c304598"/>
    <p:sldId xmlns:r="http://schemas.openxmlformats.org/officeDocument/2006/relationships" id="285" r:id="R0f9ba2c09dea4a3b"/>
    <p:sldId xmlns:r="http://schemas.openxmlformats.org/officeDocument/2006/relationships" id="286" r:id="Re83145cd6f4a44b9"/>
    <p:sldId xmlns:r="http://schemas.openxmlformats.org/officeDocument/2006/relationships" id="287" r:id="R442bfa5c21184f24"/>
    <p:sldId xmlns:r="http://schemas.openxmlformats.org/officeDocument/2006/relationships" id="288" r:id="R08d928360fe44cb8"/>
    <p:sldId xmlns:r="http://schemas.openxmlformats.org/officeDocument/2006/relationships" id="289" r:id="R6b2b40b1d15744be"/>
    <p:sldId xmlns:r="http://schemas.openxmlformats.org/officeDocument/2006/relationships" id="290" r:id="R68e808badc2e4c61"/>
    <p:sldId xmlns:r="http://schemas.openxmlformats.org/officeDocument/2006/relationships" id="291" r:id="R4e332d88f83d4c23"/>
    <p:sldId xmlns:r="http://schemas.openxmlformats.org/officeDocument/2006/relationships" id="292" r:id="R53bbf8d105a04e89"/>
    <p:sldId xmlns:r="http://schemas.openxmlformats.org/officeDocument/2006/relationships" id="293" r:id="R20be0a0266af4203"/>
    <p:sldId xmlns:r="http://schemas.openxmlformats.org/officeDocument/2006/relationships" id="294" r:id="Rd5e539d0bde243fd"/>
    <p:sldId xmlns:r="http://schemas.openxmlformats.org/officeDocument/2006/relationships" id="295" r:id="Rc4f5b4ec1a6f4cd1"/>
    <p:sldId xmlns:r="http://schemas.openxmlformats.org/officeDocument/2006/relationships" id="296" r:id="R0f5283be36694f46"/>
    <p:sldId xmlns:r="http://schemas.openxmlformats.org/officeDocument/2006/relationships" id="297" r:id="Rd933380bdbed4f34"/>
    <p:sldId xmlns:r="http://schemas.openxmlformats.org/officeDocument/2006/relationships" id="298" r:id="R6c98efae66354a06"/>
    <p:sldId xmlns:r="http://schemas.openxmlformats.org/officeDocument/2006/relationships" id="299" r:id="R95f84b7e640d43b4"/>
    <p:sldId xmlns:r="http://schemas.openxmlformats.org/officeDocument/2006/relationships" id="300" r:id="R128a75aba4f04e30"/>
    <p:sldId xmlns:r="http://schemas.openxmlformats.org/officeDocument/2006/relationships" id="301" r:id="R51081590c65e4c15"/>
    <p:sldId xmlns:r="http://schemas.openxmlformats.org/officeDocument/2006/relationships" id="302" r:id="Rc3a0363c5af8405a"/>
    <p:sldId xmlns:r="http://schemas.openxmlformats.org/officeDocument/2006/relationships" id="303" r:id="R33f76c8a838b47c3"/>
    <p:sldId xmlns:r="http://schemas.openxmlformats.org/officeDocument/2006/relationships" id="304" r:id="R1cacfee670d74e43"/>
    <p:sldId xmlns:r="http://schemas.openxmlformats.org/officeDocument/2006/relationships" id="305" r:id="Rc36db15af2984d46"/>
    <p:sldId xmlns:r="http://schemas.openxmlformats.org/officeDocument/2006/relationships" id="306" r:id="Re752d53c490a4297"/>
    <p:sldId xmlns:r="http://schemas.openxmlformats.org/officeDocument/2006/relationships" id="307" r:id="R248252188fab48bc"/>
    <p:sldId xmlns:r="http://schemas.openxmlformats.org/officeDocument/2006/relationships" id="308" r:id="R02e752effb884a24"/>
    <p:sldId xmlns:r="http://schemas.openxmlformats.org/officeDocument/2006/relationships" id="309" r:id="R02f1dd3fa6074517"/>
    <p:sldId xmlns:r="http://schemas.openxmlformats.org/officeDocument/2006/relationships" id="310" r:id="Ra088954885e649bc"/>
    <p:sldId xmlns:r="http://schemas.openxmlformats.org/officeDocument/2006/relationships" id="311" r:id="R0774ba69d4914d3a"/>
    <p:sldId xmlns:r="http://schemas.openxmlformats.org/officeDocument/2006/relationships" id="312" r:id="R0c5650a5cfc84721"/>
    <p:sldId xmlns:r="http://schemas.openxmlformats.org/officeDocument/2006/relationships" id="313" r:id="Rcbfbbf103d9a4e9b"/>
    <p:sldId xmlns:r="http://schemas.openxmlformats.org/officeDocument/2006/relationships" id="314" r:id="R80adfb2e2056463a"/>
    <p:sldId xmlns:r="http://schemas.openxmlformats.org/officeDocument/2006/relationships" id="315" r:id="Rfbdb863ea84c4f12"/>
    <p:sldId xmlns:r="http://schemas.openxmlformats.org/officeDocument/2006/relationships" id="316" r:id="R06737cc8bf8540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1a8b70e090c149f5" /><Relationship Type="http://schemas.openxmlformats.org/officeDocument/2006/relationships/slideMaster" Target="/ppt/slideMasters/slideMaster1.xml" Id="R86b7042f61e14019" /><Relationship Type="http://schemas.openxmlformats.org/officeDocument/2006/relationships/notesMaster" Target="/ppt/notesMasters/notesMaster1.xml" Id="Rf31bb113623544f1" /><Relationship Type="http://schemas.openxmlformats.org/officeDocument/2006/relationships/presProps" Target="/ppt/presProps.xml" Id="R83baee36a70f4480" /><Relationship Type="http://schemas.openxmlformats.org/officeDocument/2006/relationships/tableStyles" Target="/ppt/tableStyles.xml" Id="Ra26c66f7e4b24d86" /><Relationship Type="http://schemas.openxmlformats.org/officeDocument/2006/relationships/slide" Target="/ppt/slides/slide1.xml" Id="R5a5b0a910df04e75" /><Relationship Type="http://schemas.openxmlformats.org/officeDocument/2006/relationships/slide" Target="/ppt/slides/slide2.xml" Id="R18e14a99639842b3" /><Relationship Type="http://schemas.openxmlformats.org/officeDocument/2006/relationships/slide" Target="/ppt/slides/slide3.xml" Id="Rdad0b0424c4a441a" /><Relationship Type="http://schemas.openxmlformats.org/officeDocument/2006/relationships/slide" Target="/ppt/slides/slide4.xml" Id="R799ecc5311b4489c" /><Relationship Type="http://schemas.openxmlformats.org/officeDocument/2006/relationships/slide" Target="/ppt/slides/slide5.xml" Id="Rdfcb22ec93f64aa5" /><Relationship Type="http://schemas.openxmlformats.org/officeDocument/2006/relationships/slide" Target="/ppt/slides/slide6.xml" Id="R916a7583d6764a09" /><Relationship Type="http://schemas.openxmlformats.org/officeDocument/2006/relationships/slide" Target="/ppt/slides/slide7.xml" Id="R3d9ff9995723451f" /><Relationship Type="http://schemas.openxmlformats.org/officeDocument/2006/relationships/slide" Target="/ppt/slides/slide8.xml" Id="Re65ace063f1a4961" /><Relationship Type="http://schemas.openxmlformats.org/officeDocument/2006/relationships/slide" Target="/ppt/slides/slide9.xml" Id="R8774e605763040cc" /><Relationship Type="http://schemas.openxmlformats.org/officeDocument/2006/relationships/slide" Target="/ppt/slides/slide10.xml" Id="R164b523bf1b44fb8" /><Relationship Type="http://schemas.openxmlformats.org/officeDocument/2006/relationships/slide" Target="/ppt/slides/slide11.xml" Id="Rc5dc7303361641e5" /><Relationship Type="http://schemas.openxmlformats.org/officeDocument/2006/relationships/slide" Target="/ppt/slides/slide12.xml" Id="R26e316587e804052" /><Relationship Type="http://schemas.openxmlformats.org/officeDocument/2006/relationships/slide" Target="/ppt/slides/slide13.xml" Id="R94ba9f1372854f75" /><Relationship Type="http://schemas.openxmlformats.org/officeDocument/2006/relationships/slide" Target="/ppt/slides/slide14.xml" Id="R864a79c2fb98437c" /><Relationship Type="http://schemas.openxmlformats.org/officeDocument/2006/relationships/slide" Target="/ppt/slides/slide15.xml" Id="R941d41438c4642fe" /><Relationship Type="http://schemas.openxmlformats.org/officeDocument/2006/relationships/slide" Target="/ppt/slides/slide16.xml" Id="Rb042a96857e14f90" /><Relationship Type="http://schemas.openxmlformats.org/officeDocument/2006/relationships/slide" Target="/ppt/slides/slide17.xml" Id="Rffd99aa4041448be" /><Relationship Type="http://schemas.openxmlformats.org/officeDocument/2006/relationships/slide" Target="/ppt/slides/slide18.xml" Id="Rcbb8b9a028f54f69" /><Relationship Type="http://schemas.openxmlformats.org/officeDocument/2006/relationships/slide" Target="/ppt/slides/slide19.xml" Id="Rdca8358d7c654e83" /><Relationship Type="http://schemas.openxmlformats.org/officeDocument/2006/relationships/slide" Target="/ppt/slides/slide20.xml" Id="R1b8d2eca51294be3" /><Relationship Type="http://schemas.openxmlformats.org/officeDocument/2006/relationships/slide" Target="/ppt/slides/slide21.xml" Id="R51e3964d33244f5b" /><Relationship Type="http://schemas.openxmlformats.org/officeDocument/2006/relationships/slide" Target="/ppt/slides/slide22.xml" Id="Rdb7a6f22ca31484e" /><Relationship Type="http://schemas.openxmlformats.org/officeDocument/2006/relationships/slide" Target="/ppt/slides/slide23.xml" Id="R5804048e722e47f6" /><Relationship Type="http://schemas.openxmlformats.org/officeDocument/2006/relationships/slide" Target="/ppt/slides/slide24.xml" Id="R43f19b75341c4b7f" /><Relationship Type="http://schemas.openxmlformats.org/officeDocument/2006/relationships/slide" Target="/ppt/slides/slide25.xml" Id="R82f8b40b653d448f" /><Relationship Type="http://schemas.openxmlformats.org/officeDocument/2006/relationships/slide" Target="/ppt/slides/slide26.xml" Id="R058bb89ec0b54cc3" /><Relationship Type="http://schemas.openxmlformats.org/officeDocument/2006/relationships/slide" Target="/ppt/slides/slide27.xml" Id="R645c4700f7864a32" /><Relationship Type="http://schemas.openxmlformats.org/officeDocument/2006/relationships/slide" Target="/ppt/slides/slide28.xml" Id="Rf916aa298f2344e5" /><Relationship Type="http://schemas.openxmlformats.org/officeDocument/2006/relationships/slide" Target="/ppt/slides/slide29.xml" Id="R7c962d542c304598" /><Relationship Type="http://schemas.openxmlformats.org/officeDocument/2006/relationships/slide" Target="/ppt/slides/slide30.xml" Id="R0f9ba2c09dea4a3b" /><Relationship Type="http://schemas.openxmlformats.org/officeDocument/2006/relationships/slide" Target="/ppt/slides/slide31.xml" Id="Re83145cd6f4a44b9" /><Relationship Type="http://schemas.openxmlformats.org/officeDocument/2006/relationships/slide" Target="/ppt/slides/slide32.xml" Id="R442bfa5c21184f24" /><Relationship Type="http://schemas.openxmlformats.org/officeDocument/2006/relationships/slide" Target="/ppt/slides/slide33.xml" Id="R08d928360fe44cb8" /><Relationship Type="http://schemas.openxmlformats.org/officeDocument/2006/relationships/slide" Target="/ppt/slides/slide34.xml" Id="R6b2b40b1d15744be" /><Relationship Type="http://schemas.openxmlformats.org/officeDocument/2006/relationships/slide" Target="/ppt/slides/slide35.xml" Id="R68e808badc2e4c61" /><Relationship Type="http://schemas.openxmlformats.org/officeDocument/2006/relationships/slide" Target="/ppt/slides/slide36.xml" Id="R4e332d88f83d4c23" /><Relationship Type="http://schemas.openxmlformats.org/officeDocument/2006/relationships/slide" Target="/ppt/slides/slide37.xml" Id="R53bbf8d105a04e89" /><Relationship Type="http://schemas.openxmlformats.org/officeDocument/2006/relationships/slide" Target="/ppt/slides/slide38.xml" Id="R20be0a0266af4203" /><Relationship Type="http://schemas.openxmlformats.org/officeDocument/2006/relationships/slide" Target="/ppt/slides/slide39.xml" Id="Rd5e539d0bde243fd" /><Relationship Type="http://schemas.openxmlformats.org/officeDocument/2006/relationships/slide" Target="/ppt/slides/slide40.xml" Id="Rc4f5b4ec1a6f4cd1" /><Relationship Type="http://schemas.openxmlformats.org/officeDocument/2006/relationships/slide" Target="/ppt/slides/slide41.xml" Id="R0f5283be36694f46" /><Relationship Type="http://schemas.openxmlformats.org/officeDocument/2006/relationships/slide" Target="/ppt/slides/slide42.xml" Id="Rd933380bdbed4f34" /><Relationship Type="http://schemas.openxmlformats.org/officeDocument/2006/relationships/slide" Target="/ppt/slides/slide43.xml" Id="R6c98efae66354a06" /><Relationship Type="http://schemas.openxmlformats.org/officeDocument/2006/relationships/slide" Target="/ppt/slides/slide44.xml" Id="R95f84b7e640d43b4" /><Relationship Type="http://schemas.openxmlformats.org/officeDocument/2006/relationships/slide" Target="/ppt/slides/slide45.xml" Id="R128a75aba4f04e30" /><Relationship Type="http://schemas.openxmlformats.org/officeDocument/2006/relationships/slide" Target="/ppt/slides/slide46.xml" Id="R51081590c65e4c15" /><Relationship Type="http://schemas.openxmlformats.org/officeDocument/2006/relationships/slide" Target="/ppt/slides/slide47.xml" Id="Rc3a0363c5af8405a" /><Relationship Type="http://schemas.openxmlformats.org/officeDocument/2006/relationships/slide" Target="/ppt/slides/slide48.xml" Id="R33f76c8a838b47c3" /><Relationship Type="http://schemas.openxmlformats.org/officeDocument/2006/relationships/slide" Target="/ppt/slides/slide49.xml" Id="R1cacfee670d74e43" /><Relationship Type="http://schemas.openxmlformats.org/officeDocument/2006/relationships/slide" Target="/ppt/slides/slide50.xml" Id="Rc36db15af2984d46" /><Relationship Type="http://schemas.openxmlformats.org/officeDocument/2006/relationships/slide" Target="/ppt/slides/slide51.xml" Id="Re752d53c490a4297" /><Relationship Type="http://schemas.openxmlformats.org/officeDocument/2006/relationships/slide" Target="/ppt/slides/slide52.xml" Id="R248252188fab48bc" /><Relationship Type="http://schemas.openxmlformats.org/officeDocument/2006/relationships/slide" Target="/ppt/slides/slide53.xml" Id="R02e752effb884a24" /><Relationship Type="http://schemas.openxmlformats.org/officeDocument/2006/relationships/slide" Target="/ppt/slides/slide54.xml" Id="R02f1dd3fa6074517" /><Relationship Type="http://schemas.openxmlformats.org/officeDocument/2006/relationships/slide" Target="/ppt/slides/slide55.xml" Id="Ra088954885e649bc" /><Relationship Type="http://schemas.openxmlformats.org/officeDocument/2006/relationships/slide" Target="/ppt/slides/slide56.xml" Id="R0774ba69d4914d3a" /><Relationship Type="http://schemas.openxmlformats.org/officeDocument/2006/relationships/slide" Target="/ppt/slides/slide57.xml" Id="R0c5650a5cfc84721" /><Relationship Type="http://schemas.openxmlformats.org/officeDocument/2006/relationships/slide" Target="/ppt/slides/slide58.xml" Id="Rcbfbbf103d9a4e9b" /><Relationship Type="http://schemas.openxmlformats.org/officeDocument/2006/relationships/slide" Target="/ppt/slides/slide59.xml" Id="R80adfb2e2056463a" /><Relationship Type="http://schemas.openxmlformats.org/officeDocument/2006/relationships/slide" Target="/ppt/slides/slide60.xml" Id="Rfbdb863ea84c4f12" /><Relationship Type="http://schemas.openxmlformats.org/officeDocument/2006/relationships/slide" Target="/ppt/slides/slide61.xml" Id="R06737cc8bf854045" /><Relationship Type="http://schemas.openxmlformats.org/officeDocument/2006/relationships/slide" Target="/ppt/slides/slide62.xml" Id="RcmdOverrideSli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f4f3f43289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f0280cb8274fc1" /><Relationship Type="http://schemas.openxmlformats.org/officeDocument/2006/relationships/notesMaster" Target="/ppt/notesMasters/notesMaster1.xml" Id="R6f3d6703de7a42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7b923c3d494016" /><Relationship Type="http://schemas.openxmlformats.org/officeDocument/2006/relationships/notesMaster" Target="/ppt/notesMasters/notesMaster1.xml" Id="R0904284fcc5348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d030f2b3ef4e91" /><Relationship Type="http://schemas.openxmlformats.org/officeDocument/2006/relationships/notesMaster" Target="/ppt/notesMasters/notesMaster1.xml" Id="Ra2c62966a9d54e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622cb11f0a4339" /><Relationship Type="http://schemas.openxmlformats.org/officeDocument/2006/relationships/notesMaster" Target="/ppt/notesMasters/notesMaster1.xml" Id="Rf3242553690540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ae6ca5eaaf4ec7" /><Relationship Type="http://schemas.openxmlformats.org/officeDocument/2006/relationships/notesMaster" Target="/ppt/notesMasters/notesMaster1.xml" Id="Rca9cf31c944e4e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412607f9cf4c67" /><Relationship Type="http://schemas.openxmlformats.org/officeDocument/2006/relationships/notesMaster" Target="/ppt/notesMasters/notesMaster1.xml" Id="R38c867f1b6914e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58bb1031a44522" /><Relationship Type="http://schemas.openxmlformats.org/officeDocument/2006/relationships/notesMaster" Target="/ppt/notesMasters/notesMaster1.xml" Id="R3c5494245ad149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43a2e0d82b4d3f" /><Relationship Type="http://schemas.openxmlformats.org/officeDocument/2006/relationships/notesMaster" Target="/ppt/notesMasters/notesMaster1.xml" Id="Rc6120a379f5b42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af74ecb33f4efa" /><Relationship Type="http://schemas.openxmlformats.org/officeDocument/2006/relationships/notesMaster" Target="/ppt/notesMasters/notesMaster1.xml" Id="Ree9506f6150e41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60293196bd4cfa" /><Relationship Type="http://schemas.openxmlformats.org/officeDocument/2006/relationships/notesMaster" Target="/ppt/notesMasters/notesMaster1.xml" Id="R10cc083eb8ad4e8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1a7e29615b4378" /><Relationship Type="http://schemas.openxmlformats.org/officeDocument/2006/relationships/notesMaster" Target="/ppt/notesMasters/notesMaster1.xml" Id="R1090671a04974c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d42319d761459b" /><Relationship Type="http://schemas.openxmlformats.org/officeDocument/2006/relationships/notesMaster" Target="/ppt/notesMasters/notesMaster1.xml" Id="Re869f3026fae4c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8081f9872ed4029" /><Relationship Type="http://schemas.openxmlformats.org/officeDocument/2006/relationships/notesMaster" Target="/ppt/notesMasters/notesMaster1.xml" Id="R4a3935a2b3bb4d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a77b6a69986475d" /><Relationship Type="http://schemas.openxmlformats.org/officeDocument/2006/relationships/notesMaster" Target="/ppt/notesMasters/notesMaster1.xml" Id="R21f0b83768374c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cc596c5f24c4fca" /><Relationship Type="http://schemas.openxmlformats.org/officeDocument/2006/relationships/notesMaster" Target="/ppt/notesMasters/notesMaster1.xml" Id="Rd1338a021c624f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4e116d3f654f8b" /><Relationship Type="http://schemas.openxmlformats.org/officeDocument/2006/relationships/notesMaster" Target="/ppt/notesMasters/notesMaster1.xml" Id="R6477dafa2d20415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276226ce3154490" /><Relationship Type="http://schemas.openxmlformats.org/officeDocument/2006/relationships/notesMaster" Target="/ppt/notesMasters/notesMaster1.xml" Id="R99dd3ce0be594eb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0efb899598424d" /><Relationship Type="http://schemas.openxmlformats.org/officeDocument/2006/relationships/notesMaster" Target="/ppt/notesMasters/notesMaster1.xml" Id="Rae47d1e2c2cf461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41edbd88142454c" /><Relationship Type="http://schemas.openxmlformats.org/officeDocument/2006/relationships/notesMaster" Target="/ppt/notesMasters/notesMaster1.xml" Id="R11faf9fbac6c449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629358134e24dff" /><Relationship Type="http://schemas.openxmlformats.org/officeDocument/2006/relationships/notesMaster" Target="/ppt/notesMasters/notesMaster1.xml" Id="Rdf5b1b4552d842d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45690825276402c" /><Relationship Type="http://schemas.openxmlformats.org/officeDocument/2006/relationships/notesMaster" Target="/ppt/notesMasters/notesMaster1.xml" Id="Rabf4d137e42a404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a058b9bd24d4f3e" /><Relationship Type="http://schemas.openxmlformats.org/officeDocument/2006/relationships/notesMaster" Target="/ppt/notesMasters/notesMaster1.xml" Id="Ra4af5a38d586440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a571a996e75450a" /><Relationship Type="http://schemas.openxmlformats.org/officeDocument/2006/relationships/notesMaster" Target="/ppt/notesMasters/notesMaster1.xml" Id="R10e2b5028f224b4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07911e72907477c" /><Relationship Type="http://schemas.openxmlformats.org/officeDocument/2006/relationships/notesMaster" Target="/ppt/notesMasters/notesMaster1.xml" Id="R3cb3ea024a41407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cd98d02bf5a4dac" /><Relationship Type="http://schemas.openxmlformats.org/officeDocument/2006/relationships/notesMaster" Target="/ppt/notesMasters/notesMaster1.xml" Id="R35d8cd27346b4b6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6e674c841b04a3c" /><Relationship Type="http://schemas.openxmlformats.org/officeDocument/2006/relationships/notesMaster" Target="/ppt/notesMasters/notesMaster1.xml" Id="Rfad7870aae4e41b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81e74d003674da1" /><Relationship Type="http://schemas.openxmlformats.org/officeDocument/2006/relationships/notesMaster" Target="/ppt/notesMasters/notesMaster1.xml" Id="R55f8b032d6fc470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80ca2ac57964d8b" /><Relationship Type="http://schemas.openxmlformats.org/officeDocument/2006/relationships/notesMaster" Target="/ppt/notesMasters/notesMaster1.xml" Id="Rddc95f4b943f474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3d6991a222844e4" /><Relationship Type="http://schemas.openxmlformats.org/officeDocument/2006/relationships/notesMaster" Target="/ppt/notesMasters/notesMaster1.xml" Id="R2505b6053da0430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4ac42c9f34e4ea7" /><Relationship Type="http://schemas.openxmlformats.org/officeDocument/2006/relationships/notesMaster" Target="/ppt/notesMasters/notesMaster1.xml" Id="R822e3f06250f402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144e9621c3449d" /><Relationship Type="http://schemas.openxmlformats.org/officeDocument/2006/relationships/notesMaster" Target="/ppt/notesMasters/notesMaster1.xml" Id="R8edce10e723c468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3103a0a2cd84d7b" /><Relationship Type="http://schemas.openxmlformats.org/officeDocument/2006/relationships/notesMaster" Target="/ppt/notesMasters/notesMaster1.xml" Id="R846f6488d2764af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0b9582862194c58" /><Relationship Type="http://schemas.openxmlformats.org/officeDocument/2006/relationships/notesMaster" Target="/ppt/notesMasters/notesMaster1.xml" Id="R587fc427ff874c1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94773d9de39428d" /><Relationship Type="http://schemas.openxmlformats.org/officeDocument/2006/relationships/notesMaster" Target="/ppt/notesMasters/notesMaster1.xml" Id="R182cc6d44990486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709c04cdebd470c" /><Relationship Type="http://schemas.openxmlformats.org/officeDocument/2006/relationships/notesMaster" Target="/ppt/notesMasters/notesMaster1.xml" Id="R52ec92722f65442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e116d572a9049e1" /><Relationship Type="http://schemas.openxmlformats.org/officeDocument/2006/relationships/notesMaster" Target="/ppt/notesMasters/notesMaster1.xml" Id="R1b1f84cb7edf4e2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bdf223438944946" /><Relationship Type="http://schemas.openxmlformats.org/officeDocument/2006/relationships/notesMaster" Target="/ppt/notesMasters/notesMaster1.xml" Id="Rdf67cf97cb7344a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b1b006b3e5a4e88" /><Relationship Type="http://schemas.openxmlformats.org/officeDocument/2006/relationships/notesMaster" Target="/ppt/notesMasters/notesMaster1.xml" Id="R8efddbac167d4da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db9ae31d2b94ca8" /><Relationship Type="http://schemas.openxmlformats.org/officeDocument/2006/relationships/notesMaster" Target="/ppt/notesMasters/notesMaster1.xml" Id="R4e552ff83057440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3de50d8cc0843c7" /><Relationship Type="http://schemas.openxmlformats.org/officeDocument/2006/relationships/notesMaster" Target="/ppt/notesMasters/notesMaster1.xml" Id="R09107a31a2aa423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b9985408c0547f1" /><Relationship Type="http://schemas.openxmlformats.org/officeDocument/2006/relationships/notesMaster" Target="/ppt/notesMasters/notesMaster1.xml" Id="R4ff9fc31858c4de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cb1908da38a42c2" /><Relationship Type="http://schemas.openxmlformats.org/officeDocument/2006/relationships/notesMaster" Target="/ppt/notesMasters/notesMaster1.xml" Id="R9d11cc9bee4843e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76d96bc4c4544ba" /><Relationship Type="http://schemas.openxmlformats.org/officeDocument/2006/relationships/notesMaster" Target="/ppt/notesMasters/notesMaster1.xml" Id="R20638d20f4124bc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643c07143a54f77" /><Relationship Type="http://schemas.openxmlformats.org/officeDocument/2006/relationships/notesMaster" Target="/ppt/notesMasters/notesMaster1.xml" Id="Rca59986b94ea453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d8feee532da443f" /><Relationship Type="http://schemas.openxmlformats.org/officeDocument/2006/relationships/notesMaster" Target="/ppt/notesMasters/notesMaster1.xml" Id="R6be54f80b88e4dc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51a2c705b324916" /><Relationship Type="http://schemas.openxmlformats.org/officeDocument/2006/relationships/notesMaster" Target="/ppt/notesMasters/notesMaster1.xml" Id="R5b14027bfe7e4a7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707ff134b6e46d5" /><Relationship Type="http://schemas.openxmlformats.org/officeDocument/2006/relationships/notesMaster" Target="/ppt/notesMasters/notesMaster1.xml" Id="Rd30382d8caf14da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1829b8f7c904977" /><Relationship Type="http://schemas.openxmlformats.org/officeDocument/2006/relationships/notesMaster" Target="/ppt/notesMasters/notesMaster1.xml" Id="R773fdeca017340a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6e40018e7b1418a" /><Relationship Type="http://schemas.openxmlformats.org/officeDocument/2006/relationships/notesMaster" Target="/ppt/notesMasters/notesMaster1.xml" Id="R3ccab71a7bfc4f2f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7cb97d240924845" /><Relationship Type="http://schemas.openxmlformats.org/officeDocument/2006/relationships/notesMaster" Target="/ppt/notesMasters/notesMaster1.xml" Id="Ra7b5a9287daf439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f93a9c47ced4428" /><Relationship Type="http://schemas.openxmlformats.org/officeDocument/2006/relationships/notesMaster" Target="/ppt/notesMasters/notesMaster1.xml" Id="Rc1d55aa9d57146d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8617d8c169b401b" /><Relationship Type="http://schemas.openxmlformats.org/officeDocument/2006/relationships/notesMaster" Target="/ppt/notesMasters/notesMaster1.xml" Id="R7a52defc0599479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02874aad5f1491d" /><Relationship Type="http://schemas.openxmlformats.org/officeDocument/2006/relationships/notesMaster" Target="/ppt/notesMasters/notesMaster1.xml" Id="Rf061350aa1624a9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245465cc0be4fab" /><Relationship Type="http://schemas.openxmlformats.org/officeDocument/2006/relationships/notesMaster" Target="/ppt/notesMasters/notesMaster1.xml" Id="R13bb004ceecc4ab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dbeb228848dc42a6" /><Relationship Type="http://schemas.openxmlformats.org/officeDocument/2006/relationships/notesMaster" Target="/ppt/notesMasters/notesMaster1.xml" Id="R17d2728bf0ec48a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408ca932c5e5423c" /><Relationship Type="http://schemas.openxmlformats.org/officeDocument/2006/relationships/notesMaster" Target="/ppt/notesMasters/notesMaster1.xml" Id="Rc76bedb3ddf34ff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e618a9e65394ffa" /><Relationship Type="http://schemas.openxmlformats.org/officeDocument/2006/relationships/notesMaster" Target="/ppt/notesMasters/notesMaster1.xml" Id="R5a2cbabbebf548f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c57c724a3e4740cf" /><Relationship Type="http://schemas.openxmlformats.org/officeDocument/2006/relationships/notesMaster" Target="/ppt/notesMasters/notesMaster1.xml" Id="R20f05565b79240a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19308a39121840a2" /><Relationship Type="http://schemas.openxmlformats.org/officeDocument/2006/relationships/notesMaster" Target="/ppt/notesMasters/notesMaster1.xml" Id="R42faf3b97f0b4a6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8cccb1b2bc324061" /><Relationship Type="http://schemas.openxmlformats.org/officeDocument/2006/relationships/notesMaster" Target="/ppt/notesMasters/notesMaster1.xml" Id="Re4daf8b796d84b8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09d9bde566df45d6" /><Relationship Type="http://schemas.openxmlformats.org/officeDocument/2006/relationships/notesMaster" Target="/ppt/notesMasters/notesMaster1.xml" Id="R3b51fa008e054b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f9bd3935c643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c2f3cbec124a57" /><Relationship Type="http://schemas.openxmlformats.org/officeDocument/2006/relationships/slideLayout" Target="/ppt/slideLayouts/slideLayout1.xml" Id="R1c7274ce272844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7274ce2728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a0d7292d845dc" /><Relationship Type="http://schemas.openxmlformats.org/officeDocument/2006/relationships/image" Target="/ppt/media/image.png" Id="R3bcc4e607411401b" /><Relationship Type="http://schemas.openxmlformats.org/officeDocument/2006/relationships/notesSlide" Target="/ppt/notesSlides/notesSlide1.xml" Id="R954245b9a6b049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8be05aa7b4827" /><Relationship Type="http://schemas.openxmlformats.org/officeDocument/2006/relationships/notesSlide" Target="/ppt/notesSlides/notesSlide2.xml" Id="Rb2190550d0a746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e72e2093f4f57" /><Relationship Type="http://schemas.openxmlformats.org/officeDocument/2006/relationships/notesSlide" Target="/ppt/notesSlides/notesSlide3.xml" Id="R83d7b85f64ba48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37f4cbc0448dd" /><Relationship Type="http://schemas.openxmlformats.org/officeDocument/2006/relationships/notesSlide" Target="/ppt/notesSlides/notesSlide4.xml" Id="R028e76fe56b148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af1cf6b6449d0" /><Relationship Type="http://schemas.openxmlformats.org/officeDocument/2006/relationships/notesSlide" Target="/ppt/notesSlides/notesSlide5.xml" Id="Rb31737109a2244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18ee3b0b740d4" /><Relationship Type="http://schemas.openxmlformats.org/officeDocument/2006/relationships/notesSlide" Target="/ppt/notesSlides/notesSlide6.xml" Id="Rb0c125e69f074a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48fbef5604a35" /><Relationship Type="http://schemas.openxmlformats.org/officeDocument/2006/relationships/notesSlide" Target="/ppt/notesSlides/notesSlide7.xml" Id="Rd86b397f55994f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ea868843f4ae8" /><Relationship Type="http://schemas.openxmlformats.org/officeDocument/2006/relationships/notesSlide" Target="/ppt/notesSlides/notesSlide8.xml" Id="R79566b8143874f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4b36318f844aa" /><Relationship Type="http://schemas.openxmlformats.org/officeDocument/2006/relationships/notesSlide" Target="/ppt/notesSlides/notesSlide9.xml" Id="Rd2c46869e6cf48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7eed0fa804d6a" /><Relationship Type="http://schemas.openxmlformats.org/officeDocument/2006/relationships/notesSlide" Target="/ppt/notesSlides/notesSlide10.xml" Id="R5b374b3e9c484f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0ec48369e4283" /><Relationship Type="http://schemas.openxmlformats.org/officeDocument/2006/relationships/notesSlide" Target="/ppt/notesSlides/notesSlide11.xml" Id="Rd5b5dbed066449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1d016dfea4f7e" /><Relationship Type="http://schemas.openxmlformats.org/officeDocument/2006/relationships/notesSlide" Target="/ppt/notesSlides/notesSlide12.xml" Id="Rd54140b6466f4a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ef94e8db24b1d" /><Relationship Type="http://schemas.openxmlformats.org/officeDocument/2006/relationships/notesSlide" Target="/ppt/notesSlides/notesSlide13.xml" Id="Raa4bf43185654d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764c8201c4c9a" /><Relationship Type="http://schemas.openxmlformats.org/officeDocument/2006/relationships/notesSlide" Target="/ppt/notesSlides/notesSlide14.xml" Id="Red024133c13741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6378eafaa4612" /><Relationship Type="http://schemas.openxmlformats.org/officeDocument/2006/relationships/notesSlide" Target="/ppt/notesSlides/notesSlide15.xml" Id="R5f0ef0fba2eb42c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7ba1c594b4586" /><Relationship Type="http://schemas.openxmlformats.org/officeDocument/2006/relationships/notesSlide" Target="/ppt/notesSlides/notesSlide16.xml" Id="R8df489d489cc4d3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47f9f72874435" /><Relationship Type="http://schemas.openxmlformats.org/officeDocument/2006/relationships/notesSlide" Target="/ppt/notesSlides/notesSlide17.xml" Id="Rb916a008d43d407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4d79085914949" /><Relationship Type="http://schemas.openxmlformats.org/officeDocument/2006/relationships/notesSlide" Target="/ppt/notesSlides/notesSlide18.xml" Id="R5d0208d0598b46f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cbbd513654e93" /><Relationship Type="http://schemas.openxmlformats.org/officeDocument/2006/relationships/notesSlide" Target="/ppt/notesSlides/notesSlide19.xml" Id="R10c769b486c64e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7d95dab584dea" /><Relationship Type="http://schemas.openxmlformats.org/officeDocument/2006/relationships/notesSlide" Target="/ppt/notesSlides/notesSlide20.xml" Id="Rdb0dde3429ec4fd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52593c9ff4101" /><Relationship Type="http://schemas.openxmlformats.org/officeDocument/2006/relationships/notesSlide" Target="/ppt/notesSlides/notesSlide21.xml" Id="Ra5551d26865e400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59f78b17345b6" /><Relationship Type="http://schemas.openxmlformats.org/officeDocument/2006/relationships/notesSlide" Target="/ppt/notesSlides/notesSlide22.xml" Id="R74fe5a5cca144f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edadd80344947" /><Relationship Type="http://schemas.openxmlformats.org/officeDocument/2006/relationships/notesSlide" Target="/ppt/notesSlides/notesSlide23.xml" Id="R094a7cb68469410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a401e4c8e4162" /><Relationship Type="http://schemas.openxmlformats.org/officeDocument/2006/relationships/notesSlide" Target="/ppt/notesSlides/notesSlide24.xml" Id="Rec60c3b33f3e4e4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f324a1fce4503" /><Relationship Type="http://schemas.openxmlformats.org/officeDocument/2006/relationships/notesSlide" Target="/ppt/notesSlides/notesSlide25.xml" Id="Rc3c8dfe3c98c4ac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81d5265914192" /><Relationship Type="http://schemas.openxmlformats.org/officeDocument/2006/relationships/notesSlide" Target="/ppt/notesSlides/notesSlide26.xml" Id="Ra20eec38f3ca410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b6a040fc740ac" /><Relationship Type="http://schemas.openxmlformats.org/officeDocument/2006/relationships/notesSlide" Target="/ppt/notesSlides/notesSlide27.xml" Id="R0656976030c5440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06fb958094e48" /><Relationship Type="http://schemas.openxmlformats.org/officeDocument/2006/relationships/notesSlide" Target="/ppt/notesSlides/notesSlide28.xml" Id="R46125c91f520467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54102a0544e89" /><Relationship Type="http://schemas.openxmlformats.org/officeDocument/2006/relationships/notesSlide" Target="/ppt/notesSlides/notesSlide29.xml" Id="Ra1fb56d4ddd04d2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db23659bf41a0" /><Relationship Type="http://schemas.openxmlformats.org/officeDocument/2006/relationships/notesSlide" Target="/ppt/notesSlides/notesSlide30.xml" Id="R33be0eea660f40c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c51eb88c94a17" /><Relationship Type="http://schemas.openxmlformats.org/officeDocument/2006/relationships/notesSlide" Target="/ppt/notesSlides/notesSlide31.xml" Id="R8f0f5c413a5d429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ce172fe844a24" /><Relationship Type="http://schemas.openxmlformats.org/officeDocument/2006/relationships/notesSlide" Target="/ppt/notesSlides/notesSlide32.xml" Id="R6c7f7020b00d435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9bbc6cdcd4406" /><Relationship Type="http://schemas.openxmlformats.org/officeDocument/2006/relationships/notesSlide" Target="/ppt/notesSlides/notesSlide33.xml" Id="R194363a8cd3d4cf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33f3b784a43e4" /><Relationship Type="http://schemas.openxmlformats.org/officeDocument/2006/relationships/notesSlide" Target="/ppt/notesSlides/notesSlide34.xml" Id="R904f112c5fec43d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93e0c3c8040ce" /><Relationship Type="http://schemas.openxmlformats.org/officeDocument/2006/relationships/notesSlide" Target="/ppt/notesSlides/notesSlide35.xml" Id="R8645ba0d00004e6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7c5f73f8441a8" /><Relationship Type="http://schemas.openxmlformats.org/officeDocument/2006/relationships/notesSlide" Target="/ppt/notesSlides/notesSlide36.xml" Id="R5cf2e17da9714b3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5041e22fd4613" /><Relationship Type="http://schemas.openxmlformats.org/officeDocument/2006/relationships/notesSlide" Target="/ppt/notesSlides/notesSlide37.xml" Id="Rc08eee7ad2e045c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f61dc01984e30" /><Relationship Type="http://schemas.openxmlformats.org/officeDocument/2006/relationships/notesSlide" Target="/ppt/notesSlides/notesSlide38.xml" Id="R23fd21d42fcb42c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3a3329a37411f" /><Relationship Type="http://schemas.openxmlformats.org/officeDocument/2006/relationships/notesSlide" Target="/ppt/notesSlides/notesSlide39.xml" Id="R53ab3fb7a8524db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bf2cdf1654834" /><Relationship Type="http://schemas.openxmlformats.org/officeDocument/2006/relationships/notesSlide" Target="/ppt/notesSlides/notesSlide40.xml" Id="R218757fa1e484f0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4cc219f8e4529" /><Relationship Type="http://schemas.openxmlformats.org/officeDocument/2006/relationships/notesSlide" Target="/ppt/notesSlides/notesSlide41.xml" Id="Re29e9530e7a344e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dd86c4dd64929" /><Relationship Type="http://schemas.openxmlformats.org/officeDocument/2006/relationships/notesSlide" Target="/ppt/notesSlides/notesSlide42.xml" Id="R4a016ca59fa54c6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9eb40499b4d00" /><Relationship Type="http://schemas.openxmlformats.org/officeDocument/2006/relationships/notesSlide" Target="/ppt/notesSlides/notesSlide43.xml" Id="R02f4e5895b47462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e7416f4384ba9" /><Relationship Type="http://schemas.openxmlformats.org/officeDocument/2006/relationships/image" Target="/ppt/media/image2.png" Id="R3e9375edeb954b3f" /><Relationship Type="http://schemas.openxmlformats.org/officeDocument/2006/relationships/notesSlide" Target="/ppt/notesSlides/notesSlide44.xml" Id="R2cd6109dc4ba43e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be76c8a104741" /><Relationship Type="http://schemas.openxmlformats.org/officeDocument/2006/relationships/notesSlide" Target="/ppt/notesSlides/notesSlide45.xml" Id="Rae093e62a4184dc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e0e05634648dd" /><Relationship Type="http://schemas.openxmlformats.org/officeDocument/2006/relationships/notesSlide" Target="/ppt/notesSlides/notesSlide46.xml" Id="R13496314209e418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9398318924eb3" /><Relationship Type="http://schemas.openxmlformats.org/officeDocument/2006/relationships/notesSlide" Target="/ppt/notesSlides/notesSlide47.xml" Id="R3123842d7085453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e06ebb37e43b6" /><Relationship Type="http://schemas.openxmlformats.org/officeDocument/2006/relationships/notesSlide" Target="/ppt/notesSlides/notesSlide48.xml" Id="Rabce0e318c5c4e9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402c8d1f344f8" /><Relationship Type="http://schemas.openxmlformats.org/officeDocument/2006/relationships/notesSlide" Target="/ppt/notesSlides/notesSlide49.xml" Id="Rb7be275c4f6f40b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012233eec4ab1" /><Relationship Type="http://schemas.openxmlformats.org/officeDocument/2006/relationships/notesSlide" Target="/ppt/notesSlides/notesSlide50.xml" Id="R7d0ed0d776244f2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001d032f74131" /><Relationship Type="http://schemas.openxmlformats.org/officeDocument/2006/relationships/notesSlide" Target="/ppt/notesSlides/notesSlide51.xml" Id="R893ff1506072464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8932cf00f4261" /><Relationship Type="http://schemas.openxmlformats.org/officeDocument/2006/relationships/notesSlide" Target="/ppt/notesSlides/notesSlide52.xml" Id="Raf3403f5f94f40e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18fbf95d64a54" /><Relationship Type="http://schemas.openxmlformats.org/officeDocument/2006/relationships/notesSlide" Target="/ppt/notesSlides/notesSlide53.xml" Id="Rd8c3f6d08df94a34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6e1335dfe4de7" /><Relationship Type="http://schemas.openxmlformats.org/officeDocument/2006/relationships/notesSlide" Target="/ppt/notesSlides/notesSlide54.xml" Id="R56a0dd3a9afb457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fb00699264c82" /><Relationship Type="http://schemas.openxmlformats.org/officeDocument/2006/relationships/notesSlide" Target="/ppt/notesSlides/notesSlide55.xml" Id="R20ce0f636a9a406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d84bafc664660" /><Relationship Type="http://schemas.openxmlformats.org/officeDocument/2006/relationships/notesSlide" Target="/ppt/notesSlides/notesSlide56.xml" Id="R5684fb80575c42c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ad46279ad4958" /><Relationship Type="http://schemas.openxmlformats.org/officeDocument/2006/relationships/notesSlide" Target="/ppt/notesSlides/notesSlide57.xml" Id="R7688a077649f460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e42be2c07400c" /><Relationship Type="http://schemas.openxmlformats.org/officeDocument/2006/relationships/notesSlide" Target="/ppt/notesSlides/notesSlide58.xml" Id="R0263faae281043eb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6236751ff4614" /><Relationship Type="http://schemas.openxmlformats.org/officeDocument/2006/relationships/notesSlide" Target="/ppt/notesSlides/notesSlide59.xml" Id="Re024891c12e7435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46ef11817340cf" /><Relationship Type="http://schemas.openxmlformats.org/officeDocument/2006/relationships/notesSlide" Target="/ppt/notesSlides/notesSlide60.xml" Id="Ra4c0c4287b7b4d5e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b70c702334129" /><Relationship Type="http://schemas.openxmlformats.org/officeDocument/2006/relationships/notesSlide" Target="/ppt/notesSlides/notesSlide61.xml" Id="R5495787bc53d4d0c" /></Relationships>
</file>

<file path=ppt/slides/_rels/slide62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slideLayoutCmdOverri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c4e607411401b"/>
          <a:srcRect xmlns:a="http://schemas.openxmlformats.org/drawingml/2006/main" l="16310" t="0" r="16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450" y="0"/>
            <a:ext cx="82105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B0813-D9C1-48A8-826F-5276B424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752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695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2D89E-88FF-4B11-8C9C-28E4EBD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E950B-2225-4AA9-A4F4-8341F99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924A6-C016-467E-914F-ED624EC1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50B18-076A-4AA6-9B99-BBE810B3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FFC934-BFE5-4E8C-8793-5D2814C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4D777-2500-47FF-9828-22C71CBB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8953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62500"/>
            <a:ext cx="880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33314-FDF1-4E64-9D77-1E70FEB3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AB52-AF72-42FC-B902-D76DDE1C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F33F0-0EE4-4BEA-9451-89144FB5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58297-BBEE-4AE5-9BC8-8B0F316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62E38-5156-4A13-9FEB-0089BACE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AA1F4-0388-463B-BF30-7EFC985F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C194A-3536-4819-8608-3AE4AF7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F80D7-0D18-4912-8019-DC4BC011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CEFCA-D831-4581-B0B0-FFF7E1F7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C53A-894D-489E-9229-01B11B9D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FD821-CBD8-4432-95A0-37FC20F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84AFA-1B12-4A1E-8043-92A7B344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6F9AE-C708-4E85-9F5A-25A563C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C1AAD-08F5-4CAE-827F-A7B39D69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38700"/>
            <a:ext cx="86106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D069C-6C3C-49D0-9528-FF2E20BE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C0C01-1574-422A-AED7-82B4192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1E77E-47A5-4FEA-BD85-AC396795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0BD6D-FDEF-43FB-B020-9F6BC8CD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5780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389383-1A16-4358-9773-FE9EE8DE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BE77B-896E-44E8-BE7A-A26FBDAB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0D894-B4FF-4648-9F78-26269E95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6393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286500" cy="29527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58674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81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03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527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例：python:3.11-slim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 root 跑程式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production 會更常看到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9144000" cy="609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這堂要會讀懂前七個；USER 和 ENV 先知道用途，細節之後遇到 production 再補。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基礎 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精簡版作為基礎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先複製 requirements.txt 並安裝套件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（這樣做可以利用 Docker 的快取機制，後面會解釋）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再複製其餘程式碼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41525"/>
            <a:ext cx="102108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429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72050"/>
            <a:ext cx="701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6096000" cy="3429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5676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31051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2647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10200"/>
            <a:ext cx="82677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4355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102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先觀察兩種順序差異，再回到 build cache 原理。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015F098-BC60-441E-BD49-C48146D5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FED027-BF07-42E8-B0C9-53986FF1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寫法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41A7E3C-3FB6-4BCD-8583-275BAD27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AEE85D3E-3A9C-40EC-AF5F-B20B8824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3BFF382-0EAF-4C1A-A115-8C71C58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好的做法 ✓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不好的做法 ✗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導致每次都要重裝套件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560B4EB-BA6C-4D78-87E9-84FBDB9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D59F8B1C-AD15-48AA-8C14-15D99FD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71088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71800"/>
            <a:ext cx="5048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33650"/>
            <a:ext cx="53911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7652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57340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38375"/>
            <a:ext cx="497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57350"/>
            <a:ext cx="60769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00225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219200"/>
            <a:ext cx="64198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62075"/>
            <a:ext cx="565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31623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0500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27051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14900"/>
            <a:ext cx="7239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334000"/>
            <a:ext cx="681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67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1D668-0BFA-4D5D-9BA4-274EF5F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A0CD9-BEA7-44BA-B04D-9D3D1BDF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139DD-3CCB-4C38-AC6C-370C4183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953250" cy="2838450"/>
          </a:xfrm>
          <a:prstGeom xmlns:a="http://schemas.openxmlformats.org/drawingml/2006/main" prst="roundRect">
            <a:avLst>
              <a:gd name="adj" fmla="val 33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4C138-D4D0-4758-89A5-D29C7646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50006-3D51-4CDA-B9C6-39A67E4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466D5-3E17-47B9-9532-E83D302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AC471-8269-48EC-A614-B483C155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5341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&amp;&amp; rm -rf /var/lib/apt/lists/*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ADBC-D10F-4316-8DF5-0CE54CA0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859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5BBFE-1EB3-434F-871A-E6E90562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7A1A4-F61A-424D-BED5-2CC5B19D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EB74D-99E1-465C-97CF-7BAC00E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0C89F-4030-476E-A602-D7EDB70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B7E0F-BA94-462F-BAC4-2117C762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861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 docker history layer-many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87C25-E264-4270-A985-9C9041A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957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C8A83-7AD0-4861-9BEA-58F4E14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0B51B-766D-408A-B95D-A0FD7ECD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910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8EFE0-C61F-4175-8D03-242DCCE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05400"/>
            <a:ext cx="85725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E0CE8C-718E-4716-99C0-3C38239F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38750"/>
            <a:ext cx="792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54248-E453-45D3-90CC-AB033B8C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7536C-4949-4DA3-B4C3-254D2D50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0DAEB-3C1D-4368-8778-90E68A0B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05230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E3BE8-9E5E-41FA-BB76-AA643245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28DD9-404C-463E-8969-961239C6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FD307-11F1-49B4-A922-BD096329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155C7-88AD-417C-B46B-6DD54351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3BF36-675C-4731-8FF8-AF6725EE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BCD75-A62F-4263-BBD1-207709B7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E017A-5670-49BB-83DA-0C6F4EC2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B187F-1F26-487B-BACC-69549471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9317C-19E4-4035-A2A3-8C81134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6477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C94EA-129E-4D56-A3F9-33D5252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509BA-F7BE-48DD-B946-077F7B91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87776-C511-47D6-98C9-6F657101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731B1-7576-45C9-8F76-9EEDC223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244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604DD-8260-4B62-8FDE-C1AAD243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A4F1E-87BF-4C1B-B3F7-3469F888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E8284-0EC2-44E9-BE16-60A4AF59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024700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101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746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4762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4343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47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814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8267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19700"/>
            <a:ext cx="754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01B379-ACD6-469F-A810-5396BA63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E6233-77DE-4E65-A551-D52B379B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0173D-B556-4B59-B3AB-C1FFA20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657225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C0D78-C989-4A7C-B07F-AEC930A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CA4FD-BBF3-4811-9759-2EAC5523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02BF8-D141-402D-8104-9ABDC47B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406E-60BD-4AEF-8A95-8846EAAC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61531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&amp;&amp; useradd -m appuser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A69AB-63AF-4F79-AAEC-B268D4E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668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46A02-6125-4E01-BD3B-E4BF524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768C2-0CFB-4F4C-9067-B1452F27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864B5-BBAC-4878-B05B-304DC581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003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684B5-A03C-4282-AE1E-2122A1B6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978C-DC80-46FA-8E0E-9EC69386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51FB2-35C1-4A00-86F8-F6ABE7C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337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2019B-9471-4965-84D1-2C0ABF62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242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BF6EC-9B19-4AFF-8FC3-BFE247A0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719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7C570-8F20-4654-80DD-8B3BF4C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300E7-BB55-4878-ACD6-C5E1BB62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577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A4532-217A-40C3-8446-B6C49B9A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E047A-6082-4B1D-B905-F0800E8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52F03-9840-49DF-9B50-0E7D3FE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1C7EF-472E-40C0-A495-D49F82D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66555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345107F7-650A-45EC-988E-F8D3BDE4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BBF3AE-751C-41D3-A516-86EE33A8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98BA933-A787-4D90-A9AD-FB76DCC7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E9DB4ACB-BDA6-4E51-B828-2495245B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3611B3B-B590-4033-A6F7-3D19246B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63DC27-EEA4-4780-8E8B-948EBFD2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C2254C5-AD8E-4025-9C87-B837E3E7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519986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4095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36766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719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A3424C4-16E1-4193-A046-430E7A02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F42ECE-6A71-4D19-956D-695AD9BF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6750850-B126-4F5A-AE6C-F778C930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1367CE2A-9968-4AC6-A5CD-AAAE6421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CD30AC67-CC18-4B7D-B52E-EDA3B948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2CB8AC0-122E-4C4A-A12C-3A0D4CD6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115C63F-3CC6-44B9-B4BD-B7D0F96C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0719779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2A7DD5C-E147-4246-B79D-EB70D769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C54A5A-F759-4307-A980-D989DE4C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7C86205-13FB-4FF6-B47C-50F3F9F6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01706A7-AD93-4B01-9620-9A407F6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C72097D-BE2D-45F0-8057-97C3334D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965EF12-A5BD-495E-9978-D516EF6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020C6078-E82F-48CB-AC33-CE8B5188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660841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1C78A-165D-43BD-B1DA-3A5274B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33F0-EE45-4729-849C-579C090A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1239F-A934-474E-B2E0-C616087A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6096000" cy="39052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56B92-3C7C-4DA8-ABE4-CCB0A5A3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AF7D3-7E32-48E7-B61D-0EFCFD25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C59EF-7CD2-406D-B97C-0CE3C990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F3E76-CAFB-476D-B514-C7C7E45B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56769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156AF-62E6-47D8-8043-D0353C50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60FE8-4334-4885-9FBB-56FCB19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63277-C186-42E3-8AF7-D9E7D682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88FE9-56C7-4B87-8C1C-E28A2A65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812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E6372-FB9E-4FC6-8637-11D83B2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408F7-BD36-4D68-A2E0-BAA739AB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03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4EE6E-F75A-4500-A629-FB2F9610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385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2B693-FA8D-4885-AA61-451F9CC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290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5356D-A173-446C-91E2-A5ED5D6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52AED-19FC-4CDB-8FC6-8B97A162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957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F4B52-1013-473A-A68E-06622150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9E931-1EBF-44E7-B407-3A1395F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00C40-5512-4AB2-8D77-2BACAAA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BB168-FD57-47E8-B0F5-DB30E620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A01BA-C8B0-4EE4-B03C-773188CC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737063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E10EBE8-AA1C-48D5-8737-E64DF227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957FD-4628-4307-9D5D-D164C0D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D7DB353-8F88-4DBA-8CA4-BAA8FDB1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B87F9B4-9CAC-450F-BBBA-51C4F211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891D1F4-A8B0-426E-B0FE-46DE7F6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22FAA18-E3E1-487E-B11E-9A6FAA0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E58AB30-32DB-4991-ABBB-2FC86A6B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8681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093B7-3227-41B5-AFBC-201D13AC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AFDD6-4A76-4FDD-B10B-5E2C4EEC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B2462-E948-4379-A9DE-3D0833F3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4953000" cy="31527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28600" tIns="228600" rIns="228600" bIns="2286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09F59-79E5-46ED-B710-7027BE03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495425"/>
            <a:ext cx="4953000" cy="31527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28600" tIns="228600" rIns="228600" bIns="2286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31A42-A910-4CF1-9B8B-DC44CED3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9144000" cy="571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298D40E-17FC-44AE-BC2B-230F73A9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66E6F29-69AF-472B-AF9F-BB8BE03A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4E83581-228B-4C73-8D5C-D06752AD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75459046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E934A-4CBD-446C-9D62-C4645E50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D948F-13CC-4011-9A23-C57038AF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0CBFB-66DF-453E-BFF1-73502C94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7EAD4-63AD-49C6-A054-847F8203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4AB3B-CB7C-43E8-8FBF-44CC2B68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02D16F-F184-428A-8CE9-B6C5342B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91440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A6E95FD-54DC-4BD8-835C-BF181067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BA9B145-D86E-4B3D-B54D-24BD2F20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8328211-942F-4420-91F7-45676D11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89295637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14900"/>
            <a:ext cx="7429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33400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BC74E-18B4-4142-AD00-6A7E3898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A0FA50-1335-4328-94F1-5AB5E2E1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AD6EE4-1531-45DD-8759-6676F0E3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27B25-9401-4503-8EEA-985125B1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E15ED-54B1-4B3D-8E6C-2FA204F7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DCEF0-252A-4C80-ADBE-5E482872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AF22B-49D9-46C0-8090-41BDEB40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10210800" cy="571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6C10D-D4C7-41BC-AF9E-DD35345A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64150"/>
            <a:ext cx="7478400" cy="476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7698740-2221-4571-A684-3F6D6A22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7B53EEA-C984-4B31-9080-EDC6CB2D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6ECC5D1-1A45-421E-87F7-9F834A73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  <p:extLst>
      <p:ext uri="{BB962C8B-B14F-4D97-AF65-F5344CB8AC3E}">
        <p14:creationId xmlns:p14="http://schemas.microsoft.com/office/powerpoint/2010/main" val="94151789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90297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53000"/>
            <a:ext cx="834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56D5741F-4E75-43EE-9100-BE12797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5AFE9A-3465-4853-BE12-EDF94641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B3AA4781-489D-4953-A924-66BA5EA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DF0F089-B1CE-48A6-BFCF-791D3342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3BEF95F2-319E-4D38-BA5C-3701EE77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8C78F36-B6AB-4873-B35A-77DEDF84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F29C08D-DA75-4F63-A51A-3CA82F15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2519371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64770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05790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0480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8165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57DB0-CA95-46EB-92B5-C29332DE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A7974-7D63-479F-87E9-408A30A9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85612-F612-48EF-BEFF-F3E59C08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4A2E1-3DCB-4B29-BDED-20C4384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D0C59-7E6C-46BE-AD17-21D37480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A9875-3F82-4CA3-8F80-404703C6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DFBFB-CF33-4C49-BB32-48C11377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6534-09A4-46F4-891C-053D65C1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1F695-7982-4A48-B2FD-7EA85036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BB6D2-B30F-48C0-AD34-3938ADFB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EA07-3A5C-4B37-BC11-003B7B83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3084C-5507-4B82-88B9-90FC4757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8D2CC-D2A0-4733-97CE-3F8ED107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D8EB9-F678-4C11-A6EC-9C4428F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13932-E4DB-4714-8BF2-2075FD01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52FF1-515D-4514-AD5E-AF06F6F2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96E3-F4B7-43BD-AB03-0140F20E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6410165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0B9F2-C985-4FC0-A50A-79AC6F0D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9A9E5-CDFE-4621-8CC6-1C7C0535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5CE63-0738-4E82-A671-6C2FC43F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337AD-0A4D-4B2D-900E-2A1E2618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9DF62-E47B-4AEB-8355-150BE0A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FD408-7D72-4070-95C0-0B320F3B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A6E1E-D291-4625-BA93-57B6C8D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137AF-5B6F-4D91-9F41-B879B451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3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E0667-5E06-4443-AF40-2952F0CD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10050"/>
            <a:ext cx="8763000" cy="13716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E6247-79CE-4F79-BBBB-BD818FC3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EB922-EAF2-4FA0-B025-AE6947D4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319BC-86B9-4AF5-A75F-DCB3AD4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8B49B-C3F7-4F4B-A71F-5C2F9C75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29150"/>
            <a:ext cx="8343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4A8A9-CA8A-457D-A045-87FC1E1F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C3C60-EEE5-4405-B069-1066D4CC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038A8-C1EF-4B44-B17A-CF33BB0D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0600281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E2C74-14AE-4E74-A95C-C40AD09F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C38C1-CD67-4E26-8245-860506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F0303-8D22-4096-AC70-648D687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7DB52-3C6C-46DE-8C5E-E62FAE4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51D68-62C0-4A03-82F8-D4B38854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BC84E-3024-4A21-8255-F11E5F5F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990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DA0C6-8315-49E1-B855-84D3799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A081F-C13B-417A-BA67-64FE0DB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F422E-0740-48EF-8929-6B18992F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8F79F-68FD-4051-A27F-56A5ACA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59C0B-C97D-4AD9-8DD6-CBD858AF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52950"/>
            <a:ext cx="674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F61A-49C9-4785-83EE-E4DB4F7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25CE7-3B9A-4A8F-8B6F-336F274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52EDD-A4E4-4FBD-916E-E9ABF0AA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7118139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58142FC-04FC-426C-89A8-D832AE0C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A23089-9D32-4F8B-94EF-AD244BF0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016FA80C-9720-4B10-8129-D8CCE5F4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99DD23C-5B9E-4330-98B4-042B7B5B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D93BD5FE-C23F-45F0-A39C-6007F758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"""建立資料庫連線"""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mysql.connector.connect(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host='mysql-db',          # 用容器名稱當主機名！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user='flaskuser',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password='flaskpass',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database='flaskdb'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"""初始化資料庫"""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# 等待 MySQL 啟動完成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for i in range(30):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 = conn.cursor()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6057E7B-4F63-48E5-9834-F3E24105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CEA1C0C1-6AEE-4E96-AED5-BED53A72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830893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EA0573E0-67CF-40AA-9A83-CB25164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DF04CA-C035-4DEC-A5DD-34F9BA07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3FAE033-6604-44E5-B439-3E73BF9D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7FBFED5-6287-4593-BCD3-3FBBCAE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08AC9AF-BF8D-4257-B741-CAA52CC3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cursor.execute('''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CREATE TABLE IF NOT EXISTS visitors 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id INT AUTO_INCREMENT PRIMARY KEY,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visit_time TIMESTAMP DEFAULT CURRENT_TIMESTAMP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''')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print("Database initialized!")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return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print(f"Waiting for MySQL... ({i+1}/30)")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time.sleep(2)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print("Failed to connect to MySQL!")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1B96E91-9639-4F37-9FB0-52A26F54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6D5362B-2922-4DFC-8420-F6D05573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0281050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709454E-7F1F-4225-821A-439188A0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2FA65-FC88-4668-A55F-0AAA1A8B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888AC90-C8F9-4617-A618-7E372334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516726D-4961-43DA-8292-E47F68A6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E8143E75-18EF-41B0-B2AE-CC661BE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# 記錄訪問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cursor.execute("INSERT INTO visitors () VALUES ()")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# 取得總訪問次數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cursor.execute("SELECT COUNT(*) FROM visitors")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count = cursor.fetchone()[0]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f'&lt;h1&gt;Hello Docker!&lt;/h1&gt;&lt;p&gt;You are visitor #{count}&lt;/p&gt;'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f'&lt;h1&gt;Error&lt;/h1&gt;&lt;p&gt;{str(e)}&lt;/p&gt;'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cursor.execute("SELECT * FROM visitors ORDER BY visit_time DESC LIMIT 10")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rows = cursor.fetchall()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AE1BE27-D819-4D32-A5EC-25960B12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5A5F9C4-494B-4D20-95C9-7C1C54F3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9102385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1A7D275D-2627-4522-81DD-55C1ABA6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E0CEA5-7F5E-42AF-9D8F-7F3BDD2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7870100-880E-4A4E-BDE4-7F3989E9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FD198DA-480F-44BB-B5BB-6B1258CD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86683E5-7EB7-4D31-9298-299C0BBE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jsonify([{'id': r[0], 'time': str(r[1])} for r in rows])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except Exception as 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jsonify({'error': str(e)})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init_db()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app.run(host='0.0.0.0',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C03FFAC-D7A1-43EA-8AEA-00C4DF49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F283E421-D2D6-4BB9-988B-899CC9E7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4231539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0784A430-CD0B-4A37-BEDB-5542FFC0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D31DC4-DB77-4428-B464-4F4AF267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3FB8E6B-1E07-4284-9479-F2C51C35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CEF9592-EC9D-4EE0-91B7-AC325B27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AA26FDF5-3B2D-4842-82F8-3FBDEA14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mysql-db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flask-network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MYSQL_ROOT_PASSWORD=root123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MYSQL_DATABASE=appdb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flask-web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flask-network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5000:5000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5735D8F-2FEF-40A4-9BAA-8F25842C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E4DD897F-92D3-40E1-9A83-BFC62DE5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3786601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4887D-B59A-4FA9-95FF-E3EAB52C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0234-EFC2-4CF5-AE6D-91B0A285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65465-E29A-4C35-B8F7-B21B3B96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6191250" cy="3752850"/>
          </a:xfrm>
          <a:prstGeom xmlns:a="http://schemas.openxmlformats.org/drawingml/2006/main" prst="roundRect">
            <a:avLst>
              <a:gd name="adj" fmla="val 25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A75C2-3A67-45A1-B8B8-DD97F9C1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EB2A9-3D48-4705-8703-BE6345D3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A0D69-FAAD-4C93-9B99-3B40FF2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88882-768D-405F-A194-656087A9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77215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93ED4-08F5-46C7-9844-DAC9F52E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62150"/>
            <a:ext cx="29527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43768-920B-4542-89B9-71BDD5A0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8ACC0-00C8-419C-B2C9-B100E60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95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27121-BC24-4A2C-9735-C7CA2B08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30B8B-5ED5-40BA-8C5A-99DC16F2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58883-A2CF-4169-811E-93E8188A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1475028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B93076-BF4C-41EF-AC20-EA1DF7A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45EA4-B987-4693-B077-C8801190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C5722-F744-481F-B309-92F9BAB6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F4DA2-E17C-4803-864E-7D1E6059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2BB15-4714-4095-BD6D-979D7FA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BEB5E-2A78-4E03-904C-253AD5A0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F1392-5B91-4572-80E2-C3C14539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2C999-4A72-42E4-BAB0-D2DDBA23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38BB5-7416-4B69-AA95-C71A0021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78523-80E5-433A-9A5A-AC785EE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5036F-CBBE-4025-BFC7-9F92F79A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A453A-86C7-4B13-AFD3-EE15071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67437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F087D-F623-44EA-8BBB-452DD5C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2EDF7-8155-4DEC-8FDF-969E3B8A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7292F-528F-4581-A9E0-06BAECB6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11FD7-1588-491F-B40E-2901BA98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3400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93616-4165-4511-A626-1DB9510A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658DA-66F9-4D7F-9481-4266404A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C2275-EA29-4D84-A4E7-0ACB7CD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79019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38D56-11E6-4D28-8605-4B1655C4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E46B2-CEB1-4EA7-AB5B-AE747B88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375edeb954b3f"/>
          <a:srcRect xmlns:a="http://schemas.openxmlformats.org/drawingml/2006/main" l="6150" t="0" r="61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16CE-D008-4C71-998F-826BA75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8783-72A2-48A4-975A-730ABF32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857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6EC25-5AD6-4454-8A2C-939C517D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8D096-9D3E-4FEE-94DA-A7CDDBC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AEAB4-A16C-403C-B3A3-01300BC9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B036C-631A-4ED6-A1AE-CA4DF91B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76450"/>
            <a:ext cx="4438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35007-ECC9-4235-ACD2-61E6F058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40957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D81F-A937-4800-9CF0-AC209CB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5C94-0244-47B1-90BD-051C4D7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24400"/>
            <a:ext cx="3638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0AD58-FF31-4B1F-8FAD-EDB7C062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C0D1B-6563-4943-9DEA-66AB650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0645AD-0957-46C5-BEFB-1D258102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5845302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0CA56E-C62B-47B2-BE80-05464787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EC0D3-8F7F-4B08-BC1F-66016093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A768F-9FE9-46B5-8ADF-4F3FFFB1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6667500" cy="2876550"/>
          </a:xfrm>
          <a:prstGeom xmlns:a="http://schemas.openxmlformats.org/drawingml/2006/main" prst="roundRect">
            <a:avLst>
              <a:gd name="adj" fmla="val 331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ABA41-1196-4F57-97B5-33AB7E7B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0ADF6-D2B4-4879-9FD0-D368B82C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8CB4D-29F6-401F-BC40-45630FEA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28433-8863-4D47-BF2E-7FA54740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62484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F6652-FDB5-4331-B236-7B1D1DB2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0670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899E5-74CA-409F-848A-3E5CEF0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431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F685-CF31-4DFC-8962-3ED646E5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5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62D86-84FA-4EA1-8F36-6FBAA428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05400"/>
            <a:ext cx="83058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94544-88B4-40E2-B801-25F4FC0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5780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9FF25-BA16-4D27-A416-72DC69C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3C5C1-8BF9-4370-853F-2E820751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2548E-4BC8-4904-8860-3B5A5B5B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41618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A323A-535C-4035-8678-7E067F9F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9042C-F3FC-4358-B64E-B45EF7E4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CF02C-8958-4C19-8D8A-D79CB98E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7239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6649F-FF34-48AB-8E15-064BD71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A7536-DDDC-452E-AC15-C9472C4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19E2E-F444-4DA7-8543-0477022C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A2282-D212-42E8-808E-873E2B0F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6819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bash:5 bash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bash:5 bash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73B14-2C12-420F-91C2-922747A3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33550"/>
            <a:ext cx="2381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4B4AD-71D5-4A8E-A435-7B150226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24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55CB8-B5AA-4C3D-B8D5-B398C0DB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193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88570-CA2F-4171-A351-5F218A7D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53000"/>
            <a:ext cx="8191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098CB-48A8-4FAF-9E65-B92C60E3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24450"/>
            <a:ext cx="754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0D64-1E14-4343-9922-0B9F5AC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8A670-F6DF-44A5-AF57-144B502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F77F9-D4CF-4398-B8E8-CECFC059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0527228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623C1F-00BF-4EE5-AE60-C5721E9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A8B12-5477-411E-A617-886AC8E4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2C876-26B5-4502-A894-42DC849B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7239000" cy="2914650"/>
          </a:xfrm>
          <a:prstGeom xmlns:a="http://schemas.openxmlformats.org/drawingml/2006/main" prst="roundRect">
            <a:avLst>
              <a:gd name="adj" fmla="val 32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F763A-827C-4094-8EDC-03BFAF1C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B901B-E44E-4874-881F-3A5D6E8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AEFFD-7735-4738-AE0B-157DEE54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76FE5-510A-4945-A871-8EE1E7FE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28800"/>
            <a:ext cx="68199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27042-B4A0-4208-89F0-F855E43E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668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60302-F8BD-4B7C-B949-1B5E3DD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0268-781B-41BC-AEB4-76F7308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431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BC06D-9255-4E44-95F6-4F4E44CE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955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9F8F1-9248-483E-AB8E-F5323DB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86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1080A-C4D3-4043-BFB3-D4B13B1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718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30CAE-7DC0-4EDA-BFE8-7CC8D562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71FB3-DB93-47F9-AF9F-0F03A9D4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FA261-75B5-4F17-8D5D-66CBBFD0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005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8B7E4-82E2-4A5D-BFDE-A987D28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3875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817D8-6D52-4125-9655-9F6ACDA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70278-CE91-44E3-B82D-8A29BEC0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E1CEBA-1D8C-43AC-BA52-00E6995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659131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1CB723A-8E1A-4EB6-A7BB-C2E0D364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E32C1A-1374-4D37-A4B0-DDFCE8FD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7CBE8A70-CD14-4563-94CC-BB6351BD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2A7937C6-39F9-443F-861D-D7956409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77A13EE0-F658-42D9-8CBB-F94A6826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bash:5 bash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bash:5 bash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CC1DFE7-C61E-4AB9-8811-140490BC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EB2A945-C8FC-4736-B537-B23A1359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30255267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E2249B-6A1B-43A7-BECF-72C0BE9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7571E-6649-4FB4-BBF5-85DDFE51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D5209-816F-48F5-ADB6-3B39D35C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68580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DECD0-07E4-480B-AE2E-6F15A465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F09F4-04F0-43FE-8D6B-91132275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0EFDE-293E-4C68-B8D6-F241F6FE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E6C25-5384-4369-9C7B-B9752305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64389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A3468-21D8-45C1-9FE4-8721430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2571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E2B80-AA64-4D66-B9DC-AC4F5994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0D744-F25D-4DEA-B7B0-8E1617F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2114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AC6D9-D610-41F8-9A33-9333D218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67350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92F1A-8273-4C55-9AF5-759C3117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810F1-6ABB-4138-9270-3B4BD5E5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E2E5D-6788-40E2-BA17-CD41306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9270928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86305-0803-400F-ADF1-DC990BB6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C5631-13A8-4B5C-A14C-9A702454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10AD9-150E-4237-87B3-A1DBFE1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66675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0BACF-F260-450E-B778-1F9CA7F5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0416-444C-4A53-86C3-036641E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FAF37-2E7E-4E79-8813-16DDEDD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690B3-AFCC-4FD7-AED4-CC653131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81200"/>
            <a:ext cx="624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45300-D40C-4147-98B3-E2A4425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819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D1AFB-B525-4B4F-80B0-35099502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859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62E2D-3F57-4139-A72D-487EEC4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362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4654C-24F9-48BC-A554-FA33217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8572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B034E-2DB1-4462-B879-1E7823B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792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20E2D-D4FE-4256-9FCC-62AFEA2D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CB062-F1FB-4E99-8C2E-5589CAFD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CADAE-98B1-4645-A259-832A9DDB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3829820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870A3B-9952-4B27-8470-AD05E097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6982A-6327-42D9-BCB3-77E53BD1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7426-1BD2-4C6C-89DD-55D93F59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EA307-931C-4657-993F-0022FA1B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FB766-819C-493B-A224-65BE129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0933B-75F2-4FF1-BB7A-91E5EF1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CD22E-90DF-4711-A400-45A86C10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6C174-B92B-4835-80A3-22A12910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9A987-B1E7-45C8-B10C-880F89B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8019-2E09-4822-B6A9-6F1A427A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3FCB9-333A-4B63-8C2E-08E60F1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845BD-784E-4600-8DB1-08762A6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75057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3E284-753F-4C33-8FCA-263DF1C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FD334-EB57-4523-9B7C-091F5E1F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AC7FC-8355-4FE8-9A73-41B71DDF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4C40B-F597-425A-B46E-F991B7C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62550"/>
            <a:ext cx="708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084E-AFC4-4379-AC1D-D5E888D3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1036B-6F54-48EC-8C7D-DF046C57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CC6180-C749-44BA-8805-79A94EC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5915916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EAA133D-C92B-4A69-B1D2-696B8464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572295-DC96-42C0-8C77-73F19C6B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71CA2DC-E3A4-4BDD-8FF6-92D62D32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F5C369D6-4DA7-47B3-BCB9-F8B88966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8CCFCEC-33D0-4E45-AA02-4953734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prod-redis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redis:7-alpine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prod-mysql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MYSQL_ROOT_PASSWORD=root123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MYSQL_DATABASE=proddb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prod-flask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5000:5000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--cpus=1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--memory=512m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9C75604-AE40-4784-9B25-9374A5C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1949849-8CEE-4379-9247-1373B139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5091509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7BE27-AEE9-466C-9A9A-D0453A24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D5529-174F-4095-87E1-CFA48010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7723D-57E9-4E86-BD9C-AC8031AF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D6E8C-8EAF-40F7-A3B6-C9DCB9AD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D4585-7E72-4F02-A3DA-7C0952BF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F0914-DF67-42CB-B02D-244EAFC6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CAF6E-DF66-479D-99F9-806A97C0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5A44E-2A47-493A-855B-F51C1357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AD465-29D7-42E7-A296-1C6E77F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67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ABA2-E4A3-4D27-BCE1-ECF681F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486E3-17AA-41D9-9B69-F2CF3354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0F634-48AB-4AF2-B1EB-F21F0DBD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703035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6D753-F1F7-4238-B995-D460FED7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CDE29-D7C7-4274-831C-EAF60A93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80296-90C0-4433-BE8E-91198A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1141-37BD-41AE-AF40-0641136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EAD73-AA36-4CF9-AA0B-3AF644D3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471C6-41AF-4BBC-9F62-70C5566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C6FEE-2DB3-4002-86F0-E913F5E6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C6B72-712A-4AD3-BDD7-CCABE49C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FB505-8637-4171-9895-D1C6FDF8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3D9CB-CC6B-4660-A087-38DDD7CB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784FE-5B9C-45A5-88B9-31FF6E3C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76C76-D6C8-48B6-8E0F-AAC5228E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189D6-94AA-42E7-8FB2-37B4F36A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A4FD4-011B-4EFE-B25C-DD269222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51116-9F5B-4177-8CB4-8324F45C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0EF7C-E84E-490C-8709-1E859926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70316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完整程式碼：p1-first-image/solution/app.py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my image!")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完整程式碼：p1-first-image/solution/Dockerfile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app.py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完整程式碼：p2-layer-compare/app.py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layer test!")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jsonify(message="Hello Dockerfile!", version="optimized")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@app.route("/health")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jsonify(status="ok")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&amp;&amp;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useradd -m appuser &amp;&amp;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chown -R appuser:appuser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 RUN COMMAND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不加 sh/bash vs 結尾加 sh/bash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不補指令：跑預設 CMD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Dockerfile 的 CMD 會在 container 啟動時執行。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結尾加 sh/bash：覆蓋 CMD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 run 後面補的指令會取代整個 CMD。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bash（服務不會啟動）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101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746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第二章回扣：docker run nginx sh 是只開 shell；docker exec -it nginx-life sh 是進入已在跑的 nginx，服務仍在。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覆蓋小觀念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62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2026-06-23T08:33:25.0720000Z</dcterms:created>
  <dcterms:modified xsi:type="dcterms:W3CDTF">2026-06-23T08:33:25.0720000Z</dcterms:modified>
</coreProperties>
</file>