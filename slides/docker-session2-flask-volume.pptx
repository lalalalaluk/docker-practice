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id="286" r:id="rId1"/>
    <p:sldId xmlns:r="http://schemas.openxmlformats.org/officeDocument/2006/relationships" id="261" r:id="R7a7826068faf4937"/>
    <p:sldId id="287" r:id="rId2"/>
    <p:sldId xmlns:r="http://schemas.openxmlformats.org/officeDocument/2006/relationships" id="262" r:id="R7f1e18ea616d4d9c"/>
    <p:sldId xmlns:r="http://schemas.openxmlformats.org/officeDocument/2006/relationships" id="263" r:id="Ra5957e6bea0546d3"/>
    <p:sldId xmlns:r="http://schemas.openxmlformats.org/officeDocument/2006/relationships" id="264" r:id="Rec976999b6fc4070"/>
    <p:sldId id="288" r:id="rId3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id="289" r:id="rId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剛剛 Nginx 只驗證 -v；現在把同一個概念用在 Flask 專案。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唯讀掛載避免容器改到宿主機檔案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--rm -p 8081:80 -v "C:\docker-lab\site:/usr/share/nginx/html:ro"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掛載靜態網頁、設定檔或只讀資料集，避免程式意外覆寫宿主機檔案。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適合搭配前面的唯讀掛載概念操作。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BIND MOUNT WARM-UP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暖身：比較 Nginx 有沒有 -v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寫入一行 HTML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用官方 Nginx 讀資料夾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只觀察同步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有 -v 才會讀本機檔案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nginx-default nginx-bind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比較 Nginx 有沒有 -v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範例程式碼：比較 Nginx 有沒有 -v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沒有 -v 是預設頁；有 -v 才讀本機資料夾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-v：Nginx 讀 image 內建首頁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nginx-default -p 8081:80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有 -v：本機資料夾取代 Nginx 網頁目錄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notepad C:\docker-lab\volume-test\index.html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8080:80 -v "C:\docker-lab\volume-test:/usr/share/nginx/html"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8081 是預設頁；8080 會讀本機 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nginx-default nginx-bind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