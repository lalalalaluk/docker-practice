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bfb6d5774b4e68" /><Relationship Type="http://schemas.openxmlformats.org/officeDocument/2006/relationships/extended-properties" Target="/docProps/app.xml" Id="R8b81366bf52c43a1" /><Relationship Type="http://schemas.openxmlformats.org/officeDocument/2006/relationships/officeDocument" Target="/ppt/presentation.xml" Id="Rbc5c345526824b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657a8664c3413f"/>
  </p:sldMasterIdLst>
  <p:notesMasterIdLst>
    <p:notesMasterId xmlns:r="http://schemas.openxmlformats.org/officeDocument/2006/relationships" r:id="R31e839a42c5f418b"/>
  </p:notesMasterIdLst>
  <p:sldIdLst>
    <p:sldId xmlns:r="http://schemas.openxmlformats.org/officeDocument/2006/relationships" id="256" r:id="R4a348ccbd7484fa3"/>
    <p:sldId xmlns:r="http://schemas.openxmlformats.org/officeDocument/2006/relationships" id="257" r:id="Rdb60f2afe7e241ce"/>
    <p:sldId xmlns:r="http://schemas.openxmlformats.org/officeDocument/2006/relationships" id="258" r:id="R7908630aac2844cf"/>
    <p:sldId xmlns:r="http://schemas.openxmlformats.org/officeDocument/2006/relationships" id="259" r:id="R1e4bed46be204a22"/>
    <p:sldId xmlns:r="http://schemas.openxmlformats.org/officeDocument/2006/relationships" id="260" r:id="R03ce85609eb64411"/>
    <p:sldId xmlns:r="http://schemas.openxmlformats.org/officeDocument/2006/relationships" id="261" r:id="Rf3b6431fdb5f490b"/>
    <p:sldId xmlns:r="http://schemas.openxmlformats.org/officeDocument/2006/relationships" id="262" r:id="Rf7075b3b9e8e4b82"/>
    <p:sldId xmlns:r="http://schemas.openxmlformats.org/officeDocument/2006/relationships" id="263" r:id="R2eb552da3b2743bd"/>
    <p:sldId xmlns:r="http://schemas.openxmlformats.org/officeDocument/2006/relationships" id="264" r:id="R2821edbe57ed4569"/>
    <p:sldId xmlns:r="http://schemas.openxmlformats.org/officeDocument/2006/relationships" id="265" r:id="R1f037defcf024211"/>
    <p:sldId xmlns:r="http://schemas.openxmlformats.org/officeDocument/2006/relationships" id="266" r:id="R068619f6668543e1"/>
    <p:sldId xmlns:r="http://schemas.openxmlformats.org/officeDocument/2006/relationships" id="267" r:id="R8785097fcdee4af8"/>
    <p:sldId xmlns:r="http://schemas.openxmlformats.org/officeDocument/2006/relationships" id="268" r:id="R52adab8a51b74d93"/>
    <p:sldId xmlns:r="http://schemas.openxmlformats.org/officeDocument/2006/relationships" id="269" r:id="R69037e224a824913"/>
    <p:sldId xmlns:r="http://schemas.openxmlformats.org/officeDocument/2006/relationships" id="270" r:id="Rfaec12003c1b45d9"/>
    <p:sldId xmlns:r="http://schemas.openxmlformats.org/officeDocument/2006/relationships" id="271" r:id="R02abb9dc724a4c43"/>
    <p:sldId xmlns:r="http://schemas.openxmlformats.org/officeDocument/2006/relationships" id="272" r:id="R5c90b60f0cc641ae"/>
    <p:sldId xmlns:r="http://schemas.openxmlformats.org/officeDocument/2006/relationships" id="273" r:id="R97529e9abc3746c4"/>
    <p:sldId xmlns:r="http://schemas.openxmlformats.org/officeDocument/2006/relationships" id="274" r:id="R827aecc3cae447db"/>
    <p:sldId xmlns:r="http://schemas.openxmlformats.org/officeDocument/2006/relationships" id="275" r:id="R91c6f00ac47a4cf3"/>
    <p:sldId xmlns:r="http://schemas.openxmlformats.org/officeDocument/2006/relationships" id="276" r:id="R5acb22b62b5f477b"/>
    <p:sldId xmlns:r="http://schemas.openxmlformats.org/officeDocument/2006/relationships" id="277" r:id="R8a449d5c33f64d88"/>
    <p:sldId xmlns:r="http://schemas.openxmlformats.org/officeDocument/2006/relationships" id="278" r:id="Re78700ea57334aa3"/>
    <p:sldId xmlns:r="http://schemas.openxmlformats.org/officeDocument/2006/relationships" id="279" r:id="R290cacd1079b446d"/>
    <p:sldId xmlns:r="http://schemas.openxmlformats.org/officeDocument/2006/relationships" id="280" r:id="R122d98b4341e402c"/>
    <p:sldId xmlns:r="http://schemas.openxmlformats.org/officeDocument/2006/relationships" id="281" r:id="R92f84977c9cd49fd"/>
    <p:sldId xmlns:r="http://schemas.openxmlformats.org/officeDocument/2006/relationships" id="282" r:id="R10526b810e364c7a"/>
    <p:sldId xmlns:r="http://schemas.openxmlformats.org/officeDocument/2006/relationships" id="283" r:id="Rd50899ad60ba4f7c"/>
    <p:sldId xmlns:r="http://schemas.openxmlformats.org/officeDocument/2006/relationships" id="284" r:id="R41c1af4536f4434a"/>
    <p:sldId xmlns:r="http://schemas.openxmlformats.org/officeDocument/2006/relationships" id="285" r:id="R0d8f8bad537d41b6"/>
    <p:sldId xmlns:r="http://schemas.openxmlformats.org/officeDocument/2006/relationships" id="286" r:id="R547f484ff1e0463d"/>
    <p:sldId xmlns:r="http://schemas.openxmlformats.org/officeDocument/2006/relationships" id="287" r:id="R367352d809174ce2"/>
    <p:sldId xmlns:r="http://schemas.openxmlformats.org/officeDocument/2006/relationships" id="288" r:id="R8f537ec5cd434571"/>
    <p:sldId xmlns:r="http://schemas.openxmlformats.org/officeDocument/2006/relationships" id="289" r:id="R7243bfc5c13f494f"/>
    <p:sldId xmlns:r="http://schemas.openxmlformats.org/officeDocument/2006/relationships" id="290" r:id="R23b9e32deb964915"/>
    <p:sldId xmlns:r="http://schemas.openxmlformats.org/officeDocument/2006/relationships" id="291" r:id="Rbe00eee8c09b41a8"/>
    <p:sldId xmlns:r="http://schemas.openxmlformats.org/officeDocument/2006/relationships" id="292" r:id="Rd11f3a73282a4bdf"/>
    <p:sldId xmlns:r="http://schemas.openxmlformats.org/officeDocument/2006/relationships" id="293" r:id="R5ebd2d684b50421b"/>
    <p:sldId xmlns:r="http://schemas.openxmlformats.org/officeDocument/2006/relationships" id="294" r:id="Ref49846593b44e4e"/>
    <p:sldId xmlns:r="http://schemas.openxmlformats.org/officeDocument/2006/relationships" id="295" r:id="R448f5fd022454a5a"/>
    <p:sldId xmlns:r="http://schemas.openxmlformats.org/officeDocument/2006/relationships" id="296" r:id="Rd457235389d74275"/>
    <p:sldId xmlns:r="http://schemas.openxmlformats.org/officeDocument/2006/relationships" id="297" r:id="Rb4be11d5c0d14bfd"/>
    <p:sldId xmlns:r="http://schemas.openxmlformats.org/officeDocument/2006/relationships" id="298" r:id="R0638caf7a1a944a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d382b333434656" /><Relationship Type="http://schemas.openxmlformats.org/officeDocument/2006/relationships/slideMaster" Target="/ppt/slideMasters/slideMaster1.xml" Id="Rfa657a8664c3413f" /><Relationship Type="http://schemas.openxmlformats.org/officeDocument/2006/relationships/notesMaster" Target="/ppt/notesMasters/notesMaster1.xml" Id="R31e839a42c5f418b" /><Relationship Type="http://schemas.openxmlformats.org/officeDocument/2006/relationships/presProps" Target="/ppt/presProps.xml" Id="R68c57a0a33dd4790" /><Relationship Type="http://schemas.openxmlformats.org/officeDocument/2006/relationships/tableStyles" Target="/ppt/tableStyles.xml" Id="Rfaff3c2dc7d64039" /><Relationship Type="http://schemas.openxmlformats.org/officeDocument/2006/relationships/slide" Target="/ppt/slides/slide1.xml" Id="R4a348ccbd7484fa3" /><Relationship Type="http://schemas.openxmlformats.org/officeDocument/2006/relationships/slide" Target="/ppt/slides/slide2.xml" Id="Rdb60f2afe7e241ce" /><Relationship Type="http://schemas.openxmlformats.org/officeDocument/2006/relationships/slide" Target="/ppt/slides/slide3.xml" Id="R7908630aac2844cf" /><Relationship Type="http://schemas.openxmlformats.org/officeDocument/2006/relationships/slide" Target="/ppt/slides/slide4.xml" Id="R1e4bed46be204a22" /><Relationship Type="http://schemas.openxmlformats.org/officeDocument/2006/relationships/slide" Target="/ppt/slides/slide5.xml" Id="R03ce85609eb64411" /><Relationship Type="http://schemas.openxmlformats.org/officeDocument/2006/relationships/slide" Target="/ppt/slides/slide6.xml" Id="Rf3b6431fdb5f490b" /><Relationship Type="http://schemas.openxmlformats.org/officeDocument/2006/relationships/slide" Target="/ppt/slides/slide7.xml" Id="Rf7075b3b9e8e4b82" /><Relationship Type="http://schemas.openxmlformats.org/officeDocument/2006/relationships/slide" Target="/ppt/slides/slide8.xml" Id="R2eb552da3b2743bd" /><Relationship Type="http://schemas.openxmlformats.org/officeDocument/2006/relationships/slide" Target="/ppt/slides/slide9.xml" Id="R2821edbe57ed4569" /><Relationship Type="http://schemas.openxmlformats.org/officeDocument/2006/relationships/slide" Target="/ppt/slides/slide10.xml" Id="R1f037defcf024211" /><Relationship Type="http://schemas.openxmlformats.org/officeDocument/2006/relationships/slide" Target="/ppt/slides/slide11.xml" Id="R068619f6668543e1" /><Relationship Type="http://schemas.openxmlformats.org/officeDocument/2006/relationships/slide" Target="/ppt/slides/slide12.xml" Id="R8785097fcdee4af8" /><Relationship Type="http://schemas.openxmlformats.org/officeDocument/2006/relationships/slide" Target="/ppt/slides/slide13.xml" Id="R52adab8a51b74d93" /><Relationship Type="http://schemas.openxmlformats.org/officeDocument/2006/relationships/slide" Target="/ppt/slides/slide14.xml" Id="R69037e224a824913" /><Relationship Type="http://schemas.openxmlformats.org/officeDocument/2006/relationships/slide" Target="/ppt/slides/slide15.xml" Id="Rfaec12003c1b45d9" /><Relationship Type="http://schemas.openxmlformats.org/officeDocument/2006/relationships/slide" Target="/ppt/slides/slide16.xml" Id="R02abb9dc724a4c43" /><Relationship Type="http://schemas.openxmlformats.org/officeDocument/2006/relationships/slide" Target="/ppt/slides/slide17.xml" Id="R5c90b60f0cc641ae" /><Relationship Type="http://schemas.openxmlformats.org/officeDocument/2006/relationships/slide" Target="/ppt/slides/slide18.xml" Id="R97529e9abc3746c4" /><Relationship Type="http://schemas.openxmlformats.org/officeDocument/2006/relationships/slide" Target="/ppt/slides/slide19.xml" Id="R827aecc3cae447db" /><Relationship Type="http://schemas.openxmlformats.org/officeDocument/2006/relationships/slide" Target="/ppt/slides/slide20.xml" Id="R91c6f00ac47a4cf3" /><Relationship Type="http://schemas.openxmlformats.org/officeDocument/2006/relationships/slide" Target="/ppt/slides/slide21.xml" Id="R5acb22b62b5f477b" /><Relationship Type="http://schemas.openxmlformats.org/officeDocument/2006/relationships/slide" Target="/ppt/slides/slide22.xml" Id="R8a449d5c33f64d88" /><Relationship Type="http://schemas.openxmlformats.org/officeDocument/2006/relationships/slide" Target="/ppt/slides/slide23.xml" Id="Re78700ea57334aa3" /><Relationship Type="http://schemas.openxmlformats.org/officeDocument/2006/relationships/slide" Target="/ppt/slides/slide24.xml" Id="R290cacd1079b446d" /><Relationship Type="http://schemas.openxmlformats.org/officeDocument/2006/relationships/slide" Target="/ppt/slides/slide25.xml" Id="R122d98b4341e402c" /><Relationship Type="http://schemas.openxmlformats.org/officeDocument/2006/relationships/slide" Target="/ppt/slides/slide26.xml" Id="R92f84977c9cd49fd" /><Relationship Type="http://schemas.openxmlformats.org/officeDocument/2006/relationships/slide" Target="/ppt/slides/slide27.xml" Id="R10526b810e364c7a" /><Relationship Type="http://schemas.openxmlformats.org/officeDocument/2006/relationships/slide" Target="/ppt/slides/slide28.xml" Id="Rd50899ad60ba4f7c" /><Relationship Type="http://schemas.openxmlformats.org/officeDocument/2006/relationships/slide" Target="/ppt/slides/slide29.xml" Id="R41c1af4536f4434a" /><Relationship Type="http://schemas.openxmlformats.org/officeDocument/2006/relationships/slide" Target="/ppt/slides/slide30.xml" Id="R0d8f8bad537d41b6" /><Relationship Type="http://schemas.openxmlformats.org/officeDocument/2006/relationships/slide" Target="/ppt/slides/slide31.xml" Id="R547f484ff1e0463d" /><Relationship Type="http://schemas.openxmlformats.org/officeDocument/2006/relationships/slide" Target="/ppt/slides/slide32.xml" Id="R367352d809174ce2" /><Relationship Type="http://schemas.openxmlformats.org/officeDocument/2006/relationships/slide" Target="/ppt/slides/slide33.xml" Id="R8f537ec5cd434571" /><Relationship Type="http://schemas.openxmlformats.org/officeDocument/2006/relationships/slide" Target="/ppt/slides/slide34.xml" Id="R7243bfc5c13f494f" /><Relationship Type="http://schemas.openxmlformats.org/officeDocument/2006/relationships/slide" Target="/ppt/slides/slide35.xml" Id="R23b9e32deb964915" /><Relationship Type="http://schemas.openxmlformats.org/officeDocument/2006/relationships/slide" Target="/ppt/slides/slide36.xml" Id="Rbe00eee8c09b41a8" /><Relationship Type="http://schemas.openxmlformats.org/officeDocument/2006/relationships/slide" Target="/ppt/slides/slide37.xml" Id="Rd11f3a73282a4bdf" /><Relationship Type="http://schemas.openxmlformats.org/officeDocument/2006/relationships/slide" Target="/ppt/slides/slide38.xml" Id="R5ebd2d684b50421b" /><Relationship Type="http://schemas.openxmlformats.org/officeDocument/2006/relationships/slide" Target="/ppt/slides/slide39.xml" Id="Ref49846593b44e4e" /><Relationship Type="http://schemas.openxmlformats.org/officeDocument/2006/relationships/slide" Target="/ppt/slides/slide40.xml" Id="R448f5fd022454a5a" /><Relationship Type="http://schemas.openxmlformats.org/officeDocument/2006/relationships/slide" Target="/ppt/slides/slide41.xml" Id="Rd457235389d74275" /><Relationship Type="http://schemas.openxmlformats.org/officeDocument/2006/relationships/slide" Target="/ppt/slides/slide42.xml" Id="Rb4be11d5c0d14bfd" /><Relationship Type="http://schemas.openxmlformats.org/officeDocument/2006/relationships/slide" Target="/ppt/slides/slide43.xml" Id="R0638caf7a1a944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4b25c6454f43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91ffa255544f5f" /><Relationship Type="http://schemas.openxmlformats.org/officeDocument/2006/relationships/notesMaster" Target="/ppt/notesMasters/notesMaster1.xml" Id="Rf54b508e913748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4cb6e3b18546bf" /><Relationship Type="http://schemas.openxmlformats.org/officeDocument/2006/relationships/notesMaster" Target="/ppt/notesMasters/notesMaster1.xml" Id="R718eb6461a024b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21d5db8a694d79" /><Relationship Type="http://schemas.openxmlformats.org/officeDocument/2006/relationships/notesMaster" Target="/ppt/notesMasters/notesMaster1.xml" Id="R3f8edd1b970542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5f526e412b4c5e" /><Relationship Type="http://schemas.openxmlformats.org/officeDocument/2006/relationships/notesMaster" Target="/ppt/notesMasters/notesMaster1.xml" Id="R590c614328134e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e94b5661fd40dd" /><Relationship Type="http://schemas.openxmlformats.org/officeDocument/2006/relationships/notesMaster" Target="/ppt/notesMasters/notesMaster1.xml" Id="Rec01ed4dad3945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97f23b7be94de3" /><Relationship Type="http://schemas.openxmlformats.org/officeDocument/2006/relationships/notesMaster" Target="/ppt/notesMasters/notesMaster1.xml" Id="Ra52323e39a4245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723decdff64067" /><Relationship Type="http://schemas.openxmlformats.org/officeDocument/2006/relationships/notesMaster" Target="/ppt/notesMasters/notesMaster1.xml" Id="R9f7a8c1bc69341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f999d84f5f495b" /><Relationship Type="http://schemas.openxmlformats.org/officeDocument/2006/relationships/notesMaster" Target="/ppt/notesMasters/notesMaster1.xml" Id="R5f2e52fa443341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a570b3487e4a8b" /><Relationship Type="http://schemas.openxmlformats.org/officeDocument/2006/relationships/notesMaster" Target="/ppt/notesMasters/notesMaster1.xml" Id="R71feefab168e4d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327cffe5744b7d" /><Relationship Type="http://schemas.openxmlformats.org/officeDocument/2006/relationships/notesMaster" Target="/ppt/notesMasters/notesMaster1.xml" Id="R5e247c6c9c0e4a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1710655cca4195" /><Relationship Type="http://schemas.openxmlformats.org/officeDocument/2006/relationships/notesMaster" Target="/ppt/notesMasters/notesMaster1.xml" Id="R1ec01e6530834d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efab3af4534be0" /><Relationship Type="http://schemas.openxmlformats.org/officeDocument/2006/relationships/notesMaster" Target="/ppt/notesMasters/notesMaster1.xml" Id="Rce8f5d05605040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0405399f284d72" /><Relationship Type="http://schemas.openxmlformats.org/officeDocument/2006/relationships/notesMaster" Target="/ppt/notesMasters/notesMaster1.xml" Id="R0e56973415c04f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238e9cbfbc14cd6" /><Relationship Type="http://schemas.openxmlformats.org/officeDocument/2006/relationships/notesMaster" Target="/ppt/notesMasters/notesMaster1.xml" Id="Rc6db9ec95ff84e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57af8cc114049ed" /><Relationship Type="http://schemas.openxmlformats.org/officeDocument/2006/relationships/notesMaster" Target="/ppt/notesMasters/notesMaster1.xml" Id="Rc401ada04a4d408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769f29a1a7471b" /><Relationship Type="http://schemas.openxmlformats.org/officeDocument/2006/relationships/notesMaster" Target="/ppt/notesMasters/notesMaster1.xml" Id="R8947dbb5aa8c447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dc32b5c656d4a2e" /><Relationship Type="http://schemas.openxmlformats.org/officeDocument/2006/relationships/notesMaster" Target="/ppt/notesMasters/notesMaster1.xml" Id="R72093e73c114415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8d9b7225584064" /><Relationship Type="http://schemas.openxmlformats.org/officeDocument/2006/relationships/notesMaster" Target="/ppt/notesMasters/notesMaster1.xml" Id="R2356a87493c1442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5092ac3467748d6" /><Relationship Type="http://schemas.openxmlformats.org/officeDocument/2006/relationships/notesMaster" Target="/ppt/notesMasters/notesMaster1.xml" Id="R94193edc8ee0476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c029d83a6f74a9b" /><Relationship Type="http://schemas.openxmlformats.org/officeDocument/2006/relationships/notesMaster" Target="/ppt/notesMasters/notesMaster1.xml" Id="R4675b2f737f54c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108452d456043de" /><Relationship Type="http://schemas.openxmlformats.org/officeDocument/2006/relationships/notesMaster" Target="/ppt/notesMasters/notesMaster1.xml" Id="R5c7a9eb1a9f2462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9a072452be9422a" /><Relationship Type="http://schemas.openxmlformats.org/officeDocument/2006/relationships/notesMaster" Target="/ppt/notesMasters/notesMaster1.xml" Id="R213f22c7bbc5490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132a64062c24370" /><Relationship Type="http://schemas.openxmlformats.org/officeDocument/2006/relationships/notesMaster" Target="/ppt/notesMasters/notesMaster1.xml" Id="R27f7a7aeaf604f3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eb314036ccc4d45" /><Relationship Type="http://schemas.openxmlformats.org/officeDocument/2006/relationships/notesMaster" Target="/ppt/notesMasters/notesMaster1.xml" Id="R1f8efb41ea05492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8cf4d8dd4a5443a" /><Relationship Type="http://schemas.openxmlformats.org/officeDocument/2006/relationships/notesMaster" Target="/ppt/notesMasters/notesMaster1.xml" Id="Rac295bcba3ac49c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6c7cfb57fdd4a32" /><Relationship Type="http://schemas.openxmlformats.org/officeDocument/2006/relationships/notesMaster" Target="/ppt/notesMasters/notesMaster1.xml" Id="Rd9ea093d7444460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cf8e24b9cad4d7c" /><Relationship Type="http://schemas.openxmlformats.org/officeDocument/2006/relationships/notesMaster" Target="/ppt/notesMasters/notesMaster1.xml" Id="Rcb8bd1411f8b43a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aed6544c3234aa7" /><Relationship Type="http://schemas.openxmlformats.org/officeDocument/2006/relationships/notesMaster" Target="/ppt/notesMasters/notesMaster1.xml" Id="R52d2d3c971c74cd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b169c7cd3ef465a" /><Relationship Type="http://schemas.openxmlformats.org/officeDocument/2006/relationships/notesMaster" Target="/ppt/notesMasters/notesMaster1.xml" Id="Rea897273f6064de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9a26ce99c524b9a" /><Relationship Type="http://schemas.openxmlformats.org/officeDocument/2006/relationships/notesMaster" Target="/ppt/notesMasters/notesMaster1.xml" Id="R118b0177d6c743b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b74e16f62554cab" /><Relationship Type="http://schemas.openxmlformats.org/officeDocument/2006/relationships/notesMaster" Target="/ppt/notesMasters/notesMaster1.xml" Id="Rdacee9bf8e6f45b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71637a53b8f4b30" /><Relationship Type="http://schemas.openxmlformats.org/officeDocument/2006/relationships/notesMaster" Target="/ppt/notesMasters/notesMaster1.xml" Id="Rc39e9c63824d44a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bc641c6f49f4ff6" /><Relationship Type="http://schemas.openxmlformats.org/officeDocument/2006/relationships/notesMaster" Target="/ppt/notesMasters/notesMaster1.xml" Id="R2a756ff93905428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a85096cd04d42de" /><Relationship Type="http://schemas.openxmlformats.org/officeDocument/2006/relationships/notesMaster" Target="/ppt/notesMasters/notesMaster1.xml" Id="R98a64971e00d4bf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d787da84ef2461e" /><Relationship Type="http://schemas.openxmlformats.org/officeDocument/2006/relationships/notesMaster" Target="/ppt/notesMasters/notesMaster1.xml" Id="Ra9fb71806bb2469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87f9e662db54d66" /><Relationship Type="http://schemas.openxmlformats.org/officeDocument/2006/relationships/notesMaster" Target="/ppt/notesMasters/notesMaster1.xml" Id="R67e5acab425c475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1ab56213e3c44ac" /><Relationship Type="http://schemas.openxmlformats.org/officeDocument/2006/relationships/notesMaster" Target="/ppt/notesMasters/notesMaster1.xml" Id="R705337aa8d9242b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43aa4e4f6204174" /><Relationship Type="http://schemas.openxmlformats.org/officeDocument/2006/relationships/notesMaster" Target="/ppt/notesMasters/notesMaster1.xml" Id="R04aef82f8451405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a0e88ea771a45b7" /><Relationship Type="http://schemas.openxmlformats.org/officeDocument/2006/relationships/notesMaster" Target="/ppt/notesMasters/notesMaster1.xml" Id="R7847a3d5ae6a4422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d5b9165525d4751" /><Relationship Type="http://schemas.openxmlformats.org/officeDocument/2006/relationships/notesMaster" Target="/ppt/notesMasters/notesMaster1.xml" Id="Rab0d5d68a7f54e2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9480d5f39a04038" /><Relationship Type="http://schemas.openxmlformats.org/officeDocument/2006/relationships/notesMaster" Target="/ppt/notesMasters/notesMaster1.xml" Id="R0c81c905d5fe45f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2f9ee27665d4eec" /><Relationship Type="http://schemas.openxmlformats.org/officeDocument/2006/relationships/notesMaster" Target="/ppt/notesMasters/notesMaster1.xml" Id="Rabf736f0bf16499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0ef3616eae746ff" /><Relationship Type="http://schemas.openxmlformats.org/officeDocument/2006/relationships/notesMaster" Target="/ppt/notesMasters/notesMaster1.xml" Id="R09d5f5f546cd4b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65519967f846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978ea2a817b4c8c" /><Relationship Type="http://schemas.openxmlformats.org/officeDocument/2006/relationships/slideLayout" Target="/ppt/slideLayouts/slideLayout1.xml" Id="R155d7100812e43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5d7100812e43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0ee6123144ed5" /><Relationship Type="http://schemas.openxmlformats.org/officeDocument/2006/relationships/image" Target="/ppt/media/image.png" Id="R44e0ee5cdc1c458d" /><Relationship Type="http://schemas.openxmlformats.org/officeDocument/2006/relationships/notesSlide" Target="/ppt/notesSlides/notesSlide1.xml" Id="R8f35ade95963464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444f8b8ee4d59" /><Relationship Type="http://schemas.openxmlformats.org/officeDocument/2006/relationships/notesSlide" Target="/ppt/notesSlides/notesSlide2.xml" Id="R8a181afa133542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8bd8336bb4772" /><Relationship Type="http://schemas.openxmlformats.org/officeDocument/2006/relationships/notesSlide" Target="/ppt/notesSlides/notesSlide3.xml" Id="R2a5fa970c63f41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8aa86c76c4a00" /><Relationship Type="http://schemas.openxmlformats.org/officeDocument/2006/relationships/notesSlide" Target="/ppt/notesSlides/notesSlide4.xml" Id="Ra817496dcffd42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89ec355a749fc" /><Relationship Type="http://schemas.openxmlformats.org/officeDocument/2006/relationships/notesSlide" Target="/ppt/notesSlides/notesSlide5.xml" Id="Raced6451e89c4f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f59b776994564" /><Relationship Type="http://schemas.openxmlformats.org/officeDocument/2006/relationships/notesSlide" Target="/ppt/notesSlides/notesSlide6.xml" Id="Ra6bf763cc34d41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03361a6d244a4" /><Relationship Type="http://schemas.openxmlformats.org/officeDocument/2006/relationships/notesSlide" Target="/ppt/notesSlides/notesSlide7.xml" Id="Rc0a96b7447fc46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6c75011364766" /><Relationship Type="http://schemas.openxmlformats.org/officeDocument/2006/relationships/notesSlide" Target="/ppt/notesSlides/notesSlide8.xml" Id="R7067ab2dd29040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94f972f4e46f8" /><Relationship Type="http://schemas.openxmlformats.org/officeDocument/2006/relationships/notesSlide" Target="/ppt/notesSlides/notesSlide9.xml" Id="R302a659731344d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89924f1a64096" /><Relationship Type="http://schemas.openxmlformats.org/officeDocument/2006/relationships/notesSlide" Target="/ppt/notesSlides/notesSlide10.xml" Id="Rf45caa2e75254e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d959d1a224618" /><Relationship Type="http://schemas.openxmlformats.org/officeDocument/2006/relationships/notesSlide" Target="/ppt/notesSlides/notesSlide11.xml" Id="Ra2f4421dcc4f45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256723fdf4bd1" /><Relationship Type="http://schemas.openxmlformats.org/officeDocument/2006/relationships/notesSlide" Target="/ppt/notesSlides/notesSlide12.xml" Id="R6e753e5a43c2474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1c5dba0504eab" /><Relationship Type="http://schemas.openxmlformats.org/officeDocument/2006/relationships/notesSlide" Target="/ppt/notesSlides/notesSlide13.xml" Id="Re37f24b6db3549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7c333488a4fc9" /><Relationship Type="http://schemas.openxmlformats.org/officeDocument/2006/relationships/notesSlide" Target="/ppt/notesSlides/notesSlide14.xml" Id="R393969d9d8f8458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ea0a9e6974d24" /><Relationship Type="http://schemas.openxmlformats.org/officeDocument/2006/relationships/image" Target="/ppt/media/image2.png" Id="R8a8ec8fe1b0c441f" /><Relationship Type="http://schemas.openxmlformats.org/officeDocument/2006/relationships/notesSlide" Target="/ppt/notesSlides/notesSlide15.xml" Id="R0a62abff8a2d46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a936655764eb8" /><Relationship Type="http://schemas.openxmlformats.org/officeDocument/2006/relationships/notesSlide" Target="/ppt/notesSlides/notesSlide16.xml" Id="R36d520d3e22647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b8f7cdc754447" /><Relationship Type="http://schemas.openxmlformats.org/officeDocument/2006/relationships/notesSlide" Target="/ppt/notesSlides/notesSlide17.xml" Id="R7e8e36a12d144c1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4a6a9250f4e26" /><Relationship Type="http://schemas.openxmlformats.org/officeDocument/2006/relationships/notesSlide" Target="/ppt/notesSlides/notesSlide18.xml" Id="Rc2af5cc2e381411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f4172fb59d4565" /><Relationship Type="http://schemas.openxmlformats.org/officeDocument/2006/relationships/notesSlide" Target="/ppt/notesSlides/notesSlide19.xml" Id="R43f46793370249c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66594cd834da8" /><Relationship Type="http://schemas.openxmlformats.org/officeDocument/2006/relationships/notesSlide" Target="/ppt/notesSlides/notesSlide20.xml" Id="Rb0f450ea07a9427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a7f0da9964434b" /><Relationship Type="http://schemas.openxmlformats.org/officeDocument/2006/relationships/notesSlide" Target="/ppt/notesSlides/notesSlide21.xml" Id="Re066552eb5d44ff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7b5106cd84694" /><Relationship Type="http://schemas.openxmlformats.org/officeDocument/2006/relationships/notesSlide" Target="/ppt/notesSlides/notesSlide22.xml" Id="R4ec87c37d6ac4d4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11eacb9074f13" /><Relationship Type="http://schemas.openxmlformats.org/officeDocument/2006/relationships/notesSlide" Target="/ppt/notesSlides/notesSlide23.xml" Id="Rc38a26c95e374ca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762116616411e" /><Relationship Type="http://schemas.openxmlformats.org/officeDocument/2006/relationships/notesSlide" Target="/ppt/notesSlides/notesSlide24.xml" Id="R5de3b4388d34454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be9084ada24b40" /><Relationship Type="http://schemas.openxmlformats.org/officeDocument/2006/relationships/notesSlide" Target="/ppt/notesSlides/notesSlide25.xml" Id="R65ada026780a44f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2fc390793451f" /><Relationship Type="http://schemas.openxmlformats.org/officeDocument/2006/relationships/notesSlide" Target="/ppt/notesSlides/notesSlide26.xml" Id="R52bc82944b8b453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fc3191408485f" /><Relationship Type="http://schemas.openxmlformats.org/officeDocument/2006/relationships/notesSlide" Target="/ppt/notesSlides/notesSlide27.xml" Id="R46acee4c9a03482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9575b81da4a13" /><Relationship Type="http://schemas.openxmlformats.org/officeDocument/2006/relationships/notesSlide" Target="/ppt/notesSlides/notesSlide28.xml" Id="R83ce90f0277145b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273020515455f" /><Relationship Type="http://schemas.openxmlformats.org/officeDocument/2006/relationships/notesSlide" Target="/ppt/notesSlides/notesSlide29.xml" Id="Rf4ff10e61d194b6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e0b319f474163" /><Relationship Type="http://schemas.openxmlformats.org/officeDocument/2006/relationships/notesSlide" Target="/ppt/notesSlides/notesSlide30.xml" Id="R6aedaf70025a417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80d6ce49d4ca8" /><Relationship Type="http://schemas.openxmlformats.org/officeDocument/2006/relationships/notesSlide" Target="/ppt/notesSlides/notesSlide31.xml" Id="R3d9993bec9a9448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5be37264d49c3" /><Relationship Type="http://schemas.openxmlformats.org/officeDocument/2006/relationships/notesSlide" Target="/ppt/notesSlides/notesSlide32.xml" Id="Rc5fe747516f74e6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f8229ec3f4600" /><Relationship Type="http://schemas.openxmlformats.org/officeDocument/2006/relationships/notesSlide" Target="/ppt/notesSlides/notesSlide33.xml" Id="R419af415764a405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cc3d418004c0b" /><Relationship Type="http://schemas.openxmlformats.org/officeDocument/2006/relationships/notesSlide" Target="/ppt/notesSlides/notesSlide34.xml" Id="R3a1d514bc8534c1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f8fa8d7204898" /><Relationship Type="http://schemas.openxmlformats.org/officeDocument/2006/relationships/notesSlide" Target="/ppt/notesSlides/notesSlide35.xml" Id="R92f11f86f2d44a6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f633cc0784d60" /><Relationship Type="http://schemas.openxmlformats.org/officeDocument/2006/relationships/notesSlide" Target="/ppt/notesSlides/notesSlide36.xml" Id="Re6e0953e89d2425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ca8229a8840e9" /><Relationship Type="http://schemas.openxmlformats.org/officeDocument/2006/relationships/notesSlide" Target="/ppt/notesSlides/notesSlide37.xml" Id="Rc26dc82e47624bc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0b42238d34ed5" /><Relationship Type="http://schemas.openxmlformats.org/officeDocument/2006/relationships/notesSlide" Target="/ppt/notesSlides/notesSlide38.xml" Id="Rffb7bf5c3bae4b7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6b30fbdea4977" /><Relationship Type="http://schemas.openxmlformats.org/officeDocument/2006/relationships/notesSlide" Target="/ppt/notesSlides/notesSlide39.xml" Id="R489e18bfeabd4c1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5273842ac4cd4" /><Relationship Type="http://schemas.openxmlformats.org/officeDocument/2006/relationships/notesSlide" Target="/ppt/notesSlides/notesSlide40.xml" Id="R5250227d9c704f2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4f2b3bbfb54f7a" /><Relationship Type="http://schemas.openxmlformats.org/officeDocument/2006/relationships/notesSlide" Target="/ppt/notesSlides/notesSlide41.xml" Id="R174fd69e13564e3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5970cabba45a0" /><Relationship Type="http://schemas.openxmlformats.org/officeDocument/2006/relationships/notesSlide" Target="/ppt/notesSlides/notesSlide42.xml" Id="R083274f46863410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1cc9823fc4386" /><Relationship Type="http://schemas.openxmlformats.org/officeDocument/2006/relationships/notesSlide" Target="/ppt/notesSlides/notesSlide43.xml" Id="Rcadc22d4c5f544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379DB9-6435-4DD6-9E2B-C159E8D8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e0ee5cdc1c458d"/>
          <a:srcRect xmlns:a="http://schemas.openxmlformats.org/drawingml/2006/main" l="19046" t="0" r="1904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0"/>
            <a:ext cx="75438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0816D-0440-4D1D-A039-3742EB5F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89248-AC9C-44EA-8599-BA4056BD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38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DA3BA-8BB1-44D5-96F0-A1300647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885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D9324-C28A-40CD-B77A-403DF481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容器生命週期、Nginx Volume、Flask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FC229-F4AF-45C0-BFE5-56EA4B88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先用 nginx 走過生命週期與 Volume，再把同一個 Bind Mount 觀念套到 Flask 開發。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A69169-2392-4B53-BAD9-16AD2A2D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2D7A60-BFB1-4BE6-990B-8CDCD46B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5770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今天完成：指令分開練，nginx 打底 Volume，再用 Flask 練程式碼掛載。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6DCDA-45B5-4B9F-9A39-5D78C3BC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31552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2675DE-309F-429B-8B84-E48A0444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D7214-6508-4CBF-928D-31F7ADFB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AAC91-7A07-4920-A9D9-3FEBF96E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47484-D1D8-4D47-9473-6425962C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3B644-5F24-4C24-998D-033BE1E4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829668-CBED-4A3F-BADA-6D6ED398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容器生命週期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B6C85-3206-4C07-8E36-C83197F0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nginx 分段練 pull、images、run、ps、exec、stop、rm、rmi，並看見 container 修改會消失。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1B064E-178F-4440-AEBF-1B9FB9D4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BDA09-0376-404F-B4DC-791A8953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CE78D-E74C-4B0D-8AF2-58C69E2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786D1-7388-4AA3-98E8-AC82A2EF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5A474-1AD6-40BF-841F-68DCB3D6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9A3F6-4E9D-4DE6-BF5E-06FD5819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Nginx Volume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25D1F1-E81B-45B4-9802-1865BB79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nginx 練 Bind Mount、:ro、Named Volume，知道資料為什麼要放在容器外。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48E35C-866F-4816-9EFF-F3FF70ED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ADD95-C0DC-4CE4-B388-C29AE134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C40B72-89E4-4448-9248-883D7D11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6E2FF-10E6-4840-B410-11BE6A82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109CC-B303-4D04-AD17-B022800B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211192-A8DC-4490-8FC6-2E376866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Bind Mount 練習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E19226-355A-4B07-AE24-74CE782D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把本機 Flask 專案掛進 Python container，練 -p、-v、-w 與開發重啟流程。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A08800-DA70-4A74-B77B-47678BB1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E10457-4CBD-425A-95BA-C83562CC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50 分鐘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AE81FE-93D8-471B-9BFF-A526BC74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這堂課的主線：nginx 先看懂資料掛載；Flask 再練真實程式碼開發流程。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9421B4-C0C3-49FB-A438-49FAF73C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F7E86D-626D-45E1-85B1-5B451EE1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8D31EE-117E-4C26-A70E-8E6A1C5E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6980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89BD98-990B-417F-B175-AF4384F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1 / PULL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615FA-DF00-4349-A999-5FF70C0C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1：先下載 nginx image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33C738-B90F-45FE-B0A3-898E58F4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8D5CD-E93F-4488-8E91-10C56CFA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99D00E-5F63-42DC-AFA2-A43966F3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7D20C-226B-43ED-BD1E-E2A1EEE1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 nginx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310E8-82E0-4B11-BB0E-FA17D2EE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只下載 image。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C1A80-BB11-41CE-918F-0483C552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1527F-143C-4C1C-92BB-AD98D68F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AEC41-7750-44EE-8965-A60A0E94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861EA0-5939-41F4-A36D-F404BACF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13B0F5-DBAE-4518-86BA-4FB5CEC8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C7F05-6AF8-44F3-BF41-33F4DF78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64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唯讀範本，還不是服務。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A93B8-9FBE-476D-9CA3-9267B546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A3125-1998-4854-8688-11FE3B20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C8871-4947-42B5-97C3-A4360401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6073E-2081-45BB-ACDD-CBF9400A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20220-8110-4AF8-8531-FCFA40AC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98924-4698-47EC-B8E1-EBA5490D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下一張再確認清單。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02B09-48A1-41EB-8FB4-42B8054E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5524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DD704-99CE-458C-8914-FE20B45D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21336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7208FC-F700-4CCD-B4DA-A8A9DCC6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384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A51D42-09C5-409A-BB45-1664F26A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543175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6DCC7F-E796-436C-9CBF-AF9805B0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051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/ rm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623591-34AA-4E03-8EA4-508AE9E3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861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後面再分開練。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8EAF1-0D2F-4868-9819-5109DB2F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762500"/>
            <a:ext cx="71628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C439FB-1CC5-4264-970E-B17DA20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DFE14F-531F-47F1-A77E-26C21A9F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75C1AE-BE24-4ADB-B848-0B369201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1094D-FF8C-4571-899A-70577DD9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181600"/>
            <a:ext cx="6743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第 1 段只輸入：docker pull nginx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24EA9-512A-46F9-8033-3CB94212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3AE1AA-C622-43D6-9FE9-0AFE56BE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EC3346-86B6-47CE-8526-CA3D400D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0349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3DE4EC-18D6-4B60-8E94-45C1BF84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2 / IMAGES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F9444-38E1-4F34-AC85-FD04FAD2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2：確認本機 image 清單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D569A-9212-4F25-BA62-245957FC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581025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35976-5F88-497A-952A-E311D94B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5DBC8-318A-425F-9A37-2857C537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C7FF19-8461-4F33-B6D4-50F65A27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6BC6ED-5C29-4088-93EC-212A9225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53911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找到 REPOSITORY 是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TAG 通常是 latest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EF3C2-59CC-4A65-8B3C-C4F0F517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954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B3B173-035C-4528-B59E-57705BBB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85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只看 image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B55A5-87E7-4CE6-83A0-C63211B21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050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這一步只確認本機有哪些 image，還不會建立 container。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9C43F-E900-4258-B144-F7C57BBF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3333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90AFD-4653-4850-B8B5-1D142994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看欄位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BE9EC-F213-4119-8EAC-75C73ADA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REPOSITORY、TAG、IMAGE ID、SIZE 都是 image 的資訊。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E09413-7DA0-4CB3-A17B-A429B403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362450"/>
            <a:ext cx="33337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8EACE-2BF7-4ABF-937E-DEE206F3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529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898EB-E265-404F-8139-0F430B19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72050"/>
            <a:ext cx="2876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8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nginx image 建立一個叫 nginx-life 的 container。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BFE3E-972F-47BF-B847-B0777A63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55C25-B29F-4610-8A34-5EC7BF34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233BB5-465D-4D2A-8C69-4AD9C9A3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164772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A92D87-4A9D-4065-865C-4007B50E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STEP 3 /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58C470-C247-4F94-B182-F2DC94CE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Step 3：用 nginx image 啟動網站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38513-EBD5-40E4-A41D-0B8E97B3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69E61-6D5A-4BFD-9F78-7E84F668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指令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B9DD4-95F3-4E63-B313-D43FF4CA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run -d --name nginx-life \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 xml:space="preserve">  -p 9090:80 nginx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4BE87-8CE8-4146-9646-E5CAAE63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2862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4FB35-FA9A-4F13-BC3A-C9491CD8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瀏覽器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DD184E-2363-4445-8309-6339BF2B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90800"/>
            <a:ext cx="38290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打開 http://localhost:9090，應該會看到 nginx 歡迎頁。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C1A57-651E-49D0-8A91-DBD947D7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這一步只做 run：-d 背景執行、--name 命名、-p 做 port 對應。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D9BA8-1A3B-41C7-B55D-9970E151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C7470B-79B8-47AA-91AC-F1E00AF2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1BD001-3BCD-4D92-B4D0-91B371D6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17368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4638D5-EF53-4221-9246-8FBDC114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STEP 4 / 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6E39B7-1C8D-46E7-B845-FD5B495C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Step 4：用 docker ps 檢查正在跑的 container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A230C-1445-40A2-A92A-C745F3E1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19250"/>
            <a:ext cx="10629900" cy="2381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97BCF-AD16-41F6-AF58-BE1DFB3DD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0669C-9481-4B12-95C2-D333F38B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EF66D-0C2F-4039-BEF0-65EC2126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447EA-EB41-4D1A-9858-E8A76CC5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38350"/>
            <a:ext cx="10210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確認 STATUS 是 Up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確認 PORTS 有 0.0.0.0:9090-&gt;80/tcp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確認 NAMES 是 nginx-life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EB568-4DF9-4AE3-960C-F34DA95F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5BFE04-5E4D-4F20-AEE4-41BD5CC2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ED479-FE37-4AD2-94C3-69FDCDDC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 代表 container 正在執行；Exited 代表已停止。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23658-9315-403D-9B50-6B624BE1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91050"/>
            <a:ext cx="3429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22E98-3AD1-4AB1-A513-D4E8CC0A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815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4CF738-48D9-45B9-9F4F-86CBC4B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124450"/>
            <a:ext cx="297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1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9090-&gt;80 代表瀏覽器連本機 9090，會被轉進 nginx 的 80。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3C9AF-0F5D-4F9D-ADAA-996A0C69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1A7FD-E479-4E44-9F51-87617EE1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36AC7D-A5BE-44C6-97E9-47169A86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248871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AE7410-DEBE-4D76-9B8A-37F0380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5 / EXEC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F8BC8-20EC-48D4-B34E-BFBEC4E1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5：進入 nginx container 看首頁檔案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B2BD3-161F-466A-86F8-7474759C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A0D1E3-5912-4C19-BBC6-D69EDAA0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先進 shell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D91B3-17FC-4777-8D67-FCCA30ED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exec -it nginx-life 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A5940-05DF-4B1B-9E7E-799A1010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40957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D7816-B1AF-4397-9D5C-987E4371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7645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進入後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D1112-343E-4B8F-ABB5-39B713B5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28900"/>
            <a:ext cx="3638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index.html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24A5D-73B9-4FBD-A38A-D27EBB38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/usr/share/nginx/html/index.html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這就是 nginx 預設歡迎頁所在的位置。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20680-8CA2-488A-9369-F09CD709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F61F4-5BB0-4A1D-BE56-1E22227F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24D41-77D8-4E16-9848-4D69EA23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378749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7C4EE8-A14A-4045-9590-0C794140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6 / EDIT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BCBCB-6654-43B1-8340-E01DB0F5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6：在 container 裡修改 index.html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8A3C9-BADF-4E87-83FF-94334209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47800"/>
            <a:ext cx="104013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EE9F6-775C-4C74-8E7A-22D5AB47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9566C-53AF-4805-A829-CFEFCE5B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7A3786-33E8-436D-883C-379B83DA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7AA81-1C27-4359-9065-B95978EC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9982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'&lt;h1&gt;Hello from container&lt;/h1&gt;' &gt;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E6AD2-1778-40A1-BBEC-2BAF0ED2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90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E1FBA-49EA-4D26-87B4-69EB5577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90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DA8BC-2327-4221-A569-0C0C81F2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畫面會變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C142F0-130D-4E4D-9D01-D75BC832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67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因為 nginx 讀到 container 內新的 index.html。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19C0C-014D-4DB5-8B35-E708BCC9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671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FEFE7-E2F6-4EA5-8D70-51BEF355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671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73104E-63D2-4F8F-A7EF-3FF35781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528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先不要刪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9115B-5A17-472E-80E8-A46B1E49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433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現在這個修改只存在 nginx-life 這個 container 裡。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1A10C5-9F84-46F2-B207-F094D084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433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BCC8C-35FF-46F1-A758-05EC06A6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9433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F638AE-B7CC-400B-B4B1-353F595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290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重點問題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1D6D3-93AF-4CC6-8701-E2387AAD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19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如果刪掉 container，再用同一個 image 重建，修改還在嗎？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7BFFD-BD18-4B94-8608-3DEC9D5B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1960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03663-A2E6-4A30-AED7-F9D5FABD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1960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FC9448-C5FA-4EEB-8A67-555B81D5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053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答案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30780-7949-4464-9AB7-FA63012A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958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不在。這就是等等要看到的「容器無狀態」。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C6C2E4-8E5C-4925-866A-661B777A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95850"/>
            <a:ext cx="26670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1E11E-8021-4DFB-A66E-F9321DD0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895850"/>
            <a:ext cx="514350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03212-1195-499C-BD4C-D4F972AE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8157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離開 shell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3F5867-0AF3-4A6C-BDF5-CA40C966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720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A263CB-46AD-4F28-974F-7D2314BC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E98947-EDC7-4DF9-8F95-BE40735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170968-5D4D-4953-B5B2-07E96D9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701918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B9B4F4-27C0-4EC9-97BE-BE83D815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7 / STOP START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AE1461-9C1C-4449-8B6A-2334923F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7：停止、啟動、重新啟動要分開下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E1CD3-360C-402C-A990-6A915EC8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5048250" cy="1695450"/>
          </a:xfrm>
          <a:prstGeom xmlns:a="http://schemas.openxmlformats.org/drawingml/2006/main" prst="roundRect">
            <a:avLst>
              <a:gd name="adj" fmla="val 561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AF28E-5D16-4583-A0AF-5CE60C81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C2004-2113-4C93-819C-E04C2D91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E8E72-8302-49CE-9843-F8E9577F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E0CA11-2A6F-4C2E-8100-ADC63A5D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4629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5991D-7120-4EB5-84F3-1E3F9310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621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1D211-DADE-466F-A27D-9CE88DFD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526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C3164-8112-4DD8-91FF-86DDE502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0764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停止正在跑的 container；再開 localhost:9090 會連不到。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1314FF-F618-440F-9D2B-DA855810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035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EFD774-52FE-44F4-9B50-062DFE00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64C91-7E50-4646-B335-0E4F8D72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1470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2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把已停止的 container 再啟動，剛剛改的 index.html 還在。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A49C1-487F-4DAA-995F-07502B10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38600"/>
            <a:ext cx="38481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4767E-624C-4D0A-B2A6-1ED376A7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291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5F827C-A15B-40CF-ABFF-E2F05379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22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container 重開一次，不等於刪掉重建。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36911-B2F4-4DD8-9E91-57B209EF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CC87C-15D4-4184-B7B1-7081564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DD12BB-5096-40A4-8AB1-2F148401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349859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STEP 8 / RECREATE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Step 8：刪掉 container，再用 image 重建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看見 container 內修改會消失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確認 container 被刪掉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用同一個 nginx image 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重新整理 http://localhost:9090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會回到 nginx 預設歡迎頁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09B44C-3B07-4812-B0CF-138142E8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9 / RM VS RMI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5583E-A045-42FC-A173-02E49CA5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Step 9：rm 和 rmi 是兩件事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5FD44-BCC2-40F8-9946-A26CC0CF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79D200-21EF-4FD6-A9F5-F332929F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 nginx-life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3D4562-D978-46FD-BD17-95BAF8AE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container。container 要先停止，或改用 rm -f。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A0E98B-D20E-497C-BA10-3B6231D8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52600"/>
            <a:ext cx="44196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29BE9-E3C6-4FF3-ADD7-C2E81069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43100"/>
            <a:ext cx="3962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rmi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9F8C74-43B6-402E-A757-17940868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95550"/>
            <a:ext cx="3962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image。若還有 container 使用它，要先刪 container。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76BAA-321B-4D4E-B575-180B512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591050"/>
            <a:ext cx="6781800" cy="100965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3BE42-13A5-42C2-B6E8-7BFE82E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DF086-7E6E-4558-9219-1E4E9049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F5DF6-829A-4112-87F7-CB2C8818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28462-6BE8-42AE-987C-576E3AFD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010150"/>
            <a:ext cx="6362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rm 刪 container；rmi 刪 image。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2010A0-B8F6-46E9-9930-85C0B4F3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4B364-1C78-442A-9753-3F09A356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4A79F3-8363-4BC8-8FA3-86BC24D5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832311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093603-F5E4-4B54-B75C-708A9CEA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B15E9-E4EF-470B-A2A4-6EBB5A9E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P1：照順序一段一段做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06F61-5946-436D-9205-FF2B880F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90650"/>
            <a:ext cx="6191250" cy="4400550"/>
          </a:xfrm>
          <a:prstGeom xmlns:a="http://schemas.openxmlformats.org/drawingml/2006/main" prst="roundRect">
            <a:avLst>
              <a:gd name="adj" fmla="val 21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89B05-9D72-44CA-86B1-B3E7D5DD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B2AA2-C276-4BC2-85D6-FB604AAB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A58AE-BC14-4423-BF0B-1178D89A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52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B0C0-1EA0-4D6F-AD06-E1E135D7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57721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 Image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2. Run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3. Enter / Edit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nginx-life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'&lt;h1&gt;Hello from container&lt;/h1&gt;' &gt;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4. Recreate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3AE31E-5433-41A0-8C51-53E375A8E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14500"/>
            <a:ext cx="314325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2E7FD-04B6-4850-B2C3-9C2B2E4F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05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每段做完都確認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6181D-67BF-4ECF-9805-219C66BF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241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pull 看 image；run 看 ps；edit 看瀏覽器；recreate 看頁面是否回預設。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51020A-B2FB-4D4C-BFF9-D1936FFA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19500"/>
            <a:ext cx="31432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BF2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68CED-80E6-493C-AB04-9325781C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100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Q2：為什麼改好的首頁不見？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C4B6B-BE99-476E-BC51-B2241FA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因為修改在 container 內；container 被刪掉後，未保存到外部的檔案也一起消失。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720EF-DCA6-452F-A356-913760CA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FE59A6-4431-4E6C-B000-D9C4824E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0CEAD-7AEB-4EC8-B8D5-8BE32524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7258548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672B32-46AA-4571-8743-717CEE5A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/ EDIT FILES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B6E18-47D7-44AC-8674-5930EACB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vim/nano 時，怎麼改 container 裡的檔案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F52FB-5B49-40AC-BE7D-73BB8090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5143500" cy="1676400"/>
          </a:xfrm>
          <a:prstGeom xmlns:a="http://schemas.openxmlformats.org/drawingml/2006/main" prst="roundRect">
            <a:avLst>
              <a:gd name="adj" fmla="val 5682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D8EE08-AC2D-4FB6-ADFD-4A19BB9F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24EA9-BEA0-40FB-8B78-D0FB8E5A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61401-0E0E-4BCD-B131-4BC6E8F0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2D3A61-B3EB-4361-A922-8587F607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4724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nginx-life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'&lt;h1&gt;Hello again&lt;/h1&gt;' &gt;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5D9C3-EE95-4D0C-9440-E848A9B9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D76393-8B0A-4B79-A9A9-DD2641B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echo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8F46D-68AA-4DAB-AD15-7B47C10A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適合課堂示範，把短文字直接寫進檔案。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A8193-578D-4339-AE64-81F89C114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46685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31EC4-8624-49BB-BA5D-F67A893A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6573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cat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3B0FE3-F878-463B-A7EF-150483A9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812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確認檔案內容是不是剛剛寫入的版本。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958E3-A10F-4058-B79F-540EB6D9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A28062-8788-49A7-B0B3-B33A32F8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1904E-1ECE-460E-86AA-46891FC8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檔案比較長時，可以從本機複製進 container。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D1B83-2A39-4256-B820-0D9680E6F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2076450" cy="1276350"/>
          </a:xfrm>
          <a:prstGeom xmlns:a="http://schemas.openxmlformats.org/drawingml/2006/main" prst="roundRect">
            <a:avLst>
              <a:gd name="adj" fmla="val 8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871A05-854E-42D5-9881-6582E6EA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909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logs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0D501D-7329-497C-98B6-0ACFE86D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14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 nginx 啟動或錯誤輸出。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33E2F-43B3-4A80-A763-8A1694D4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14800"/>
            <a:ext cx="48006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E3471-9D46-4EAD-AD6D-BD0CCD59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62450"/>
            <a:ext cx="422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95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這只是臨時改法。正式保存內容會用 Volume、Bind Mount，或重新 build 成新的 image。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8545A4-C9D5-4B4C-91F3-EF597AE7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D3AAA7-1DE0-4614-85D0-C0B8841D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D19B82-D1C6-4652-BB47-C890AA93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532349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7CD96-92D4-4BA0-BD97-C8D7DCC4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BC04D-C036-4698-BE9D-3EDFF452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F763B-FF34-4E03-812D-BEAE2262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5962650" cy="2114550"/>
          </a:xfrm>
          <a:prstGeom xmlns:a="http://schemas.openxmlformats.org/drawingml/2006/main" prst="roundRect">
            <a:avLst>
              <a:gd name="adj" fmla="val 450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B17C9-3F67-494F-9590-CA7064F7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105F3-BFF6-47EE-8E76-D2C6A17A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5D74C-C1FA-4CD3-8F4A-BABFD8CF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3D64B-FDC3-4FC9-B2C7-65560702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14550"/>
            <a:ext cx="5543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docker run -it --rm ubuntu bash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docker run -it ubuntu bash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AD5FC-6ACA-4C0E-8B26-D7DD5431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0020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4AF116-097F-4296-BB1D-CFBADD96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9070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10A92C-66BA-43B3-8992-27306C9C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12E2A-1D78-4694-B402-331BF50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32004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C70D0-E667-4465-91E5-D5DFA439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448050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09C9E-0356-44D5-944F-894E4BF3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8671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C8430-F043-4B92-AB57-092E1657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C2FFBE-F986-4A68-B8B3-B7EFC6D6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E175B-02B6-451A-BCF2-B0F9DABC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83ED5-2725-40E0-B842-3AF38BE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6665304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D1B20A-D099-4C43-98BB-73704058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18C44-56C3-40A3-9406-996278EC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ec8fe1b0c441f"/>
          <a:srcRect xmlns:a="http://schemas.openxmlformats.org/drawingml/2006/main" l="3100" t="0" r="31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FB13D-C501-4BC6-9469-E9D2BBB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52550"/>
            <a:ext cx="4762500" cy="28575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907D2-F798-4B47-A6E9-D56E73D5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095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B22E2-A831-49FC-8913-828F1C5A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669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89558-52F4-47D5-AF58-96CFEC32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638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07481-98F6-42BD-A120-3785261C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4095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64FE83-C46A-404C-B4BB-6355FCD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67100"/>
            <a:ext cx="363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8B530-4226-421E-AF5C-F4FF86B6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36385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網頁檔、設定檔、資料庫資料，都不應該只放在 container 內部。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F80D6-06AA-46DD-A84C-7107CF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334000"/>
            <a:ext cx="918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接下來全程用 nginx 示範：先同步本機資料夾，再進到 Docker 管理的 volume。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C07F7-B5FC-42DA-AA0F-FD2713D3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088CD-15C4-4D7D-9A77-5918ADA8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6C4C73-1DAE-4DA3-A2FF-4417C3D1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18237914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9268AC-9A4B-41D6-BECD-C67A3D63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EXAMPLES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50001E-9520-47DF-9FE4-D3D94335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兩個範例：Mounted Volume vs Named Volume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14BB2-CCEA-47E0-A6ED-1958E2FD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85270-E119-4274-814A-A09A349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Mounted Volume（Bind Mount）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0EF2C-0CB8-4EBA-B770-D925C333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65B4E-3E17-42C8-ACCA-F0BCD13F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B393E-A9BB-497E-9334-5D27ED0C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9BF29C-4F0B-406D-9133-64F0B501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75C2F-84D8-43E8-8CEC-F55D8E39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主機路徑:/usr/share/nginx/html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F8ED4-1C11-442A-B990-6A8863F1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自己指定主機路徑；改 index.html 後重新整理就變。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BCA85-DB07-4DC3-B0A4-7495FF97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81150"/>
            <a:ext cx="476250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13494-D469-43BF-B521-48AC218C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4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6EE2D5-CB69-40ED-8096-B293366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33650"/>
            <a:ext cx="3924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7D187-5746-496A-ACB9-E76BEB56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E202C-6A6E-4E0C-B796-FE606F0C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0033D-4D72-448F-9DCA-669680AD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95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AB6B0-A934-408C-A974-69FB34C1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52750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nginx-html:/usr/share/nginx/html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1E9158-76CD-49D8-AED6-0CD936DB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5760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9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管理資料位置；刪掉 container 後資料仍在。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9426F-CC7E-48B7-ADF2-56049DF0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120E6-A423-4D6B-87B0-252637E0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166BC8-6DDB-4E7B-9921-A6F7C04D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431294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570E-A905-4F6F-AFCF-B2C9A4CE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0 / BASELINE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D43A35-7B4A-4F05-A0A2-06766202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先看沒有 Volume 時，修改會消失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B4FE24-34E7-4D8E-90F9-18FC65B9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21E977-DF98-4D05-AB73-D57938A8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1. container 內改檔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672BF-6E24-4D52-B314-FF30D738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exec -it nginx-life sh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'&lt;h1&gt;No volume&lt;/h1&gt;' &gt; index.html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3E445-B7CD-4B06-9726-63CF48CE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72F1D-BF87-43D9-AC1C-1A3FD5FB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7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2. 刪掉重建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4C873-CAAB-4D71-9A8D-7BAB208E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39243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rm -f nginx-life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run -d --name nginx-life -p 9090:80 nginx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頁面回到預設歡迎頁。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CBB83-68CE-4AD1-9B06-EBD67CCB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結論：container 內修改不是保存資料的方式，接著用 Volume 解決。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B4F13-98B4-4CF3-8AA5-E2DDB93E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F5B65-0FDE-4280-BB73-4673B0E1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EE011-4184-4EDF-9A5E-776956C1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865277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D6CEAA-13FE-46AF-9D01-97B329D6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1 / HOST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9E318-79B0-4A17-98BC-8EE50873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建立本機網站資料夾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8C46F-9C0C-4F9A-ACAE-BCB36F14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4762500" cy="3467100"/>
          </a:xfrm>
          <a:prstGeom xmlns:a="http://schemas.openxmlformats.org/drawingml/2006/main" prst="roundRect">
            <a:avLst>
              <a:gd name="adj" fmla="val 274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BB957-33CA-4E8F-B722-B805C02D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BCF941-E727-4F13-B0D4-727BD209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347A3-8DEE-466F-9A8B-BE4F06870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609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A68EB4-8103-4DA1-85B7-3BCE6618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4343400" cy="291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C:\docker-lab\nginx-site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C:\docker-lab\nginx-site\index.html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86745-C703-4C54-A686-7038B20B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668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D4DB3B-1B31-4A6F-887B-2F90BC1B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6002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mkdir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6ECA2-1B0C-4199-9422-7B9E826C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906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建立資料夾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E1FDD-161C-48DE-8F81-BFBD63B9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907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C82D15-9E32-4F8C-8044-5172EF32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241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index.html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82F332-3B31-4BDB-8F03-F9D1E8D3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145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放首頁 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4E90E2-00CC-49BE-9D87-D294BEA9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CA2B0-27F9-4666-8CEC-E4C35BA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480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主機路徑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C79F2-C7F8-4A33-ABF1-93E6F029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384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C:\docker-lab\nginx-site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1B2593-5467-48AC-A69A-C45DBE9E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22B2CB-EF0E-44E4-B5B8-90D1945A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719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下一步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AB3953-14EF-4190-B851-C043808B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623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掛進 nginx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4B8CB7-FDBF-4CE1-9CA8-E2252DA0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62450"/>
            <a:ext cx="3524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654A56-F597-49E1-859E-1CFB00B9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9580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先確認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199914-80E4-42D6-8081-A36560F1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8627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9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主機上真的有檔案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94137C-540B-4515-A787-783D0998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F94CD4-67BF-4C6D-82AB-D571AF3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4C108-4AB8-40B0-A764-EA0AE2EB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78876027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0D8F44-CB63-4649-B26B-8BEB4882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STEP 2 / MOUNTED VOLUME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E9034-3667-4485-9FF4-E2C28CC5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Mounted Volume（Bind Mount）範例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A9C81-A29E-4B56-9498-58969520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09700"/>
            <a:ext cx="7239000" cy="40957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2812E-A20A-4138-8B70-EC65E8AE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33235-6A59-4521-8BB4-FE01C7E8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42376-17AE-465B-AE13-71764AE0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57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AB181-CF37-489D-8E2C-80B234AC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6819900" cy="354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"C:\docker-lab\nginx-site:/usr/share/nginx/html"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5F5CF-B872-4D4C-AE67-A0208AB3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5D20D-B8E4-471C-AECD-EF1E20AD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B77B4-0C69-4537-A5B5-58B86E1E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622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http://localhost:8080 看到本機 index.html。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CB907-3DD8-43A1-9417-5608E7FE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81400"/>
            <a:ext cx="26670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FA40FE-1793-467F-A135-F532AD74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7719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左右怎麼讀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3B265-CEED-4FB6-B340-25B038FD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91000"/>
            <a:ext cx="220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左邊是你指定的主機路徑；右邊是 nginx 網頁目錄。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C67E3-62A1-4EDE-A3F3-DD0B9B5D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E5A85-EE09-40A7-BF39-25624162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4F8F2-26C3-4B26-BAFA-8336877A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418492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C0BAB9-5DA1-4013-AFE6-DC8531A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3 / EDIT HOST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8563F-FA23-4866-955E-97EA5A6A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改本機檔案，瀏覽器直接變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07FCC-0AFD-4244-81D7-8CDCB71F1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57350"/>
            <a:ext cx="100584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3D906-DA1A-4870-98D8-5CD2A538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95964-BD3B-4310-8E28-6D25696E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48FEC-3C20-471C-8B98-05FED1E9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19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66D246-F6EA-4B78-987D-8C7AC909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76450"/>
            <a:ext cx="9639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C:\docker-lab\nginx-site\index.html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修改後重新整理 localhost:8080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471F0A-008D-47ED-99E9-F7107CBC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CBFF4-7FBF-437E-B537-6FE6CDE9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3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不用 restart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FE118-17E7-4ED8-AE7A-F9FDAAC9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95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每次請求會讀最新靜態檔。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FC156-D5BA-45EE-BC7A-81C253C3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90900"/>
            <a:ext cx="37147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913451-59AA-41B9-AF8F-C8C781F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8140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不用 build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AB360-F38E-44FC-A1B8-F1226E67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57650"/>
            <a:ext cx="3257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因為改的是主機檔案，不是 image。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A1231-8858-45F6-AD2F-0F488E8C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83DCB-0E8E-4B4B-944A-1A2CE596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2F8620-48F4-4865-8172-10AEE843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1466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97B32F-0239-44A7-9F06-BD73E3BB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STEP 4 / VERIFY INSIDE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ECF7D-824F-40E4-B9FB-57EF3936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nginx container 確認掛載結果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AF28E-96ED-4C68-A4A5-B49133A2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6667500" cy="24765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4ECBCB-FB39-4ED6-AEA1-1DD199FA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8FD85D-CCB2-4DF9-828F-AD8BDEE6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1DD35-3206-4D2C-B029-2D029A61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2571EC-4278-4719-860B-FD7ECEA7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81200"/>
            <a:ext cx="62484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nginx-bind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D3C70-AD91-4783-8045-6EA01A7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68AEF-CA31-471F-ACA3-AFFEBBF1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4027-6F78-49F6-A6B6-8348F054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2400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看到的內容，會和本機 index.html 一樣。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85BD95-1DC1-4865-BE30-61D1B973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0673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這一步讓學生看到：container 路徑其實指向主機資料夾。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88988-033B-4B31-A51C-265A6408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97747-5072-407F-88D8-6183989E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BA32A-6069-45B9-8457-9234D4F4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3079958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C55781-741D-4296-B4B9-E9AABCA2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BIND MOUNT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F25F0-F8A4-4889-8C91-73776599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-v 看成一條資料通道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2BCCC-B8F0-4892-8B5C-1910A1A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52F3AD-6C84-4C2E-AE01-4AF310DB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98FB13-F48A-4C3B-A08D-37417619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主機路徑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36253-6659-46F1-A522-2220D92C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C:\docker-lab\nginx-site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E97BEF-8F9B-40F7-9D54-09ED8D59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22FFA-AB83-4CDD-A03F-5E72DDEC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CF6562-51D6-4CA4-A43E-AFAE472B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DF4B6-4A70-46B9-B9FE-910DCF9E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容器路徑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87DD6-3D58-41CF-9BBC-804DC8D3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/usr/share/nginx/html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CB3918-D3B2-4499-B5FE-B7EB50A4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41B87-C960-44B6-87F2-1F06D836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1BF6E-5F74-4237-8BD3-C2AB40E8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2B238-BB89-4D4A-8B08-2B09A893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冒號連接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E76BD4-ED0B-469A-AFE7-5C942BC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主機:容器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17B2F-DB22-462C-B17B-41CFABE7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95550"/>
            <a:ext cx="4572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999A8-3500-4A10-BD16-8A738D25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286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D07EFF-C561-48AF-B906-59C16FC0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057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0582C1-3637-4532-BE87-8176BF71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383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即時同步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9A3F0F-8ED1-46D0-BD5F-29FC145B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647950"/>
            <a:ext cx="1790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改任何一邊，另一邊看得到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BF57EF-2972-437D-98AD-96E0A96D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95800"/>
            <a:ext cx="9334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2EFCB5-5655-4F1F-9767-D46528AE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28DA7-930B-4D28-9EDD-9EF04978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18F97E-F68C-451A-9FAD-47C11485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657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9F6EF5-EE1E-4829-811B-BC5A75A2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14900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"C:\docker-lab\nginx-site:/usr/share/nginx/html"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28292-8C2D-4F7D-99C7-447773AB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B8D1CF-67E6-4610-944A-E24B235F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A753B-DD95-4D98-BD42-833DF0A0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93023988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A5862306-EBFA-4D42-8FB6-B900233E2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16B958-E9B2-415E-AC28-1CBCDCA0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範例程式碼：Bind Mount 基礎完整流程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C2F91514-878B-40B3-88F1-29B48113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本機資料夾同步到 nginx 網頁目錄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0D5D1FA4-8437-4A6D-B67F-A76B9368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9E6EA009-D493-4486-A612-2987D20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C:\docker-lab\nginx-site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C:\docker-lab\nginx-site\index.html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"C:\docker-lab\nginx-site:/usr/share/nginx/html" 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nginx-bind sh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/usr/share/nginx/html/index.html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3BF7125-7E0F-40D0-B42C-6D53CF75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38B81C4A-0E0A-4894-B179-D877A3B0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97780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0A7850-C1C9-499C-AFFB-4FF4FB41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WRITE BACK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A6AB4-8616-4193-8996-818E4ABA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反過來：container 裡新增檔案，主機也看得到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F6336-2605-4BDC-8DA3-6DD0BA9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4000500" cy="1428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3118F9-C91D-41AC-B728-74D279C9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9E7AB-7EA7-47D0-98C5-CE14F2F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16F38-C1DC-4CE5-8CC9-00D5AA76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0F3E1-2498-44E3-8836-7CA10D6D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3581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C:\docker-lab\nginx-site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test.html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F44A-58B3-4650-82C9-2BAF1BDC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28750"/>
            <a:ext cx="5905500" cy="3219450"/>
          </a:xfrm>
          <a:prstGeom xmlns:a="http://schemas.openxmlformats.org/drawingml/2006/main" prst="roundRect">
            <a:avLst>
              <a:gd name="adj" fmla="val 295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A4787-558A-41B4-829B-CF1C45CA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979B0F-F068-4012-904B-D6F1DAC4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34195-8FA4-4743-BE5D-1498D9EA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590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DD04C-CA99-4D43-A6A9-7F7D27D6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47850"/>
            <a:ext cx="54864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nginx-bind sh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'&lt;h1&gt;Created in container&lt;/h1&gt;' &gt; test.html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213415-2C7A-4019-84E9-ACB253EC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40005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F2639A-FEE7-4B4D-9AC0-4B29D9CB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DB6DB-FF24-472E-B75B-B9CAD813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8080/test.html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0FB93B-4F4A-4F65-99F3-EE6E0FF5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34000"/>
            <a:ext cx="902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在主機資料夾也會看到 test.html。這就是 bind mount 的雙向同步。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B0EBE-6DB8-463F-AEFB-6FA2773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78251E-983C-404B-B32B-85982221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3BB544-440A-451B-8774-38D2A22D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2491337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BFA9938C-1FE3-4252-9DBB-615974BE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311E86-03D9-48DD-A9D2-2F7F57DD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範例程式碼：container 寫回主機資料夾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62786FF9-9A9E-4A1E-9162-01DDCD96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Bind Mount 是同一份檔案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10156972-F8A2-4440-A8A3-32A81E5A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2EB8D271-7049-46CC-B430-00D9215A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nginx-bind sh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'&lt;h1&gt;Created in container&lt;/h1&gt;' &gt; test.html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test.html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主機 C:\docker-lab\nginx-site 也會出現 test.html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瀏覽器打開 http://localhost:8080/test.html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A1545A5-2104-47AA-97D2-4F8B150C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E80B1CE-9847-42C1-84C9-D75345D1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1033613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588C0D-1086-463D-8F48-9C3ECEE3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READ-ONLY BIND MOUNT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6C7D4-8148-4CF6-8347-2FC835B7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:ro 保護主機檔案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BF1A9-4982-4B65-A21E-3273732E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562100"/>
          </a:xfrm>
          <a:prstGeom xmlns:a="http://schemas.openxmlformats.org/drawingml/2006/main" prst="roundRect">
            <a:avLst>
              <a:gd name="adj" fmla="val 609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C36A42-7F49-485E-AF9B-9B38F076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4A3DA-9BDA-4103-9E2F-42BD708C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49023-1DA8-4AB8-B7D0-12928868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90E5D-F702-4C59-91B6-E2D61216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nginx-bind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nginx-readonly -p 8081:80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"C:\docker-lab\nginx-site:/usr/share/nginx/html:ro"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CCC195-9004-409F-9481-9BB9B213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F2B44A-B494-4449-8FC9-265BEC43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:ro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CBD1B-58DB-41D0-9EF3-9D28D2F3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read-only，只能讀。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C82F5E-8472-4EFD-ABC8-50EFFB8E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90EA1-A619-41A4-BA45-04DD0828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8081:80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F406FA-6C81-4E3E-AAC1-78F19B26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避免和 8080 衝突。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132BF9-85B0-47E7-A257-3B5A4A2C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3E350-6306-4E93-ACEA-58E8EEAD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1E60B3-17DA-4815-969C-17E0AD09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主機資料夾仍是來源。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EBFC63-96B2-4185-8B33-E9388C53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F70A03-D530-4279-8E81-B3CF8A50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686C07-541A-4824-8C8D-155D6E8C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仍然只用 nginx。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452A3E-CD81-4672-A76F-516191DD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905250"/>
            <a:ext cx="196215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F2E603-AE1F-469A-A237-5488AE13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148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測試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E512E-5A04-413D-8F34-A63D33E5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進容器寫檔會失敗。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285902-20C3-425A-BEA9-A97FB654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3B7729-D227-49DB-904A-B7E2AEF2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E835CD-1CEA-4EA8-91E6-05EA51A8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1117914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1A6F2B-5DF3-499F-B6B1-3FE21B4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D33F3-85FA-4A14-B906-79BA7F01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:ro 真的不能寫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03FFAE-0EDC-4EE8-AAB2-509952F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4D93E-532C-48B0-98DC-37E7637E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3D481-2BD1-477D-AF4D-3CA21CB1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cat index.html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79E4A2-0A60-4C46-B1DF-3C80C651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可以讀取掛載進來的首頁。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783D0-2BC5-4864-B3FF-282D228A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249F31-0157-45BF-961F-6A987A09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Write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472F8C-A85B-462C-9355-F7708856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echo hi &gt; index.html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BE435D-C3ED-475F-9E63-0A1BCC3E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會被拒絕，因為 :ro 是 read-only。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D70575-31DB-478D-B57E-22F4681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0480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C7805-5D90-4BED-AE2E-39FF0CDE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Use case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5E0974-E9AC-4C87-8EBA-0CA9FF45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2514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展示頁 / 設定檔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173565-D9BB-42E9-AADC-FCB0FEFA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05200"/>
            <a:ext cx="2438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不希望 container 改到主機檔案時使用。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610E8-61FE-45BA-80AC-BCC0F7B8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-v 時看最後一段：沒有 :ro 可讀寫，有 :ro 只讀。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8A01-4449-41BA-AF25-5450F897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85AED7-9279-4B52-8ABC-6C689B48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C553A-5950-4887-852E-77EAB1FC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0455141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F5B6A-1FBF-4DFD-968E-168BB47B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BIND MOUNT DEBUG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83A85-8363-4ECD-B4C7-A3ADE360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路徑掛載失敗時怎麼查？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7F370-CA87-40AB-8D14-BC1CF133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90650"/>
            <a:ext cx="10210800" cy="8382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2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看到空白或 403 時，先確認主機資料夾真的有 index.html。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再進 container 看 /usr/share/nginx/html。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E0232-3B4E-44D8-8DE3-DED721EA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4876800" cy="2133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Windows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路徑加雙引號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C:\docker-lab\nginx-site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PowerShell 注意目前位置。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79E8C-74FF-47BB-BA51-92AC3025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14600"/>
            <a:ext cx="4876800" cy="2133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99E6C8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macOS / Linux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用 $(pwd)/site:/usr/share/nginx/html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權限不足時先確認可讀。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25C235-65D0-44A7-BA74-AC961CA9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57775"/>
            <a:ext cx="8382000" cy="609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4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檢查：docker exec -it nginx-bind 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8F094D-D7C5-4D8B-91A9-2A175CEC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93CF28-A316-493B-89AE-1C7D05BD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BE36ED-7FF1-44D9-A596-DD0440C6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24A</a:t>
            </a:r>
          </a:p>
        </p:txBody>
      </p:sp>
    </p:spTree>
    <p:extLst>
      <p:ext uri="{BB962C8B-B14F-4D97-AF65-F5344CB8AC3E}">
        <p14:creationId xmlns:p14="http://schemas.microsoft.com/office/powerpoint/2010/main" val="174720236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5A18FF-F467-4E52-A552-3AB58D9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15210-846F-4758-9E12-0F743F42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Named Volume 範例：資料交給 Docker 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F89C4-80EB-4BF6-BFBC-56737C6B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476250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88DAD-77DC-4BBF-83D2-4F1DCD63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E7C0D-44AF-445E-8CF9-7EA1EC1B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836792-E9E1-4D63-98C7-4DE22D06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BA536-48C6-4E69-B9DE-9FA83B67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33600"/>
            <a:ext cx="4343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nginx-html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E6274-AE98-43A7-AB42-87E1DF77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33600"/>
            <a:ext cx="1047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3EE14-706D-4DBD-8AD9-78FD3CBB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3371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4500DD-6517-49A9-9818-A27009EA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4F34B-6BB9-4477-A179-739C7693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003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不想綁死在主機路徑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C02B8-2F3C-4E74-9F9B-E1D4B5B9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733800"/>
            <a:ext cx="8115300" cy="933450"/>
          </a:xfrm>
          <a:prstGeom xmlns:a="http://schemas.openxmlformats.org/drawingml/2006/main" prst="roundRect">
            <a:avLst>
              <a:gd name="adj" fmla="val 12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DFE3A-0ED2-465D-9070-7498E9AF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955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你只給 volume 名稱，實際位置由 Docker 管理。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F177C4-FC6E-4A02-BCAF-E397CACA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9E08A9-080D-4A33-84D7-29088A5A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F27D93-F356-4DAE-870D-C40318A9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3118434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44A16C19-D850-40F2-B465-2C0C0314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F28011-60F7-4C9A-92BF-56D933D1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範例程式碼：Named Volume 完整範例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37548DC3-B658-4372-9782-A1EB35EC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37CD9518-26AD-4F1F-976E-EA80E8C0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633D0A5F-B94C-4342-8BEE-C46D70A8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nginx-html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nginx-volume -p 8082:80 \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nginx-html:/usr/share/nginx/html 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nginx-volume sh -c "echo '&lt;h1&gt;Hello Named Volume&lt;/h1&gt;' &gt; /usr/share/nginx/html/index.html"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瀏覽器打開 http://localhost:8082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8523055-8D20-471C-916F-9934EAB6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7F296DFE-1CCC-4E53-970F-49E6AE04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50798246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F8C8CE-A6F6-4E18-8148-2C59706E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 PERSISTENCE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7E0A6-1985-40F5-8B03-48BC0D22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 container，Named Volume 仍然保留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D52B9-E368-4B7A-91D0-F058898C7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06AED9-630F-4B06-ACF3-0ADDCF19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6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Volume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CBC7F7-FCED-46F1-8AF7-C6C3A14A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volume create nginx-html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720C4-A6C7-4DFD-BB25-26B54EA9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3C964-B841-47C9-A8F5-361615BD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0B9C5-E1FC-4684-9DD9-94D28B85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第一個 Nginx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0018C-920F-460E-BD73-FBDFE9AA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nginx-html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014229-8346-472F-9845-4AC6CA2D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EA623-0B51-4903-95E7-AAF30DF0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5A29F-B7A3-411E-A5A2-1EAD5BAA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 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30CF3-D7EE-4F7C-82DF-898A00AE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rm -f nginx-volume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C6440-E8E2-4FE4-8DAA-AE54592D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47950"/>
            <a:ext cx="4953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F39CE-2282-4200-A0B1-2E0E6B42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19300"/>
            <a:ext cx="2095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F7AAAC-41C8-4C0C-9E94-4C1A81F6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第二個 Nginx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56836-B6EF-46FB-A913-03140300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384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掛同一個 volume，頁面還在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0FEC40-3864-4FED-9F9B-EBF98892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6400800" cy="8382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0EA3C0-67EF-4A8D-B5F1-5506015C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C95D0D-6AA7-46DD-BF7E-DFF30554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9E65A1-7446-4234-A4D9-254422BB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7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D75165-51A8-4FE7-9DA0-0EFD863B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598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nginx-html:/usr/share/nginx/html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9B8279-FB1E-4E70-BF16-0FCAE480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6684E8-B82F-4093-A076-888F3A5A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CBA926-E5FF-43D6-AC83-8CB7107F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21028314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1693EB-055B-41CD-8EB6-06BC138A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8A9C38-3CBF-4188-A6CD-AA45C29E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P3：Named Volume 持久化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7A063-0CC1-4F3F-A4F3-51A4939D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E3E26-60F4-40E7-98C7-452ADAE7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594B3E-ADB0-4731-B7CB-34034541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create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67E6C-963B-49FA-A0A2-A099C5E9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volume create nginx-html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74F5C-2EEC-45E8-A45F-00B40E9F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5811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886C95-5D46-4C2F-B20B-C3A9880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859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E495D-714E-4F24-8F7E-71BE03C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90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968CC0-B676-4D93-A8CA-1557EF12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240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nginx-volume + 8082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07908A-E6A1-4B33-87D1-574905F4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9BB12-7E79-4963-9E47-9DDCEF92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8E811D-DB68-46D7-8E4C-41D362D7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write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1D1C9-EAE5-4E5B-9C4F-E0668193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 index.html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97915-FA40-41F1-9B36-EBAE5B13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05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90314-3EE4-4BF1-933C-FAF8B80F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0987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00B2A0-F38A-4300-B2A2-765A03E2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14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CA772-7A5D-4708-BF2D-D17D2018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刪掉 container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9653DF-ED1A-4152-BFE4-0A949CF2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B50B6B-E296-4ADE-9661-656745DC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2DC5D7-7023-484D-B562-8A63C9E9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again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A48B75-E7B6-4166-800B-8522D6EB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掛同一個 volume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DB143E-916A-48DE-B73F-262EF3B7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290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4A5635-CF69-4B82-9DBB-905A92C6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9338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687031-574D-4630-A5A7-7ACA7EE9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38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check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062D68-16B1-48AB-AC1F-D564C707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1719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自訂首頁仍存在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58E7C4-5825-46A6-AC19-FE289E17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219700"/>
            <a:ext cx="81153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7758C0-FEB7-48AC-9E4C-A6C2C87F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391150"/>
            <a:ext cx="7543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47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Q4 檢查：刪 container 不等於刪 volume。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00A541-62B3-401C-948D-745F44D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A476F7-8541-4324-84AF-FF6E6595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D9890E-C347-4384-8E85-59FDA7C2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53824020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5254E-E09F-4EA9-BB40-CF1CAD90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ADVANCED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F240C-E805-4B9D-BB96-F9CCC673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同一個 Named Volume 給兩個 Nginx 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B77CF-39FD-487D-A125-47C13565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10706100" cy="21907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9C977-4167-4E02-8A3C-6E6AAE41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6CBE4-B252-41D2-964E-AF19BA1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21685-7B41-4D64-ACBF-F2F043E7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28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7AB6F-7C38-4964-A8E0-26A6BA20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102870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nginx-vol-a -p 8083:80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nginx-html:/usr/share/nginx/html:ro nginx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nginx-vol-b -p 8084:80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nginx-html:/usr/share/nginx/html:ro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28420-D5B6-424C-9B03-E81268A0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3A585-C56A-4025-8BE3-99120190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21B33-7809-47D1-BA1F-3FB636D5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nginx-vol-a / nginx-vol-b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8A5F1-9780-4476-BD5C-1C4B0C47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CDEDE-9E70-4214-A24B-B73EA47C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98CCC-AB89-4F09-BEF4-D4A65055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8083 / 8084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BBDCA-0B01-410C-AE10-64082C00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05300"/>
            <a:ext cx="2476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BFAE7-0932-421A-A6A7-4BFD6A8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相同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05AF0-D964-4C8B-8188-C52C058C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95850"/>
            <a:ext cx="2019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同一個 nginx-html volume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4B401E-CA35-4E81-82F0-8AE748EA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44281-B357-48EC-92D2-D7D11794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DA9E49-78FB-46AA-885D-FAEBD29C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7400242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BD2731-9E78-4CAF-A00C-F20EC03C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84108-C976-43A8-AFF9-28674862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62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常見卡關點與清理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5FA4C-F602-420F-8A40-391DA877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44F29-3C07-44DE-9035-5AEE38D1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69864-A748-465B-8893-3DC0B5E5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同一台主機的 8080、8081、8082 不可重複使用。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5FEB0-BB55-4138-B531-0155D245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0020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9C121-710D-4CA6-BE68-E4A5CB3A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907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6AF86-4255-4CFD-9ACD-4C5BEB44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19075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路徑用雙引號，確認資料夾真的有 index.html。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98838-1214-4FFA-A28E-24740C3E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6F612-852D-4A70-9E59-3CD7319B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改用 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38C91-3FF5-482F-8E0E-FEF5EB8E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官方 image 用 sh 進去檢查檔案最穩。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E31D6-7128-4905-A2F8-606F276F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4286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B8BC2-82D6-49A3-AB15-B721D59D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623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刪不掉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A59FE4-F696-4576-A93E-9D72126C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62400"/>
            <a:ext cx="3829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先刪掉使用中的 container，再 docker volume rm。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E40F4-38F0-4F4E-96D4-2C9A9437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19700"/>
            <a:ext cx="60198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49D2A-D044-403E-8045-37A980AA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0BDE5C-D5AB-40DC-8FE0-6D5AD888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FA8A66-E918-4FB8-B0D4-A67CBE69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381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32C26-4F6C-4B82-BE3B-EB23E53E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38800"/>
            <a:ext cx="560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418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nginx-bind nginx-readonly nginx-volume nginx-vol-a nginx-vol-b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nginx-html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03046A-D758-48B8-9598-00E1D4BF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895B39-C879-4C2E-A135-0D48490C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42378E-7AC4-40B2-9088-947A3F28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9470177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78BF40-6796-4CD7-90AE-4D90EFFB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FLASK BRIDGE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12C7C-ADBD-4E3A-9624-A4EC1AF4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接下來：用 Flask 練同一個 Bind Mount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0A7ED-8399-4155-9720-6B8E7D05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05C84-2FD2-43BC-9A1F-9BCB3659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為什麼接 Flask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C6A12-EFD6-4F22-AE1A-58A3FD9C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讓學生看懂 Volume；Flask 把同一件事用到程式碼開發。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1E4EB-B359-49D5-BC6A-79228D2B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1D2B7-A263-4357-9C91-1EB8FE5F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練習目標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52335-D267-4BF7-B9D9-B897E3E0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86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本機 flask-app 掛到 /app，用 python:3.11 直接跑。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E4A1CD-15F7-4C3D-84A8-0D7CCDDB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26A5B-6B5C-4A60-B999-9BBFCBD3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新的參數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949BE-DD87-45F8-AADA-A10E0D2E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加入 -w /app，讓 container 一進去就在專案目錄。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576AA-C508-4B40-9098-CDAECD5A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47244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526543-7FD9-43E8-9E14-58CFFEAD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814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0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差異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E5EC41-2561-435E-B469-3FEB4D6C2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815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改 HTML 重新整理；Flask 改 app.py 要重啟 process。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B2D58F-99B1-412E-BF08-3BCB9EAF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57850"/>
            <a:ext cx="8267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先不寫 Dockerfile，不重新 build；先把開發迴圈跑順。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22730-F7D9-4815-A876-331699A8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1ED0F-AA77-4FC9-8CD8-55E7F9D0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865E8-A5F1-4694-BA5D-75182606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3610375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1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建立 Flask 專案資料夾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專案先在主機上建立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C:\docker-lab\flask-app\requirements.txt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C:\docker-lab\flask-app\app.py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CODE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app.py：最小 Flask 網頁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先做兩個 route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"&lt;h1&gt;Hello Flask Volume!&lt;/h1&gt;"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@app.get("/about")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return "&lt;h1&gt;About&lt;/h1&gt;&lt;p&gt;Bind mount demo&lt;/p&gt;"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  app.run(host="0.0.0.0", port=5000)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2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用 Python container 掛載專案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-v 仍是主機到 container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--name flask-dev -p 5000:5000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-v "C:\docker-lab\flask-app:/app" ^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 xml:space="preserve">  -w /app python:3.11 bash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主機路徑：C:\docker-lab\flask-app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路徑：/app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這條 Flask 指令怎麼讀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先看懂 -p、-v、-w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--rm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 後 container 自動刪掉。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5000:5000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主機 5000 -&gt; container 5000。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主機專案 -&gt; container /app。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-w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進 container 後直接在專案目錄。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3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安裝套件並啟動 Flask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在 container 裡執行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browser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http://localhost:5000/about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app.py 必須用 host="0.0.0.0"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STEP 4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修改主機 app.py，重啟 Flask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不重新 build image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C:\docker-lab\flask-app\app.py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回到 Flask 終端機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Ctrl + C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refresh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變的是主機檔案；container 讀同一份檔案。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nginx 與 Flask 的開發差異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同一個 Bind Mount，不同開發行為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nginx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掛 HTML 到 /usr/share/nginx/html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改檔後重新整理通常就變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掛 Python 專案到 /app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改 app.py 後重啟 Flask process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共同點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讀到的是主機同一份檔案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第二堂完成檢核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說得出來，才算真的會用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你要能說出：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 container 可以刪掉重建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2. volume 讓資料留在 container 外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3. bind mount 左邊是主機，右邊是 container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4. named volume 由 Docker 管理資料位置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5. Flask 用 -v 掛程式碼、用 -p 開 port、用 -w 設工作目錄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清理：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nginx-bind nginx-readonly nginx-volume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nginx-html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完成檢核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WRAP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2026-06-23T08:33:20.6240000Z</dcterms:created>
  <dcterms:modified xsi:type="dcterms:W3CDTF">2026-06-23T08:33:20.6240000Z</dcterms:modified>
</coreProperties>
</file>