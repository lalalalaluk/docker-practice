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e14e5e550594f2a" /><ns0:Relationship Type="http://schemas.openxmlformats.org/officeDocument/2006/relationships/extended-properties" Target="/docProps/app.xml" Id="Rd21e1ca10c77485d" /><ns0:Relationship Type="http://schemas.openxmlformats.org/officeDocument/2006/relationships/officeDocument" Target="/ppt/presentation.xml" Id="R4b0123c9affd42e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82" r:id="Re87491485f554d9a"/>
    <p:sldId id="286" r:id="rId1"/>
    <p:sldId xmlns:r="http://schemas.openxmlformats.org/officeDocument/2006/relationships" id="261" r:id="R7a7826068faf4937"/>
    <p:sldId id="287" r:id="rId2"/>
    <p:sldId xmlns:r="http://schemas.openxmlformats.org/officeDocument/2006/relationships" id="262" r:id="R7f1e18ea616d4d9c"/>
    <p:sldId xmlns:r="http://schemas.openxmlformats.org/officeDocument/2006/relationships" id="263" r:id="Ra5957e6bea0546d3"/>
    <p:sldId id="290" r:id="rIdCodexPortDebug35"/>
    <p:sldId xmlns:r="http://schemas.openxmlformats.org/officeDocument/2006/relationships" id="264" r:id="Rec976999b6fc4070"/>
    <p:sldId id="288" r:id="rId3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id="289" r:id="rId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1a3e85ae557e4424" /><ns0:Relationship Type="http://schemas.openxmlformats.org/officeDocument/2006/relationships/slideMaster" Target="/ppt/slideMasters/slideMaster1.xml" Id="R5dd40132607c4e80" /><ns0:Relationship Type="http://schemas.openxmlformats.org/officeDocument/2006/relationships/presProps" Target="/ppt/presProps.xml" Id="Rc64ed322362d497d" /><ns0:Relationship Type="http://schemas.openxmlformats.org/officeDocument/2006/relationships/tableStyles" Target="/ppt/tableStyles.xml" Id="Rccc776f3aee14834" /><ns0:Relationship Type="http://schemas.openxmlformats.org/officeDocument/2006/relationships/slide" Target="/ppt/slides/slide1.xml" Id="R5ff8653a5c80408e" /><ns0:Relationship Type="http://schemas.openxmlformats.org/officeDocument/2006/relationships/slide" Target="/ppt/slides/slide2.xml" Id="R35fef252c5b148e1" /><ns0:Relationship Type="http://schemas.openxmlformats.org/officeDocument/2006/relationships/slide" Target="/ppt/slides/slide3.xml" Id="R420bcc92db664c9a" /><ns0:Relationship Type="http://schemas.openxmlformats.org/officeDocument/2006/relationships/slide" Target="/ppt/slides/slide4.xml" Id="R27b5f5802025495e" /><ns0:Relationship Type="http://schemas.openxmlformats.org/officeDocument/2006/relationships/slide" Target="/ppt/slides/slide5.xml" Id="R238dead04a1a4a75" /><ns0:Relationship Type="http://schemas.openxmlformats.org/officeDocument/2006/relationships/slide" Target="/ppt/slides/slide6.xml" Id="R7a7826068faf4937" /><ns0:Relationship Type="http://schemas.openxmlformats.org/officeDocument/2006/relationships/slide" Target="/ppt/slides/slide7.xml" Id="R7f1e18ea616d4d9c" /><ns0:Relationship Type="http://schemas.openxmlformats.org/officeDocument/2006/relationships/slide" Target="/ppt/slides/slide8.xml" Id="Ra5957e6bea0546d3" /><ns0:Relationship Type="http://schemas.openxmlformats.org/officeDocument/2006/relationships/slide" Target="/ppt/slides/slide9.xml" Id="Rec976999b6fc4070" /><ns0:Relationship Type="http://schemas.openxmlformats.org/officeDocument/2006/relationships/slide" Target="/ppt/slides/slide10.xml" Id="R14a54adb5da94918" /><ns0:Relationship Type="http://schemas.openxmlformats.org/officeDocument/2006/relationships/slide" Target="/ppt/slides/slide11.xml" Id="R316e1e92e90c4749" /><ns0:Relationship Type="http://schemas.openxmlformats.org/officeDocument/2006/relationships/slide" Target="/ppt/slides/slide12.xml" Id="R4ef877801c854a5e" /><ns0:Relationship Type="http://schemas.openxmlformats.org/officeDocument/2006/relationships/slide" Target="/ppt/slides/slide13.xml" Id="R5b422180ca0547bd" /><ns0:Relationship Type="http://schemas.openxmlformats.org/officeDocument/2006/relationships/slide" Target="/ppt/slides/slide14.xml" Id="R0be14ae451794734" /><ns0:Relationship Type="http://schemas.openxmlformats.org/officeDocument/2006/relationships/slide" Target="/ppt/slides/slide15.xml" Id="Rb46e153cf9cc4d4d" /><ns0:Relationship Type="http://schemas.openxmlformats.org/officeDocument/2006/relationships/slide" Target="/ppt/slides/slide16.xml" Id="R173591232d004c1d" /><ns0:Relationship Type="http://schemas.openxmlformats.org/officeDocument/2006/relationships/slide" Target="/ppt/slides/slide17.xml" Id="R2901208d8c284821" /><ns0:Relationship Type="http://schemas.openxmlformats.org/officeDocument/2006/relationships/slide" Target="/ppt/slides/slide18.xml" Id="R8a2e41cfea784955" /><ns0:Relationship Type="http://schemas.openxmlformats.org/officeDocument/2006/relationships/slide" Target="/ppt/slides/slide19.xml" Id="R0121db4d5ce9440b" /><ns0:Relationship Type="http://schemas.openxmlformats.org/officeDocument/2006/relationships/slide" Target="/ppt/slides/slide20.xml" Id="R14b41ba102f0442c" /><ns0:Relationship Type="http://schemas.openxmlformats.org/officeDocument/2006/relationships/slide" Target="/ppt/slides/slide21.xml" Id="R6a6547216b0d4eea" /><ns0:Relationship Type="http://schemas.openxmlformats.org/officeDocument/2006/relationships/slide" Target="/ppt/slides/slide22.xml" Id="Rbbc11fa5b0a04635" /><ns0:Relationship Type="http://schemas.openxmlformats.org/officeDocument/2006/relationships/slide" Target="/ppt/slides/slide23.xml" Id="Ra68fe3e0b34b4e4a" /><ns0:Relationship Type="http://schemas.openxmlformats.org/officeDocument/2006/relationships/slide" Target="/ppt/slides/slide24.xml" Id="Rafe88d5fd1514212" /><ns0:Relationship Type="http://schemas.openxmlformats.org/officeDocument/2006/relationships/slide" Target="/ppt/slides/slide25.xml" Id="R1a6e9ffe9b184c3e" /><ns0:Relationship Type="http://schemas.openxmlformats.org/officeDocument/2006/relationships/slide" Target="/ppt/slides/slide26.xml" Id="R8cacac57a76f42c0" /><ns0:Relationship Type="http://schemas.openxmlformats.org/officeDocument/2006/relationships/slide" Target="/ppt/slides/slide27.xml" Id="Re87491485f554d9a" /><ns0:Relationship Type="http://schemas.openxmlformats.org/officeDocument/2006/relationships/slide" Target="/ppt/slides/slide28.xml" Id="Rf0a51c87337945ba" /><ns0:Relationship Type="http://schemas.openxmlformats.org/officeDocument/2006/relationships/slide" Target="/ppt/slides/slide29.xml" Id="R19deeb6c7c3e4dd2" /><ns0:Relationship Type="http://schemas.openxmlformats.org/officeDocument/2006/relationships/slide" Target="/ppt/slides/slide30.xml" Id="R11c2b837f19d4d5c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ns0:Relationship Type="http://schemas.openxmlformats.org/officeDocument/2006/relationships/slide" Target="/ppt/slides/slide35.xml" Id="rIdCodexPortDebug35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fc930211c054ee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7c26a67662440d2" /><ns0:Relationship Type="http://schemas.openxmlformats.org/officeDocument/2006/relationships/slideLayout" Target="/ppt/slideLayouts/slideLayout1.xml" Id="R3e141b31e09642d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d10804a574f37" /><ns0:Relationship Type="http://schemas.openxmlformats.org/officeDocument/2006/relationships/image" Target="/ppt/media/image.png" Id="Rf9f1ae1a74d5427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ee3eb28ea14ee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305a4eb1046a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77babc949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fdc7ef1dd4b4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dea05039e1426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01f7b6a734a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57611d49554a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1fd010be6045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20516ffd9f4f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ed9e7fd0424db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d7a1ec0974af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66a5d007f4bc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3edc824f54a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60bb3f0936401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7c96e70e23431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816f60d448421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1a3e8c0ff4c7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526d90f614f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ed96f3e0540d6" /><ns0:Relationship Type="http://schemas.openxmlformats.org/officeDocument/2006/relationships/image" Target="/ppt/media/image2.png" Id="R282184615bf6441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edc85eb54d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d71d28318e46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2dd2b5c3c49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396205f204a2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b288e9f984ae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f070b466f45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e0309ad34546a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0c43a1dd0468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122544f2e04e4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5f4257739455d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f9f1ae1a74d5427b"/>
          <a:srcRect l="19046" t="0" r="19046" b="0"/>
          <a:stretch>
            <a:fillRect l="0" t="0" r="0" b="0"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>
              <a:ext uri="{FF2B5EF4-FFF2-40B4-BE49-F238E27FC236}">
                <ns2:creationId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Volume、Flask 容器與容器管理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先理解掛載，再用 Flask 練習開發容器。</a:t>
            </a:r>
          </a:p>
        </p:txBody>
      </p:sp>
      <p:sp>
        <p:nvSpPr>
          <p:cNvPr id="8" name="">
            <a:extLst>
              <a:ext uri="{FF2B5EF4-FFF2-40B4-BE49-F238E27FC236}">
                <ns2:creationId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今天完成：理解 Volume、跑起 Flask、熟悉 stop/start/logs/exec。</a:t>
            </a:r>
          </a:p>
        </p:txBody>
      </p:sp>
      <p:sp>
        <p:nvSpPr>
          <p:cNvPr id="10" name="">
            <a:extLst>
              <a:ext uri="{FF2B5EF4-FFF2-40B4-BE49-F238E27FC236}">
                <ns2:creationId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2131552555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7" name="">
            <a:extLst>
              <a:ext uri="{FF2B5EF4-FFF2-40B4-BE49-F238E27FC236}">
                <ns2:creationId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 -v、Bind Mount 與 Named Volume，再練習同步檔案。</a:t>
            </a:r>
          </a:p>
        </p:txBody>
      </p:sp>
      <p:sp>
        <p:nvSpPr>
          <p:cNvPr id="8" name="">
            <a:extLst>
              <a:ext uri="{FF2B5EF4-FFF2-40B4-BE49-F238E27FC236}">
                <ns2:creationId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14" name="">
            <a:extLst>
              <a:ext uri="{FF2B5EF4-FFF2-40B4-BE49-F238E27FC236}">
                <ns2:creationId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15" name="">
            <a:extLst>
              <a:ext uri="{FF2B5EF4-FFF2-40B4-BE49-F238E27FC236}">
                <ns2:creationId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21" name="">
            <a:extLst>
              <a:ext uri="{FF2B5EF4-FFF2-40B4-BE49-F238E27FC236}">
                <ns2:creationId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22" name="">
            <a:extLst>
              <a:ext uri="{FF2B5EF4-FFF2-40B4-BE49-F238E27FC236}">
                <ns2:creationId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>
              <a:ext uri="{FF2B5EF4-FFF2-40B4-BE49-F238E27FC236}">
                <ns2:creationId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>
              <a:ext uri="{FF2B5EF4-FFF2-40B4-BE49-F238E27FC236}">
                <ns2:creationId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44698045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>
              <a:ext uri="{FF2B5EF4-FFF2-40B4-BE49-F238E27FC236}">
                <ns2:creationId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>
              <a:ext uri="{FF2B5EF4-FFF2-40B4-BE49-F238E27FC236}">
                <ns2:creationId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>
              <a:ext uri="{FF2B5EF4-FFF2-40B4-BE49-F238E27FC236}">
                <ns2:creationId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>
              <a:ext uri="{FF2B5EF4-FFF2-40B4-BE49-F238E27FC236}">
                <ns2:creationId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>
              <a:ext uri="{FF2B5EF4-FFF2-40B4-BE49-F238E27FC236}">
                <ns2:creationId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>
              <a:ext uri="{FF2B5EF4-FFF2-40B4-BE49-F238E27FC236}">
                <ns2:creationId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>
              <a:ext uri="{FF2B5EF4-FFF2-40B4-BE49-F238E27FC236}">
                <ns2:creationId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>
              <a:ext uri="{FF2B5EF4-FFF2-40B4-BE49-F238E27FC236}">
                <ns2:creationId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" name="">
            <a:extLst>
              <a:ext uri="{FF2B5EF4-FFF2-40B4-BE49-F238E27FC236}">
                <ns2:creationId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>
              <a:ext uri="{FF2B5EF4-FFF2-40B4-BE49-F238E27FC236}">
                <ns2:creationId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>
              <a:ext uri="{FF2B5EF4-FFF2-40B4-BE49-F238E27FC236}">
                <ns2:creationId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>
              <a:ext uri="{FF2B5EF4-FFF2-40B4-BE49-F238E27FC236}">
                <ns2:creationId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7" name="">
            <a:extLst>
              <a:ext uri="{FF2B5EF4-FFF2-40B4-BE49-F238E27FC236}">
                <ns2:creationId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>
              <a:ext uri="{FF2B5EF4-FFF2-40B4-BE49-F238E27FC236}">
                <ns2:creationId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>
              <a:ext uri="{FF2B5EF4-FFF2-40B4-BE49-F238E27FC236}">
                <ns2:creationId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9103496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3DE4EC-18D6-4B60-8E94-45C1BF84B56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587F9444-38E1-4F34-AC85-FD04FAD2CC3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>
              <a:ext uri="{FF2B5EF4-FFF2-40B4-BE49-F238E27FC236}">
                <ns2:creationId id="{37DD569A-9212-4F25-BA62-245957FCEB5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8102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1335976-5F88-497A-952A-E311D94BD1CD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95DBC8-318A-425F-9A37-2857C5372F3B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1C7FF19-8461-4F33-B6D4-50F65A27AB89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6BC6ED-5C29-4088-93EC-212A92258B0E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53911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>
              <a:ext uri="{FF2B5EF4-FFF2-40B4-BE49-F238E27FC236}">
                <ns2:creationId id="{70EEF3C2-59CC-4A65-8B3C-C4F0F517F5A0}"/>
              </a:ext>
            </a:extLst>
          </p:cNvPr>
          <p:cNvSpPr>
            <a:spLocks noGrp="1"/>
          </p:cNvSpPr>
          <p:nvPr/>
        </p:nvSpPr>
        <p:spPr>
          <a:xfrm>
            <a:off x="7219950" y="16954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0B3B173-035C-4528-B59E-57705BBB7DF0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>
              <a:ext uri="{FF2B5EF4-FFF2-40B4-BE49-F238E27FC236}">
                <ns2:creationId id="{799B55A5-87E7-4CE6-83A0-C63211B216CB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0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>
              <a:ext uri="{FF2B5EF4-FFF2-40B4-BE49-F238E27FC236}">
                <ns2:creationId id="{7AD9C43F-E900-4258-B144-F7C57BBF54F4}"/>
              </a:ext>
            </a:extLst>
          </p:cNvPr>
          <p:cNvSpPr>
            <a:spLocks noGrp="1"/>
          </p:cNvSpPr>
          <p:nvPr/>
        </p:nvSpPr>
        <p:spPr>
          <a:xfrm>
            <a:off x="7219950" y="30289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3390AFD-4653-4850-B8B5-1D142994E5CB}"/>
              </a:ext>
            </a:extLst>
          </p:cNvPr>
          <p:cNvSpPr>
            <a:spLocks noGrp="1"/>
          </p:cNvSpPr>
          <p:nvPr/>
        </p:nvSpPr>
        <p:spPr>
          <a:xfrm>
            <a:off x="7448550" y="32194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>
              <a:ext uri="{FF2B5EF4-FFF2-40B4-BE49-F238E27FC236}">
                <ns2:creationId id="{890BE9EC-F213-4119-8EAC-75C73ADACAF1}"/>
              </a:ext>
            </a:extLst>
          </p:cNvPr>
          <p:cNvSpPr>
            <a:spLocks noGrp="1"/>
          </p:cNvSpPr>
          <p:nvPr/>
        </p:nvSpPr>
        <p:spPr>
          <a:xfrm>
            <a:off x="7448550" y="36385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>
              <a:ext uri="{FF2B5EF4-FFF2-40B4-BE49-F238E27FC236}">
                <ns2:creationId id="{52E09413-7DA0-4CB3-A17B-A429B4033749}"/>
              </a:ext>
            </a:extLst>
          </p:cNvPr>
          <p:cNvSpPr>
            <a:spLocks noGrp="1"/>
          </p:cNvSpPr>
          <p:nvPr/>
        </p:nvSpPr>
        <p:spPr>
          <a:xfrm>
            <a:off x="7219950" y="4362450"/>
            <a:ext cx="3333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FD8EACE-2BF7-4ABF-937E-DEE206F3A220}"/>
              </a:ext>
            </a:extLst>
          </p:cNvPr>
          <p:cNvSpPr>
            <a:spLocks noGrp="1"/>
          </p:cNvSpPr>
          <p:nvPr/>
        </p:nvSpPr>
        <p:spPr>
          <a:xfrm>
            <a:off x="7448550" y="4552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>
              <a:ext uri="{FF2B5EF4-FFF2-40B4-BE49-F238E27FC236}">
                <ns2:creationId id="{996898EB-E265-404F-8139-0F430B191A97}"/>
              </a:ext>
            </a:extLst>
          </p:cNvPr>
          <p:cNvSpPr>
            <a:spLocks noGrp="1"/>
          </p:cNvSpPr>
          <p:nvPr/>
        </p:nvSpPr>
        <p:spPr>
          <a:xfrm>
            <a:off x="7448550" y="4972050"/>
            <a:ext cx="2876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8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D66BFE3E-972F-47BF-B847-B0777A6381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5A55C25-B29F-4610-8A34-5EC7BF348EE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91233BB5-465D-4D2A-8C69-4AD9C9A31A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316477241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A92D87-4A9D-4065-865C-4007B50E22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D658C470-C247-4F94-B182-F2DC94CECF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>
              <a:ext uri="{FF2B5EF4-FFF2-40B4-BE49-F238E27FC236}">
                <ns2:creationId id="{E7038513-EBD5-40E4-A41D-0B8E97B3E182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0269E61-6D5A-4BFD-9F78-7E84F668A23A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>
              <a:ext uri="{FF2B5EF4-FFF2-40B4-BE49-F238E27FC236}">
                <ns2:creationId id="{825B9DD4-95F3-4E63-B313-D43FF4CA7A09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>
              <a:ext uri="{FF2B5EF4-FFF2-40B4-BE49-F238E27FC236}">
                <ns2:creationId id="{2E04BE87-8CE8-4146-9646-E5CAAE635D5C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EF4FB35-FA9A-4F13-BC3A-C9491CD873CD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>
              <a:ext uri="{FF2B5EF4-FFF2-40B4-BE49-F238E27FC236}">
                <ns2:creationId id="{49DD184E-2363-4445-8309-6339BF2B3FC0}"/>
              </a:ext>
            </a:extLst>
          </p:cNvPr>
          <p:cNvSpPr>
            <a:spLocks noGrp="1"/>
          </p:cNvSpPr>
          <p:nvPr/>
        </p:nvSpPr>
        <p:spPr>
          <a:xfrm>
            <a:off x="699135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>
              <a:ext uri="{FF2B5EF4-FFF2-40B4-BE49-F238E27FC236}">
                <ns2:creationId id="{0DDC1A57-651E-49D0-8A91-DBD947D7C62D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415D9BA8-1A3B-41C7-B55D-9970E1516BA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C7470B-79B8-47AA-91AC-F1E00AF24A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D41BD001-3BCD-4D92-B4D0-91B371D6FAB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01173681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>
              <a:ext uri="{FF2B5EF4-FFF2-40B4-BE49-F238E27FC236}">
                <ns2:creationId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>
              <a:ext uri="{FF2B5EF4-FFF2-40B4-BE49-F238E27FC236}">
                <ns2:creationId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>
              <a:ext uri="{FF2B5EF4-FFF2-40B4-BE49-F238E27FC236}">
                <ns2:creationId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>
              <a:ext uri="{FF2B5EF4-FFF2-40B4-BE49-F238E27FC236}">
                <ns2:creationId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>
              <a:ext uri="{FF2B5EF4-FFF2-40B4-BE49-F238E27FC236}">
                <ns2:creationId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剛剛 Nginx 只驗證 -v；現在把同一個概念用在 Flask 專案。</a:t>
            </a:r>
          </a:p>
        </p:txBody>
      </p:sp>
      <p:sp>
        <p:nvSpPr>
          <p:cNvPr id="17" name="">
            <a:extLst>
              <a:ext uri="{FF2B5EF4-FFF2-40B4-BE49-F238E27FC236}">
                <ns2:creationId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524913370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>
              <a:ext uri="{FF2B5EF4-FFF2-40B4-BE49-F238E27FC236}">
                <ns2:creationId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>
              <a:ext uri="{FF2B5EF4-FFF2-40B4-BE49-F238E27FC236}">
                <ns2:creationId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>
              <a:ext uri="{FF2B5EF4-FFF2-40B4-BE49-F238E27FC236}">
                <ns2:creationId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>
              <a:ext uri="{FF2B5EF4-FFF2-40B4-BE49-F238E27FC236}">
                <ns2:creationId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>
              <a:ext uri="{FF2B5EF4-FFF2-40B4-BE49-F238E27FC236}">
                <ns2:creationId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>
              <a:ext uri="{FF2B5EF4-FFF2-40B4-BE49-F238E27FC236}">
                <ns2:creationId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>
              <a:ext uri="{FF2B5EF4-FFF2-40B4-BE49-F238E27FC236}">
                <ns2:creationId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>
              <a:ext uri="{FF2B5EF4-FFF2-40B4-BE49-F238E27FC236}">
                <ns2:creationId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>
              <a:ext uri="{FF2B5EF4-FFF2-40B4-BE49-F238E27FC236}">
                <ns2:creationId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>
              <a:ext uri="{FF2B5EF4-FFF2-40B4-BE49-F238E27FC236}">
                <ns2:creationId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>
              <a:ext uri="{FF2B5EF4-FFF2-40B4-BE49-F238E27FC236}">
                <ns2:creationId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>
              <a:ext uri="{FF2B5EF4-FFF2-40B4-BE49-F238E27FC236}">
                <ns2:creationId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71117914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E1A6F2B-5DF3-499F-B6B1-3FE21B40A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>
              <a:ext uri="{FF2B5EF4-FFF2-40B4-BE49-F238E27FC236}">
                <ns2:creationId id="{643D33F3-85FA-4A14-B906-79BA7F0189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>
              <a:ext uri="{FF2B5EF4-FFF2-40B4-BE49-F238E27FC236}">
                <ns2:creationId id="{D803FFAE-0EDC-4EE8-AAB2-509952F11E80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84D93E-532C-48B0-98DC-37E7637EDFA4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>
              <a:ext uri="{FF2B5EF4-FFF2-40B4-BE49-F238E27FC236}">
                <ns2:creationId id="{E3C3D481-2BD1-477D-AF4D-3CA21CB185DE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>
              <a:ext uri="{FF2B5EF4-FFF2-40B4-BE49-F238E27FC236}">
                <ns2:creationId id="{1379E4A2-0A60-4C46-B1DF-3C80C6510331}"/>
              </a:ext>
            </a:extLst>
          </p:cNvPr>
          <p:cNvSpPr>
            <a:spLocks noGrp="1"/>
          </p:cNvSpPr>
          <p:nvPr/>
        </p:nvSpPr>
        <p:spPr>
          <a:xfrm>
            <a:off x="11811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>
              <a:ext uri="{FF2B5EF4-FFF2-40B4-BE49-F238E27FC236}">
                <ns2:creationId id="{281783D0-2BC5-4864-B3FF-282D228A9AD7}"/>
              </a:ext>
            </a:extLst>
          </p:cNvPr>
          <p:cNvSpPr>
            <a:spLocks noGrp="1"/>
          </p:cNvSpPr>
          <p:nvPr/>
        </p:nvSpPr>
        <p:spPr>
          <a:xfrm>
            <a:off x="44196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C249F31-0157-45BF-961F-6A987A098E58}"/>
              </a:ext>
            </a:extLst>
          </p:cNvPr>
          <p:cNvSpPr>
            <a:spLocks noGrp="1"/>
          </p:cNvSpPr>
          <p:nvPr/>
        </p:nvSpPr>
        <p:spPr>
          <a:xfrm>
            <a:off x="46863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>
              <a:ext uri="{FF2B5EF4-FFF2-40B4-BE49-F238E27FC236}">
                <ns2:creationId id="{8E472F8C-A85B-462C-9355-F77088568C4F}"/>
              </a:ext>
            </a:extLst>
          </p:cNvPr>
          <p:cNvSpPr>
            <a:spLocks noGrp="1"/>
          </p:cNvSpPr>
          <p:nvPr/>
        </p:nvSpPr>
        <p:spPr>
          <a:xfrm>
            <a:off x="46863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>
              <a:ext uri="{FF2B5EF4-FFF2-40B4-BE49-F238E27FC236}">
                <ns2:creationId id="{2ABE435D-C3ED-475F-9E63-0A1BCC3E8168}"/>
              </a:ext>
            </a:extLst>
          </p:cNvPr>
          <p:cNvSpPr>
            <a:spLocks noGrp="1"/>
          </p:cNvSpPr>
          <p:nvPr/>
        </p:nvSpPr>
        <p:spPr>
          <a:xfrm>
            <a:off x="47244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>
              <a:ext uri="{FF2B5EF4-FFF2-40B4-BE49-F238E27FC236}">
                <ns2:creationId id="{8DD70575-31DB-478D-B57E-22F4681D492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D3C7805-5D90-4BED-AE2E-39FF0CDEC94D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7A5E0974-E9AC-4C87-8EBA-0CA9FF45F9B7}"/>
              </a:ext>
            </a:extLst>
          </p:cNvPr>
          <p:cNvSpPr>
            <a:spLocks noGrp="1"/>
          </p:cNvSpPr>
          <p:nvPr/>
        </p:nvSpPr>
        <p:spPr>
          <a:xfrm>
            <a:off x="82296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>
              <a:ext uri="{FF2B5EF4-FFF2-40B4-BE49-F238E27FC236}">
                <ns2:creationId id="{F8173565-D9BB-42E9-AADC-FCB0FEFA3B0B}"/>
              </a:ext>
            </a:extLst>
          </p:cNvPr>
          <p:cNvSpPr>
            <a:spLocks noGrp="1"/>
          </p:cNvSpPr>
          <p:nvPr/>
        </p:nvSpPr>
        <p:spPr>
          <a:xfrm>
            <a:off x="82677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>
              <a:ext uri="{FF2B5EF4-FFF2-40B4-BE49-F238E27FC236}">
                <ns2:creationId id="{635610E8-61FE-45BA-80AC-BCC0F7B886B3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>
              <a:ext uri="{FF2B5EF4-FFF2-40B4-BE49-F238E27FC236}">
                <ns2:creationId id="{B6EA8A01-4449-41BA-AF25-5450F897D9E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485AED7-9279-4B52-8ABC-6C689B4845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CDFC553A-5950-4887-852E-77EAB1FC0D5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04551417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>
              <a:ext uri="{FF2B5EF4-FFF2-40B4-BE49-F238E27FC236}">
                <ns2:creationId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>
              <a:ext uri="{FF2B5EF4-FFF2-40B4-BE49-F238E27FC236}">
                <ns2:creationId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600" y="1714500"/>
            <a:ext cx="4762500" cy="1200150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4343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>
              <a:ext uri="{FF2B5EF4-FFF2-40B4-BE49-F238E27FC236}">
                <ns2:creationId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>
              <a:ext uri="{FF2B5EF4-FFF2-40B4-BE49-F238E27FC236}">
                <ns2:creationId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>
              <a:ext uri="{FF2B5EF4-FFF2-40B4-BE49-F238E27FC236}">
                <ns2:creationId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>
              <a:ext uri="{FF2B5EF4-FFF2-40B4-BE49-F238E27FC236}">
                <ns2:creationId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23118434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>
              <a:ext uri="{FF2B5EF4-FFF2-40B4-BE49-F238E27FC236}">
                <ns2:creationId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>
              <a:ext uri="{FF2B5EF4-FFF2-40B4-BE49-F238E27FC236}">
                <ns2:creationId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>
              <a:ext uri="{FF2B5EF4-FFF2-40B4-BE49-F238E27FC236}">
                <ns2:creationId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>
              <a:ext uri="{FF2B5EF4-FFF2-40B4-BE49-F238E27FC236}">
                <ns2:creationId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>
              <a:ext uri="{FF2B5EF4-FFF2-40B4-BE49-F238E27FC236}">
                <ns2:creationId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>
              <a:ext uri="{FF2B5EF4-FFF2-40B4-BE49-F238E27FC236}">
                <ns2:creationId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>
              <a:ext uri="{FF2B5EF4-FFF2-40B4-BE49-F238E27FC236}">
                <ns2:creationId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>
              <a:ext uri="{FF2B5EF4-FFF2-40B4-BE49-F238E27FC236}">
                <ns2:creationId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>
              <a:ext uri="{FF2B5EF4-FFF2-40B4-BE49-F238E27FC236}">
                <ns2:creationId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>
              <a:ext uri="{FF2B5EF4-FFF2-40B4-BE49-F238E27FC236}">
                <ns2:creationId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1028314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 / Q2</a:t>
            </a:r>
          </a:p>
        </p:txBody>
      </p:sp>
      <p:sp>
        <p:nvSpPr>
          <p:cNvPr id="2" name="">
            <a:extLst>
              <a:ext uri="{FF2B5EF4-FFF2-40B4-BE49-F238E27FC236}">
                <ns2:creationId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P2：Flask 容器操作全流程</a:t>
            </a:r>
          </a:p>
        </p:txBody>
      </p:sp>
      <p:sp>
        <p:nvSpPr>
          <p:cNvPr id="3" name="">
            <a:extLst>
              <a:ext uri="{FF2B5EF4-FFF2-40B4-BE49-F238E27FC236}">
                <ns2:creationId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>
              <a:ext uri="{FF2B5EF4-FFF2-40B4-BE49-F238E27FC236}">
                <ns2:creationId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>
              <a:ext uri="{FF2B5EF4-FFF2-40B4-BE49-F238E27FC236}">
                <ns2:creationId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>
              <a:ext uri="{FF2B5EF4-FFF2-40B4-BE49-F238E27FC236}">
                <ns2:creationId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>
              <a:ext uri="{FF2B5EF4-FFF2-40B4-BE49-F238E27FC236}">
                <ns2:creationId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>
              <a:ext uri="{FF2B5EF4-FFF2-40B4-BE49-F238E27FC236}">
                <ns2:creationId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>
              <a:ext uri="{FF2B5EF4-FFF2-40B4-BE49-F238E27FC236}">
                <ns2:creationId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>
              <a:ext uri="{FF2B5EF4-FFF2-40B4-BE49-F238E27FC236}">
                <ns2:creationId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>
              <a:ext uri="{FF2B5EF4-FFF2-40B4-BE49-F238E27FC236}">
                <ns2:creationId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>
              <a:ext uri="{FF2B5EF4-FFF2-40B4-BE49-F238E27FC236}">
                <ns2:creationId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>
              <a:ext uri="{FF2B5EF4-FFF2-40B4-BE49-F238E27FC236}">
                <ns2:creationId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ns2:creationId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>
              <a:ext uri="{FF2B5EF4-FFF2-40B4-BE49-F238E27FC236}">
                <ns2:creationId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>
              <a:ext uri="{FF2B5EF4-FFF2-40B4-BE49-F238E27FC236}">
                <ns2:creationId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8" name="">
            <a:extLst>
              <a:ext uri="{FF2B5EF4-FFF2-40B4-BE49-F238E27FC236}">
                <ns2:creationId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>
              <a:ext uri="{FF2B5EF4-FFF2-40B4-BE49-F238E27FC236}">
                <ns2:creationId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>
              <a:ext uri="{FF2B5EF4-FFF2-40B4-BE49-F238E27FC236}">
                <ns2:creationId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53824020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AE7410-DEBE-4D76-9B8A-37F0380A62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>
              <a:ext uri="{FF2B5EF4-FFF2-40B4-BE49-F238E27FC236}">
                <ns2:creationId id="{785F8BC8-20EC-48D4-B34E-BFBEC4E10EC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B6B2BD3-161F-466A-86F8-7474759C139D}"/>
              </a:ext>
            </a:extLst>
          </p:cNvPr>
          <p:cNvSpPr>
            <a:spLocks noGrp="1"/>
          </p:cNvSpPr>
          <p:nvPr/>
        </p:nvSpPr>
        <p:spPr>
          <a:xfrm>
            <a:off x="13906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4A0D1E3-5912-4C19-BBC6-D69EDAA0D7C1}"/>
              </a:ext>
            </a:extLst>
          </p:cNvPr>
          <p:cNvSpPr>
            <a:spLocks noGrp="1"/>
          </p:cNvSpPr>
          <p:nvPr/>
        </p:nvSpPr>
        <p:spPr>
          <a:xfrm>
            <a:off x="16192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>
              <a:ext uri="{FF2B5EF4-FFF2-40B4-BE49-F238E27FC236}">
                <ns2:creationId id="{EF3D91B3-17FC-4777-8D67-FCCA30EDF099}"/>
              </a:ext>
            </a:extLst>
          </p:cNvPr>
          <p:cNvSpPr>
            <a:spLocks noGrp="1"/>
          </p:cNvSpPr>
          <p:nvPr/>
        </p:nvSpPr>
        <p:spPr>
          <a:xfrm>
            <a:off x="161925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>
              <a:ext uri="{FF2B5EF4-FFF2-40B4-BE49-F238E27FC236}">
                <ns2:creationId id="{A52A5940-05DF-4B1B-9E7E-799A10107741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82D7816-B1AF-4397-9D5C-987E437185EC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802D1112-343E-4B8F-ABB5-39B713B51929}"/>
              </a:ext>
            </a:extLst>
          </p:cNvPr>
          <p:cNvSpPr>
            <a:spLocks noGrp="1"/>
          </p:cNvSpPr>
          <p:nvPr/>
        </p:nvSpPr>
        <p:spPr>
          <a:xfrm>
            <a:off x="693420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91924A5D-73B9-4FBD-A38A-D27EBB389F7C}"/>
              </a:ext>
            </a:extLst>
          </p:cNvPr>
          <p:cNvSpPr>
            <a:spLocks noGrp="1"/>
          </p:cNvSpPr>
          <p:nvPr/>
        </p:nvSpPr>
        <p:spPr>
          <a:xfrm>
            <a:off x="1524000" y="47625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>
              <a:ext uri="{FF2B5EF4-FFF2-40B4-BE49-F238E27FC236}">
                <ns2:creationId id="{ACB20680-8CA2-488A-9369-F09CD709B9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94F61F4-5BB0-4A1D-BE56-1E22227F1F7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7624D41-77D8-4E16-9848-4D69EA23802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83787495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>
              <a:ext uri="{FF2B5EF4-FFF2-40B4-BE49-F238E27FC236}">
                <ns2:creationId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>
              <a:ext uri="{FF2B5EF4-FFF2-40B4-BE49-F238E27FC236}">
                <ns2:creationId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800"/>
            <a:ext cx="104013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9982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>
              <a:ext uri="{FF2B5EF4-FFF2-40B4-BE49-F238E27FC236}">
                <ns2:creationId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190750" y="2990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381250" y="3076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>
              <a:ext uri="{FF2B5EF4-FFF2-40B4-BE49-F238E27FC236}">
                <ns2:creationId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048250" y="3067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>
              <a:ext uri="{FF2B5EF4-FFF2-40B4-BE49-F238E27FC236}">
                <ns2:creationId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190750" y="34671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857750" y="34671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381250" y="35528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>
              <a:ext uri="{FF2B5EF4-FFF2-40B4-BE49-F238E27FC236}">
                <ns2:creationId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048250" y="35433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>
              <a:ext uri="{FF2B5EF4-FFF2-40B4-BE49-F238E27FC236}">
                <ns2:creationId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857750" y="39433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381250" y="40290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>
              <a:ext uri="{FF2B5EF4-FFF2-40B4-BE49-F238E27FC236}">
                <ns2:creationId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048250" y="4019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>
              <a:ext uri="{FF2B5EF4-FFF2-40B4-BE49-F238E27FC236}">
                <ns2:creationId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190750" y="44196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381250" y="45053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>
              <a:ext uri="{FF2B5EF4-FFF2-40B4-BE49-F238E27FC236}">
                <ns2:creationId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048250" y="44958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>
              <a:ext uri="{FF2B5EF4-FFF2-40B4-BE49-F238E27FC236}">
                <ns2:creationId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190750" y="4895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857750" y="4895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381250" y="4981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>
              <a:ext uri="{FF2B5EF4-FFF2-40B4-BE49-F238E27FC236}">
                <ns2:creationId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048250" y="4972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>
              <a:ext uri="{FF2B5EF4-FFF2-40B4-BE49-F238E27FC236}">
                <ns2:creationId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>
              <a:ext uri="{FF2B5EF4-FFF2-40B4-BE49-F238E27FC236}">
                <ns2:creationId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77019180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0B9B4F4-27C0-4EC9-97BE-BE83D815B96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7DAE1461-9C1C-4449-8B6A-2334923FE82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>
              <a:ext uri="{FF2B5EF4-FFF2-40B4-BE49-F238E27FC236}">
                <ns2:creationId id="{32FE1CD3-360C-402C-A990-6A915EC858C4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5048250" cy="1695450"/>
          </a:xfrm>
          <a:prstGeom prst="roundRect">
            <a:avLst>
              <a:gd name="adj" fmla="val 561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87AF28E-5D16-4583-A0AF-5CE60C815A2C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FDC2004-2113-4C93-819C-E04C2D91DCDE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8E8E72-8302-49CE-9843-F8E9577F5EC7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BE0CA11-2A6F-4C2E-8100-ADC63A5DCA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4629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>
              <a:ext uri="{FF2B5EF4-FFF2-40B4-BE49-F238E27FC236}">
                <ns2:creationId id="{D125991D-7120-4EB5-84F3-1E3F9310FFFE}"/>
              </a:ext>
            </a:extLst>
          </p:cNvPr>
          <p:cNvSpPr>
            <a:spLocks noGrp="1"/>
          </p:cNvSpPr>
          <p:nvPr/>
        </p:nvSpPr>
        <p:spPr>
          <a:xfrm>
            <a:off x="6667500" y="15621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0F1D211-DADE-466F-A27D-9CE88DFD86A5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>
              <a:ext uri="{FF2B5EF4-FFF2-40B4-BE49-F238E27FC236}">
                <ns2:creationId id="{F14C3164-8112-4DD8-91FF-86DDE502E040}"/>
              </a:ext>
            </a:extLst>
          </p:cNvPr>
          <p:cNvSpPr>
            <a:spLocks noGrp="1"/>
          </p:cNvSpPr>
          <p:nvPr/>
        </p:nvSpPr>
        <p:spPr>
          <a:xfrm>
            <a:off x="6896100" y="20764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>
              <a:ext uri="{FF2B5EF4-FFF2-40B4-BE49-F238E27FC236}">
                <ns2:creationId id="{AD1314FF-F618-440F-9D2B-DA8558105144}"/>
              </a:ext>
            </a:extLst>
          </p:cNvPr>
          <p:cNvSpPr>
            <a:spLocks noGrp="1"/>
          </p:cNvSpPr>
          <p:nvPr/>
        </p:nvSpPr>
        <p:spPr>
          <a:xfrm>
            <a:off x="6667500" y="280035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2AEFD774-52FE-44F4-9B50-062DFE00C291}"/>
              </a:ext>
            </a:extLst>
          </p:cNvPr>
          <p:cNvSpPr>
            <a:spLocks noGrp="1"/>
          </p:cNvSpPr>
          <p:nvPr/>
        </p:nvSpPr>
        <p:spPr>
          <a:xfrm>
            <a:off x="6896100" y="29908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>
              <a:ext uri="{FF2B5EF4-FFF2-40B4-BE49-F238E27FC236}">
                <ns2:creationId id="{26464C91-7E50-4646-B335-0E4F8D7217A8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25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>
              <a:ext uri="{FF2B5EF4-FFF2-40B4-BE49-F238E27FC236}">
                <ns2:creationId id="{C51A49C1-487F-4DAA-995F-07502B101824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524767E-624C-4D0A-B2A6-1ED376A72C41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>
              <a:ext uri="{FF2B5EF4-FFF2-40B4-BE49-F238E27FC236}">
                <ns2:creationId id="{B65F827C-A15B-40CF-ABFF-E2F053791929}"/>
              </a:ext>
            </a:extLst>
          </p:cNvPr>
          <p:cNvSpPr>
            <a:spLocks noGrp="1"/>
          </p:cNvSpPr>
          <p:nvPr/>
        </p:nvSpPr>
        <p:spPr>
          <a:xfrm>
            <a:off x="6896100" y="45529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221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>
              <a:ext uri="{FF2B5EF4-FFF2-40B4-BE49-F238E27FC236}">
                <ns2:creationId id="{39336911-B2F4-4DD8-9E91-57B209EF39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05CC87C-15D4-4184-B7B1-7081564A07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14DD12BB-5096-40A4-8AB1-2F148401DE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3498599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09B44C-3B07-4812-B0CF-138142E8AF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8F75583E-A045-42FC-A173-02E49CA5906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>
              <a:ext uri="{FF2B5EF4-FFF2-40B4-BE49-F238E27FC236}">
                <ns2:creationId id="{2D15FD44-BCC2-40F8-9946-A26CC0CFBAAA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079D200-21EF-4FD6-A9F5-F332929FA6D2}"/>
              </a:ext>
            </a:extLst>
          </p:cNvPr>
          <p:cNvSpPr>
            <a:spLocks noGrp="1"/>
          </p:cNvSpPr>
          <p:nvPr/>
        </p:nvSpPr>
        <p:spPr>
          <a:xfrm>
            <a:off x="12382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>
              <a:ext uri="{FF2B5EF4-FFF2-40B4-BE49-F238E27FC236}">
                <ns2:creationId id="{373D4562-D978-46FD-BD17-95BAF8AE3F03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>
              <a:ext uri="{FF2B5EF4-FFF2-40B4-BE49-F238E27FC236}">
                <ns2:creationId id="{B2A0E98B-D20E-497C-BA10-3B6231D80198}"/>
              </a:ext>
            </a:extLst>
          </p:cNvPr>
          <p:cNvSpPr>
            <a:spLocks noGrp="1"/>
          </p:cNvSpPr>
          <p:nvPr/>
        </p:nvSpPr>
        <p:spPr>
          <a:xfrm>
            <a:off x="67627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2129BE9-E3C6-4FF3-ADD7-C2E810696590}"/>
              </a:ext>
            </a:extLst>
          </p:cNvPr>
          <p:cNvSpPr>
            <a:spLocks noGrp="1"/>
          </p:cNvSpPr>
          <p:nvPr/>
        </p:nvSpPr>
        <p:spPr>
          <a:xfrm>
            <a:off x="69913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>
              <a:ext uri="{FF2B5EF4-FFF2-40B4-BE49-F238E27FC236}">
                <ns2:creationId id="{229F8C74-43B6-402E-A757-17940868C2C7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>
              <a:ext uri="{FF2B5EF4-FFF2-40B4-BE49-F238E27FC236}">
                <ns2:creationId id="{43A76BAA-321B-4D4E-B575-180B512273AE}"/>
              </a:ext>
            </a:extLst>
          </p:cNvPr>
          <p:cNvSpPr>
            <a:spLocks noGrp="1"/>
          </p:cNvSpPr>
          <p:nvPr/>
        </p:nvSpPr>
        <p:spPr>
          <a:xfrm>
            <a:off x="2705100" y="4591050"/>
            <a:ext cx="6781800" cy="1009650"/>
          </a:xfrm>
          <a:prstGeom prst="roundRect">
            <a:avLst>
              <a:gd name="adj" fmla="val 943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AC3BE42-13A5-42C2-B6E8-7BFE82E20A7F}"/>
              </a:ext>
            </a:extLst>
          </p:cNvPr>
          <p:cNvSpPr>
            <a:spLocks noGrp="1"/>
          </p:cNvSpPr>
          <p:nvPr/>
        </p:nvSpPr>
        <p:spPr>
          <a:xfrm>
            <a:off x="2876550" y="4752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F6DF086-7E6E-4558-9219-1E4E90494929}"/>
              </a:ext>
            </a:extLst>
          </p:cNvPr>
          <p:cNvSpPr>
            <a:spLocks noGrp="1"/>
          </p:cNvSpPr>
          <p:nvPr/>
        </p:nvSpPr>
        <p:spPr>
          <a:xfrm>
            <a:off x="3048000" y="4752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C3F5DF6-829A-4112-87F7-CB2C88188DEC}"/>
              </a:ext>
            </a:extLst>
          </p:cNvPr>
          <p:cNvSpPr>
            <a:spLocks noGrp="1"/>
          </p:cNvSpPr>
          <p:nvPr/>
        </p:nvSpPr>
        <p:spPr>
          <a:xfrm>
            <a:off x="3219450" y="4752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A228462-6BE8-42AE-987C-576E3AFDA6AD}"/>
              </a:ext>
            </a:extLst>
          </p:cNvPr>
          <p:cNvSpPr>
            <a:spLocks noGrp="1"/>
          </p:cNvSpPr>
          <p:nvPr/>
        </p:nvSpPr>
        <p:spPr>
          <a:xfrm>
            <a:off x="2914650" y="5010150"/>
            <a:ext cx="636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>
              <a:ext uri="{FF2B5EF4-FFF2-40B4-BE49-F238E27FC236}">
                <ns2:creationId id="{602010A0-B8F6-46E9-9930-85C0B4F305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404B364-1C78-442A-9753-3F09A35628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A04A79F3-8363-4BC8-8FA3-86BC24D528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78323110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>
              <a:ext uri="{FF2B5EF4-FFF2-40B4-BE49-F238E27FC236}">
                <ns2:creationId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P3：容器生命週期完整跑一輪</a:t>
            </a:r>
          </a:p>
        </p:txBody>
      </p:sp>
      <p:sp>
        <p:nvSpPr>
          <p:cNvPr id="3" name="">
            <a:extLst>
              <a:ext uri="{FF2B5EF4-FFF2-40B4-BE49-F238E27FC236}">
                <ns2:creationId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>
              <a:ext uri="{FF2B5EF4-FFF2-40B4-BE49-F238E27FC236}">
                <ns2:creationId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>
              <a:ext uri="{FF2B5EF4-FFF2-40B4-BE49-F238E27FC236}">
                <ns2:creationId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>
              <a:ext uri="{FF2B5EF4-FFF2-40B4-BE49-F238E27FC236}">
                <ns2:creationId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2291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>
              <a:ext uri="{FF2B5EF4-FFF2-40B4-BE49-F238E27FC236}">
                <ns2:creationId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72585483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672B32-46AA-4571-8743-717CEE5AEB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E12B6E18-47D7-44AC-8674-5930EACBA9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>
              <a:ext uri="{FF2B5EF4-FFF2-40B4-BE49-F238E27FC236}">
                <ns2:creationId id="{9DBF52FB-5B49-40AC-BE7D-73BB80906B14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1435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6D8EE08-AC2D-4FB6-ADFD-4A19BB9F024C}"/>
              </a:ext>
            </a:extLst>
          </p:cNvPr>
          <p:cNvSpPr>
            <a:spLocks noGrp="1"/>
          </p:cNvSpPr>
          <p:nvPr/>
        </p:nvSpPr>
        <p:spPr>
          <a:xfrm>
            <a:off x="9525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5424EA9-BEA0-40FB-8B78-D0FB8E5A99DE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CB61401-0E0E-4BCD-B131-4BC6E8F05128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B2D3A61-B3EB-4361-A922-8587F6079323}"/>
              </a:ext>
            </a:extLst>
          </p:cNvPr>
          <p:cNvSpPr>
            <a:spLocks noGrp="1"/>
          </p:cNvSpPr>
          <p:nvPr/>
        </p:nvSpPr>
        <p:spPr>
          <a:xfrm>
            <a:off x="990600" y="1981200"/>
            <a:ext cx="47244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>
              <a:ext uri="{FF2B5EF4-FFF2-40B4-BE49-F238E27FC236}">
                <ns2:creationId id="{80A5D9C3-EE95-4D0C-9440-E848A9B9DF52}"/>
              </a:ext>
            </a:extLst>
          </p:cNvPr>
          <p:cNvSpPr>
            <a:spLocks noGrp="1"/>
          </p:cNvSpPr>
          <p:nvPr/>
        </p:nvSpPr>
        <p:spPr>
          <a:xfrm>
            <a:off x="668655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2D76393-8B0A-4B79-A9A9-DD2641BD06EC}"/>
              </a:ext>
            </a:extLst>
          </p:cNvPr>
          <p:cNvSpPr>
            <a:spLocks noGrp="1"/>
          </p:cNvSpPr>
          <p:nvPr/>
        </p:nvSpPr>
        <p:spPr>
          <a:xfrm>
            <a:off x="691515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>
              <a:ext uri="{FF2B5EF4-FFF2-40B4-BE49-F238E27FC236}">
                <ns2:creationId id="{1B78F46D-68AA-4DAB-AD15-7B47C10A3614}"/>
              </a:ext>
            </a:extLst>
          </p:cNvPr>
          <p:cNvSpPr>
            <a:spLocks noGrp="1"/>
          </p:cNvSpPr>
          <p:nvPr/>
        </p:nvSpPr>
        <p:spPr>
          <a:xfrm>
            <a:off x="691515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>
              <a:ext uri="{FF2B5EF4-FFF2-40B4-BE49-F238E27FC236}">
                <ns2:creationId id="{AAFA8193-578D-4339-AE64-81F89C114964}"/>
              </a:ext>
            </a:extLst>
          </p:cNvPr>
          <p:cNvSpPr>
            <a:spLocks noGrp="1"/>
          </p:cNvSpPr>
          <p:nvPr/>
        </p:nvSpPr>
        <p:spPr>
          <a:xfrm>
            <a:off x="910590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8531EC4-8624-49BB-BA5D-F67A893A512F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>
              <a:ext uri="{FF2B5EF4-FFF2-40B4-BE49-F238E27FC236}">
                <ns2:creationId id="{EC3B0FE3-F878-463B-A7EF-150483A9A3FA}"/>
              </a:ext>
            </a:extLst>
          </p:cNvPr>
          <p:cNvSpPr>
            <a:spLocks noGrp="1"/>
          </p:cNvSpPr>
          <p:nvPr/>
        </p:nvSpPr>
        <p:spPr>
          <a:xfrm>
            <a:off x="933450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>
              <a:ext uri="{FF2B5EF4-FFF2-40B4-BE49-F238E27FC236}">
                <ns2:creationId id="{D0B958E3-A10F-4058-B79F-540EB6D9EF54}"/>
              </a:ext>
            </a:extLst>
          </p:cNvPr>
          <p:cNvSpPr>
            <a:spLocks noGrp="1"/>
          </p:cNvSpPr>
          <p:nvPr/>
        </p:nvSpPr>
        <p:spPr>
          <a:xfrm>
            <a:off x="668655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A7A28062-8788-49A7-B0B3-B33A32F8E7A9}"/>
              </a:ext>
            </a:extLst>
          </p:cNvPr>
          <p:cNvSpPr>
            <a:spLocks noGrp="1"/>
          </p:cNvSpPr>
          <p:nvPr/>
        </p:nvSpPr>
        <p:spPr>
          <a:xfrm>
            <a:off x="691515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>
              <a:ext uri="{FF2B5EF4-FFF2-40B4-BE49-F238E27FC236}">
                <ns2:creationId id="{3CC1904E-1ECE-460E-86AA-46891FC81012}"/>
              </a:ext>
            </a:extLst>
          </p:cNvPr>
          <p:cNvSpPr>
            <a:spLocks noGrp="1"/>
          </p:cNvSpPr>
          <p:nvPr/>
        </p:nvSpPr>
        <p:spPr>
          <a:xfrm>
            <a:off x="691515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AC7D1B83-2A39-4256-B820-0D9680E6F0A5}"/>
              </a:ext>
            </a:extLst>
          </p:cNvPr>
          <p:cNvSpPr>
            <a:spLocks noGrp="1"/>
          </p:cNvSpPr>
          <p:nvPr/>
        </p:nvSpPr>
        <p:spPr>
          <a:xfrm>
            <a:off x="910590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D871A05-854E-42D5-9881-6582E6EA4958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>
              <a:ext uri="{FF2B5EF4-FFF2-40B4-BE49-F238E27FC236}">
                <ns2:creationId id="{1E0D501D-7329-497C-98B6-0ACFE86DC54D}"/>
              </a:ext>
            </a:extLst>
          </p:cNvPr>
          <p:cNvSpPr>
            <a:spLocks noGrp="1"/>
          </p:cNvSpPr>
          <p:nvPr/>
        </p:nvSpPr>
        <p:spPr>
          <a:xfrm>
            <a:off x="933450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>
              <a:ext uri="{FF2B5EF4-FFF2-40B4-BE49-F238E27FC236}">
                <ns2:creationId id="{D7E33E2F-43B3-4A80-A763-8A1694D4E431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4800600" cy="819150"/>
          </a:xfrm>
          <a:prstGeom prst="roundRect">
            <a:avLst>
              <a:gd name="adj" fmla="val 1162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479E3471-9D46-4EAD-AD6D-BD0CCD59AF55}"/>
              </a:ext>
            </a:extLst>
          </p:cNvPr>
          <p:cNvSpPr>
            <a:spLocks noGrp="1"/>
          </p:cNvSpPr>
          <p:nvPr/>
        </p:nvSpPr>
        <p:spPr>
          <a:xfrm>
            <a:off x="1409700" y="4362450"/>
            <a:ext cx="422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69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>
              <a:ext uri="{FF2B5EF4-FFF2-40B4-BE49-F238E27FC236}">
                <ns2:creationId id="{FF8545A4-C9D5-4B4C-91F3-EF597AE783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4FD3AAA7-1DE0-4614-85D0-C0B8841D2D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>
              <a:ext uri="{FF2B5EF4-FFF2-40B4-BE49-F238E27FC236}">
                <ns2:creationId id="{2AD19B82-D1C6-4652-BB47-C890AA9323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05323493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4638D5-EF53-4221-9246-8FBDC114E5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6A6E39B7-1C8D-46E7-B845-FD5B495C48F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>
              <a:ext uri="{FF2B5EF4-FFF2-40B4-BE49-F238E27FC236}">
                <ns2:creationId id="{5F0A230C-1445-40A2-A92A-C745F3E13032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106299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497BCF-AD16-41F6-AF58-BE1DFB3DDC48}"/>
              </a:ext>
            </a:extLst>
          </p:cNvPr>
          <p:cNvSpPr>
            <a:spLocks noGrp="1"/>
          </p:cNvSpPr>
          <p:nvPr/>
        </p:nvSpPr>
        <p:spPr>
          <a:xfrm>
            <a:off x="9525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1E0669C-9481-4B12-95C2-D333F38BC379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86EF66D-0C2F-4039-BEF0-65EC2126998F}"/>
              </a:ext>
            </a:extLst>
          </p:cNvPr>
          <p:cNvSpPr>
            <a:spLocks noGrp="1"/>
          </p:cNvSpPr>
          <p:nvPr/>
        </p:nvSpPr>
        <p:spPr>
          <a:xfrm>
            <a:off x="12954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27447EA-EB41-4D1A-9858-E8A76CC55422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102108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9090:80 nginx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>
              <a:ext uri="{FF2B5EF4-FFF2-40B4-BE49-F238E27FC236}">
                <ns2:creationId id="{CAAEB568-4DF9-4AE3-960C-F34DA95F3089}"/>
              </a:ext>
            </a:extLst>
          </p:cNvPr>
          <p:cNvSpPr>
            <a:spLocks noGrp="1"/>
          </p:cNvSpPr>
          <p:nvPr/>
        </p:nvSpPr>
        <p:spPr>
          <a:xfrm>
            <a:off x="16192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55BFE04-5E4D-4F20-AEE4-41BD5CC2A455}"/>
              </a:ext>
            </a:extLst>
          </p:cNvPr>
          <p:cNvSpPr>
            <a:spLocks noGrp="1"/>
          </p:cNvSpPr>
          <p:nvPr/>
        </p:nvSpPr>
        <p:spPr>
          <a:xfrm>
            <a:off x="18478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2CCED479-FE37-4AD2-94C3-69FDCDDCE361}"/>
              </a:ext>
            </a:extLst>
          </p:cNvPr>
          <p:cNvSpPr>
            <a:spLocks noGrp="1"/>
          </p:cNvSpPr>
          <p:nvPr/>
        </p:nvSpPr>
        <p:spPr>
          <a:xfrm>
            <a:off x="18478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4FB23658-9315-403D-9B50-6B624BE1D253}"/>
              </a:ext>
            </a:extLst>
          </p:cNvPr>
          <p:cNvSpPr>
            <a:spLocks noGrp="1"/>
          </p:cNvSpPr>
          <p:nvPr/>
        </p:nvSpPr>
        <p:spPr>
          <a:xfrm>
            <a:off x="71437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D422E98-3AD1-4AB1-A513-D4E8CC0A2515}"/>
              </a:ext>
            </a:extLst>
          </p:cNvPr>
          <p:cNvSpPr>
            <a:spLocks noGrp="1"/>
          </p:cNvSpPr>
          <p:nvPr/>
        </p:nvSpPr>
        <p:spPr>
          <a:xfrm>
            <a:off x="73723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>
              <a:ext uri="{FF2B5EF4-FFF2-40B4-BE49-F238E27FC236}">
                <ns2:creationId id="{D34CF738-48D9-45B9-9F4F-86CBC4B6B7C5}"/>
              </a:ext>
            </a:extLst>
          </p:cNvPr>
          <p:cNvSpPr>
            <a:spLocks noGrp="1"/>
          </p:cNvSpPr>
          <p:nvPr/>
        </p:nvSpPr>
        <p:spPr>
          <a:xfrm>
            <a:off x="73723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03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>
              <a:ext uri="{FF2B5EF4-FFF2-40B4-BE49-F238E27FC236}">
                <ns2:creationId id="{E073C9AF-0F5D-4F9D-ADAA-996A0C692A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C1A7FD-E479-4E44-9F51-87617EE1B51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8536AC7D-A5BE-44C6-97E9-47169A86864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424887163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>
              <a:ext uri="{FF2B5EF4-FFF2-40B4-BE49-F238E27FC236}">
                <ns2:creationId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>
              <a:ext uri="{FF2B5EF4-FFF2-40B4-BE49-F238E27FC236}">
                <ns2:creationId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>
              <a:ext uri="{FF2B5EF4-FFF2-40B4-BE49-F238E27FC236}">
                <ns2:creationId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>
              <a:ext uri="{FF2B5EF4-FFF2-40B4-BE49-F238E27FC236}">
                <ns2:creationId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1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>
              <a:ext uri="{FF2B5EF4-FFF2-40B4-BE49-F238E27FC236}">
                <ns2:creationId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>
              <a:ext uri="{FF2B5EF4-FFF2-40B4-BE49-F238E27FC236}">
                <ns2:creationId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>
              <a:ext uri="{FF2B5EF4-FFF2-40B4-BE49-F238E27FC236}">
                <ns2:creationId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46665304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>
              <a:ext uri="{FF2B5EF4-FFF2-40B4-BE49-F238E27FC236}">
                <ns2:creationId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82184615bf64413"/>
          <a:srcRect l="3100" t="0" r="3100" b="0"/>
          <a:stretch>
            <a:fillRect l="0" t="0" r="0" b="0"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>
              <a:ext uri="{FF2B5EF4-FFF2-40B4-BE49-F238E27FC236}">
                <ns2:creationId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>
              <a:ext uri="{FF2B5EF4-FFF2-40B4-BE49-F238E27FC236}">
                <ns2:creationId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>
              <a:ext uri="{FF2B5EF4-FFF2-40B4-BE49-F238E27FC236}">
                <ns2:creationId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>
              <a:ext uri="{FF2B5EF4-FFF2-40B4-BE49-F238E27FC236}">
                <ns2:creationId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>
              <a:ext uri="{FF2B5EF4-FFF2-40B4-BE49-F238E27FC236}">
                <ns2:creationId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4:creationId val="118237914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>
              <a:ext uri="{FF2B5EF4-FFF2-40B4-BE49-F238E27FC236}">
                <ns2:creationId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>
              <a:ext uri="{FF2B5EF4-FFF2-40B4-BE49-F238E27FC236}">
                <ns2:creationId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>
              <a:ext uri="{FF2B5EF4-FFF2-40B4-BE49-F238E27FC236}">
                <ns2:creationId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>
              <a:ext uri="{FF2B5EF4-FFF2-40B4-BE49-F238E27FC236}">
                <ns2:creationId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>
              <a:ext uri="{FF2B5EF4-FFF2-40B4-BE49-F238E27FC236}">
                <ns2:creationId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>
              <a:ext uri="{FF2B5EF4-FFF2-40B4-BE49-F238E27FC236}">
                <ns2:creationId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4" name="">
            <a:extLst>
              <a:ext uri="{FF2B5EF4-FFF2-40B4-BE49-F238E27FC236}">
                <ns2:creationId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>
              <a:ext uri="{FF2B5EF4-FFF2-40B4-BE49-F238E27FC236}">
                <ns2:creationId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>
              <a:ext uri="{FF2B5EF4-FFF2-40B4-BE49-F238E27FC236}">
                <ns2:creationId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>
              <a:ext uri="{FF2B5EF4-FFF2-40B4-BE49-F238E27FC236}">
                <ns2:creationId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4312940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>
              <a:ext uri="{FF2B5EF4-FFF2-40B4-BE49-F238E27FC236}">
                <ns2:creationId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>
              <a:ext uri="{FF2B5EF4-FFF2-40B4-BE49-F238E27FC236}">
                <ns2:creationId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>
              <a:ext uri="{FF2B5EF4-FFF2-40B4-BE49-F238E27FC236}">
                <ns2:creationId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>
              <a:ext uri="{FF2B5EF4-FFF2-40B4-BE49-F238E27FC236}">
                <ns2:creationId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>
              <a:ext uri="{FF2B5EF4-FFF2-40B4-BE49-F238E27FC236}">
                <ns2:creationId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18652777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>
              <a:ext uri="{FF2B5EF4-FFF2-40B4-BE49-F238E27FC236}">
                <ns2:creationId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>
              <a:ext uri="{FF2B5EF4-FFF2-40B4-BE49-F238E27FC236}">
                <ns2:creationId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>
              <a:ext uri="{FF2B5EF4-FFF2-40B4-BE49-F238E27FC236}">
                <ns2:creationId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>
              <a:ext uri="{FF2B5EF4-FFF2-40B4-BE49-F238E27FC236}">
                <ns2:creationId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>
              <a:ext uri="{FF2B5EF4-FFF2-40B4-BE49-F238E27FC236}">
                <ns2:creationId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>
              <a:ext uri="{FF2B5EF4-FFF2-40B4-BE49-F238E27FC236}">
                <ns2:creationId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>
              <a:ext uri="{FF2B5EF4-FFF2-40B4-BE49-F238E27FC236}">
                <ns2:creationId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>
              <a:ext uri="{FF2B5EF4-FFF2-40B4-BE49-F238E27FC236}">
                <ns2:creationId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>
              <a:ext uri="{FF2B5EF4-FFF2-40B4-BE49-F238E27FC236}">
                <ns2:creationId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>
              <a:ext uri="{FF2B5EF4-FFF2-40B4-BE49-F238E27FC236}">
                <ns2:creationId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>
              <a:ext uri="{FF2B5EF4-FFF2-40B4-BE49-F238E27FC236}">
                <ns2:creationId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>
              <a:ext uri="{FF2B5EF4-FFF2-40B4-BE49-F238E27FC236}">
                <ns2:creationId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788760271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P4：Named Volume 持久化驗證</a:t>
            </a:r>
          </a:p>
        </p:txBody>
      </p:sp>
      <p:sp>
        <p:nvSpPr>
          <p:cNvPr id="3" name="">
            <a:extLst>
              <a:ext uri="{FF2B5EF4-FFF2-40B4-BE49-F238E27FC236}">
                <ns2:creationId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>
              <a:ext uri="{FF2B5EF4-FFF2-40B4-BE49-F238E27FC236}">
                <ns2:creationId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>
              <a:ext uri="{FF2B5EF4-FFF2-40B4-BE49-F238E27FC236}">
                <ns2:creationId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>
              <a:ext uri="{FF2B5EF4-FFF2-40B4-BE49-F238E27FC236}">
                <ns2:creationId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>
              <a:ext uri="{FF2B5EF4-FFF2-40B4-BE49-F238E27FC236}">
                <ns2:creationId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241849295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>
              <a:ext uri="{FF2B5EF4-FFF2-40B4-BE49-F238E27FC236}">
                <ns2:creationId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唯讀掛載避免容器改到宿主機檔案</a:t>
            </a:r>
          </a:p>
        </p:txBody>
      </p:sp>
      <p:sp>
        <p:nvSpPr>
          <p:cNvPr id="3" name="">
            <a:extLst>
              <a:ext uri="{FF2B5EF4-FFF2-40B4-BE49-F238E27FC236}">
                <ns2:creationId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--rm -p 8081:80 -v "C:\docker-lab\site:/usr/share/nginx/html:ro"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>
              <a:ext uri="{FF2B5EF4-FFF2-40B4-BE49-F238E27FC236}">
                <ns2:creationId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>
              <a:ext uri="{FF2B5EF4-FFF2-40B4-BE49-F238E27FC236}">
                <ns2:creationId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>
              <a:ext uri="{FF2B5EF4-FFF2-40B4-BE49-F238E27FC236}">
                <ns2:creationId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掛載靜態網頁、設定檔或只讀資料集，避免程式意外覆寫宿主機檔案。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1414663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>
              <a:ext uri="{FF2B5EF4-FFF2-40B4-BE49-F238E27FC236}">
                <ns2:creationId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>
              <a:ext uri="{FF2B5EF4-FFF2-40B4-BE49-F238E27FC236}">
                <ns2:creationId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>
              <a:ext uri="{FF2B5EF4-FFF2-40B4-BE49-F238E27FC236}">
                <ns2:creationId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>
              <a:ext uri="{FF2B5EF4-FFF2-40B4-BE49-F238E27FC236}">
                <ns2:creationId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>
              <a:ext uri="{FF2B5EF4-FFF2-40B4-BE49-F238E27FC236}">
                <ns2:creationId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適合搭配前面的唯讀掛載概念操作。</a:t>
            </a:r>
          </a:p>
        </p:txBody>
      </p:sp>
      <p:sp>
        <p:nvSpPr>
          <p:cNvPr id="12" name="">
            <a:extLst>
              <a:ext uri="{FF2B5EF4-FFF2-40B4-BE49-F238E27FC236}">
                <ns2:creationId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20307995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WARM-UP</a:t>
            </a:r>
          </a:p>
        </p:txBody>
      </p:sp>
      <p:sp>
        <p:nvSpPr>
          <p:cNvPr id="2" name="">
            <a:extLst>
              <a:ext uri="{FF2B5EF4-FFF2-40B4-BE49-F238E27FC236}">
                <ns2:creationId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暖身：比較 Nginx 有沒有 -v</a:t>
            </a:r>
          </a:p>
        </p:txBody>
      </p:sp>
      <p:sp>
        <p:nvSpPr>
          <p:cNvPr id="3" name="">
            <a:extLst>
              <a:ext uri="{FF2B5EF4-FFF2-40B4-BE49-F238E27FC236}">
                <ns2:creationId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>
              <a:ext uri="{FF2B5EF4-FFF2-40B4-BE49-F238E27FC236}">
                <ns2:creationId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>
              <a:ext uri="{FF2B5EF4-FFF2-40B4-BE49-F238E27FC236}">
                <ns2:creationId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>
              <a:ext uri="{FF2B5EF4-FFF2-40B4-BE49-F238E27FC236}">
                <ns2:creationId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寫入一行 HTML</a:t>
            </a:r>
          </a:p>
        </p:txBody>
      </p:sp>
      <p:sp>
        <p:nvSpPr>
          <p:cNvPr id="12" name="">
            <a:extLst>
              <a:ext uri="{FF2B5EF4-FFF2-40B4-BE49-F238E27FC236}">
                <ns2:creationId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用官方 Nginx 讀資料夾</a:t>
            </a:r>
          </a:p>
        </p:txBody>
      </p:sp>
      <p:sp>
        <p:nvSpPr>
          <p:cNvPr id="16" name="">
            <a:extLst>
              <a:ext uri="{FF2B5EF4-FFF2-40B4-BE49-F238E27FC236}">
                <ns2:creationId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>
              <a:ext uri="{FF2B5EF4-FFF2-40B4-BE49-F238E27FC236}">
                <ns2:creationId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只觀察同步</a:t>
            </a:r>
          </a:p>
        </p:txBody>
      </p:sp>
      <p:sp>
        <p:nvSpPr>
          <p:cNvPr id="21" name="">
            <a:extLst>
              <a:ext uri="{FF2B5EF4-FFF2-40B4-BE49-F238E27FC236}">
                <ns2:creationId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有 -v 才會讀本機檔案</a:t>
            </a:r>
          </a:p>
        </p:txBody>
      </p:sp>
      <p:sp>
        <p:nvSpPr>
          <p:cNvPr id="22" name="">
            <a:extLst>
              <a:ext uri="{FF2B5EF4-FFF2-40B4-BE49-F238E27FC236}">
                <ns2:creationId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>
              <a:ext uri="{FF2B5EF4-FFF2-40B4-BE49-F238E27FC236}">
                <ns2:creationId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>
              <a:ext uri="{FF2B5EF4-FFF2-40B4-BE49-F238E27FC236}">
                <ns2:creationId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30239888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>
              <a:ext uri="{FF2B5EF4-FFF2-40B4-BE49-F238E27FC236}">
                <ns2:creationId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>
              <a:ext uri="{FF2B5EF4-FFF2-40B4-BE49-F238E27FC236}">
                <ns2:creationId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>
              <a:ext uri="{FF2B5EF4-FFF2-40B4-BE49-F238E27FC236}">
                <ns2:creationId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>
              <a:ext uri="{FF2B5EF4-FFF2-40B4-BE49-F238E27FC236}">
                <ns2:creationId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>
              <a:ext uri="{FF2B5EF4-FFF2-40B4-BE49-F238E27FC236}">
                <ns2:creationId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>
              <a:ext uri="{FF2B5EF4-FFF2-40B4-BE49-F238E27FC236}">
                <ns2:creationId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>
              <a:ext uri="{FF2B5EF4-FFF2-40B4-BE49-F238E27FC236}">
                <ns2:creationId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>
              <a:ext uri="{FF2B5EF4-FFF2-40B4-BE49-F238E27FC236}">
                <ns2:creationId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740024260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BD2731-9E78-4CAF-A00C-F20EC03CD3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04884108-C976-43A8-AFF9-28674862D2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>
              <a:ext uri="{FF2B5EF4-FFF2-40B4-BE49-F238E27FC236}">
                <ns2:creationId id="{7B65FA4C-F602-420F-8A40-391DA8770C4F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2844F29-3C07-44DE-9035-5AEE38D149AD}"/>
              </a:ext>
            </a:extLst>
          </p:cNvPr>
          <p:cNvSpPr>
            <a:spLocks noGrp="1"/>
          </p:cNvSpPr>
          <p:nvPr/>
        </p:nvSpPr>
        <p:spPr>
          <a:xfrm>
            <a:off x="129540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>
              <a:ext uri="{FF2B5EF4-FFF2-40B4-BE49-F238E27FC236}">
                <ns2:creationId id="{19E69864-A748-465B-8893-3DC0B5E58727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>
              <a:ext uri="{FF2B5EF4-FFF2-40B4-BE49-F238E27FC236}">
                <ns2:creationId id="{DB25FEB0-BB55-4138-B531-0155D2455EC1}"/>
              </a:ext>
            </a:extLst>
          </p:cNvPr>
          <p:cNvSpPr>
            <a:spLocks noGrp="1"/>
          </p:cNvSpPr>
          <p:nvPr/>
        </p:nvSpPr>
        <p:spPr>
          <a:xfrm>
            <a:off x="657225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C9C121-710D-4CA6-BE68-E4A5CB3A342C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>
              <a:ext uri="{FF2B5EF4-FFF2-40B4-BE49-F238E27FC236}">
                <ns2:creationId id="{84F6AF86-4255-4CFD-9ACD-4C5BEB44C7F9}"/>
              </a:ext>
            </a:extLst>
          </p:cNvPr>
          <p:cNvSpPr>
            <a:spLocks noGrp="1"/>
          </p:cNvSpPr>
          <p:nvPr/>
        </p:nvSpPr>
        <p:spPr>
          <a:xfrm>
            <a:off x="680085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>
              <a:ext uri="{FF2B5EF4-FFF2-40B4-BE49-F238E27FC236}">
                <ns2:creationId id="{60198838-1214-4FFA-A28E-24740C3E6847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0FB6F612-852D-4A70-9E59-3CD7319BE55B}"/>
              </a:ext>
            </a:extLst>
          </p:cNvPr>
          <p:cNvSpPr>
            <a:spLocks noGrp="1"/>
          </p:cNvSpPr>
          <p:nvPr/>
        </p:nvSpPr>
        <p:spPr>
          <a:xfrm>
            <a:off x="129540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>
              <a:ext uri="{FF2B5EF4-FFF2-40B4-BE49-F238E27FC236}">
                <ns2:creationId id="{D3038C91-3FF5-482F-8E0E-FEF5EB8EA503}"/>
              </a:ext>
            </a:extLst>
          </p:cNvPr>
          <p:cNvSpPr>
            <a:spLocks noGrp="1"/>
          </p:cNvSpPr>
          <p:nvPr/>
        </p:nvSpPr>
        <p:spPr>
          <a:xfrm>
            <a:off x="129540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>
              <a:ext uri="{FF2B5EF4-FFF2-40B4-BE49-F238E27FC236}">
                <ns2:creationId id="{507E31D6-7128-4905-A2F8-606F276FE37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AB6B8BC2-82D6-49A3-AB15-B721D59DCE72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>
              <a:ext uri="{FF2B5EF4-FFF2-40B4-BE49-F238E27FC236}">
                <ns2:creationId id="{E7A59FE4-F696-4576-A93E-9D72126C5753}"/>
              </a:ext>
            </a:extLst>
          </p:cNvPr>
          <p:cNvSpPr>
            <a:spLocks noGrp="1"/>
          </p:cNvSpPr>
          <p:nvPr/>
        </p:nvSpPr>
        <p:spPr>
          <a:xfrm>
            <a:off x="680085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>
              <a:ext uri="{FF2B5EF4-FFF2-40B4-BE49-F238E27FC236}">
                <ns2:creationId id="{613E40F4-38F0-4F4E-96D4-2C9A943762F2}"/>
              </a:ext>
            </a:extLst>
          </p:cNvPr>
          <p:cNvSpPr>
            <a:spLocks noGrp="1"/>
          </p:cNvSpPr>
          <p:nvPr/>
        </p:nvSpPr>
        <p:spPr>
          <a:xfrm>
            <a:off x="3086100" y="5219700"/>
            <a:ext cx="60198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6" name="">
            <a:extLst>
              <a:ext uri="{FF2B5EF4-FFF2-40B4-BE49-F238E27FC236}">
                <ns2:creationId id="{00B49D2A-D044-403E-8045-37A980AA190B}"/>
              </a:ext>
            </a:extLst>
          </p:cNvPr>
          <p:cNvSpPr>
            <a:spLocks noGrp="1"/>
          </p:cNvSpPr>
          <p:nvPr/>
        </p:nvSpPr>
        <p:spPr>
          <a:xfrm>
            <a:off x="3257550" y="538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770BDE5C-D5AB-40DC-8FE0-6D5AD888F1E4}"/>
              </a:ext>
            </a:extLst>
          </p:cNvPr>
          <p:cNvSpPr>
            <a:spLocks noGrp="1"/>
          </p:cNvSpPr>
          <p:nvPr/>
        </p:nvSpPr>
        <p:spPr>
          <a:xfrm>
            <a:off x="3429000" y="538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7FA8A66-E918-4FB8-B0D4-A67CBE694A98}"/>
              </a:ext>
            </a:extLst>
          </p:cNvPr>
          <p:cNvSpPr>
            <a:spLocks noGrp="1"/>
          </p:cNvSpPr>
          <p:nvPr/>
        </p:nvSpPr>
        <p:spPr>
          <a:xfrm>
            <a:off x="3600450" y="538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B632C26-4F6C-4B82-BE3B-EB23E53E85CE}"/>
              </a:ext>
            </a:extLst>
          </p:cNvPr>
          <p:cNvSpPr>
            <a:spLocks noGrp="1"/>
          </p:cNvSpPr>
          <p:nvPr/>
        </p:nvSpPr>
        <p:spPr>
          <a:xfrm>
            <a:off x="3295650" y="5638800"/>
            <a:ext cx="560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81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nginx-default nginx-bind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>
              <a:ext uri="{FF2B5EF4-FFF2-40B4-BE49-F238E27FC236}">
                <ns2:creationId id="{A603046A-D758-48B8-9598-00E1D4BFC93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C895B39-C879-4C2E-A135-0D48490C082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>
              <a:ext uri="{FF2B5EF4-FFF2-40B4-BE49-F238E27FC236}">
                <ns2:creationId id="{F842378E-7AC4-40B2-9088-947A3F28D35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94701774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>
              <a:ext uri="{FF2B5EF4-FFF2-40B4-BE49-F238E27FC236}">
                <ns2:creationId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>
              <a:ext uri="{FF2B5EF4-FFF2-40B4-BE49-F238E27FC236}">
                <ns2:creationId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5" name="">
            <a:extLst>
              <a:ext uri="{FF2B5EF4-FFF2-40B4-BE49-F238E27FC236}">
                <ns2:creationId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能先分辨 Bind Mount 與 Named Volume，再用 -v 掛載檔案。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>
              <a:ext uri="{FF2B5EF4-FFF2-40B4-BE49-F238E27FC236}">
                <ns2:creationId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11" name="">
            <a:extLst>
              <a:ext uri="{FF2B5EF4-FFF2-40B4-BE49-F238E27FC236}">
                <ns2:creationId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>
              <a:ext uri="{FF2B5EF4-FFF2-40B4-BE49-F238E27FC236}">
                <ns2:creationId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>
              <a:ext uri="{FF2B5EF4-FFF2-40B4-BE49-F238E27FC236}">
                <ns2:creationId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>
              <a:ext uri="{FF2B5EF4-FFF2-40B4-BE49-F238E27FC236}">
                <ns2:creationId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>
              <a:ext uri="{FF2B5EF4-FFF2-40B4-BE49-F238E27FC236}">
                <ns2:creationId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193610375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比較 Nginx 有沒有 -v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範例程式碼：比較 Nginx 有沒有 -v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沒有 -v 是預設頁；有 -v 才讀本機資料夾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-v：Nginx 讀 image 內建首頁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nginx-default -p 8081:80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有 -v：本機資料夾取代 Nginx 網頁目錄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C:\docker-lab\volume-test\index.html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8080:80 -v "C:\docker-lab\volume-test:/usr/share/nginx/html"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8081 是預設頁；8080 會讀本機 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nginx-default nginx-bind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Docker!&lt;/h1&gt;&lt;p&gt;This is running inside a container.&lt;/p&gt;'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'&lt;h1&gt;About&lt;/h1&gt;&lt;p&gt;This is a Flask app running in Docker.&lt;/p&gt;'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requirements.txt 與啟動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與啟動容器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容器生命週期常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範例程式碼：容器生命週期常用指令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ort 被佔用時怎麼查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PORT CONFLICT DEBUG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被佔用時怎麼查？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762000" y="1390650"/>
            <a:ext cx="10210800" cy="8382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CBD5E1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-p 的左邊是主機 port；如果被佔用，可以換成 8081、5001。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-p 的右邊是容器內服務 port，通常照 image 或 app 設定，不先亂改。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762000" y="2514600"/>
            <a:ext cx="4876800" cy="21336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Windows</a:t>
            </a:r>
          </a:p>
          <a:p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netstat -ano | findstr :8080</a:t>
            </a:r>
          </a:p>
          <a:p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tasklist | findstr &lt;PID&gt;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必要時用工作管理員依 PID 結束程式。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6400800" y="2514600"/>
            <a:ext cx="4876800" cy="213360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99E6C8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macOS</a:t>
            </a:r>
          </a:p>
          <a:p>
            <a:pPr algn="l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lsof -nP -iTCP:8080 -sTCP:LISTEN</a:t>
            </a:r>
          </a:p>
          <a:p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kill &lt;PID&gt;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不確定是什麼程式時，先換 host port。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1714500" y="5057775"/>
            <a:ext cx="8382000" cy="6096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8080 被佔用時：docker run -d -p 8081:80 nginx</a:t>
            </a:r>
          </a:p>
        </p:txBody>
      </p:sp>
      <p:sp>
        <p:nvSpPr>
          <p:cNvPr id="40" name=""/>
          <p:cNvSpPr/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42" name=""/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