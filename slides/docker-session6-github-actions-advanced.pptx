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9e038b240a443c" /><Relationship Type="http://schemas.openxmlformats.org/officeDocument/2006/relationships/extended-properties" Target="/docProps/app.xml" Id="R6b4ca7d0e7e740d8" /><Relationship Type="http://schemas.openxmlformats.org/officeDocument/2006/relationships/officeDocument" Target="/ppt/presentation.xml" Id="R78137ca056544f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2e950bd4524544"/>
  </p:sldMasterIdLst>
  <p:notesMasterIdLst>
    <p:notesMasterId xmlns:r="http://schemas.openxmlformats.org/officeDocument/2006/relationships" r:id="Rd0f402de114442e3"/>
  </p:notesMasterIdLst>
  <p:sldIdLst>
    <p:sldId xmlns:r="http://schemas.openxmlformats.org/officeDocument/2006/relationships" id="256" r:id="R9e11f43acb91407f"/>
    <p:sldId xmlns:r="http://schemas.openxmlformats.org/officeDocument/2006/relationships" id="257" r:id="Rb508d7662a1041fe"/>
    <p:sldId xmlns:r="http://schemas.openxmlformats.org/officeDocument/2006/relationships" id="258" r:id="R52d1456600df4df7"/>
    <p:sldId xmlns:r="http://schemas.openxmlformats.org/officeDocument/2006/relationships" id="259" r:id="R5dbb8192eb834295"/>
    <p:sldId xmlns:r="http://schemas.openxmlformats.org/officeDocument/2006/relationships" id="260" r:id="R073447f226574955"/>
    <p:sldId xmlns:r="http://schemas.openxmlformats.org/officeDocument/2006/relationships" id="261" r:id="Rd2fcd35341094044"/>
    <p:sldId xmlns:r="http://schemas.openxmlformats.org/officeDocument/2006/relationships" id="262" r:id="R3f10e64af15c4c9e"/>
    <p:sldId xmlns:r="http://schemas.openxmlformats.org/officeDocument/2006/relationships" id="263" r:id="Rce6e18ff63d54057"/>
    <p:sldId xmlns:r="http://schemas.openxmlformats.org/officeDocument/2006/relationships" id="264" r:id="R1f0e9a1298b6422d"/>
    <p:sldId xmlns:r="http://schemas.openxmlformats.org/officeDocument/2006/relationships" id="265" r:id="R25372ef475a74a37"/>
    <p:sldId xmlns:r="http://schemas.openxmlformats.org/officeDocument/2006/relationships" id="266" r:id="R46cf6c4b988b4bd3"/>
    <p:sldId xmlns:r="http://schemas.openxmlformats.org/officeDocument/2006/relationships" id="267" r:id="Rc17e9e3ee5884a31"/>
    <p:sldId xmlns:r="http://schemas.openxmlformats.org/officeDocument/2006/relationships" id="268" r:id="R1b134a693f3044aa"/>
    <p:sldId xmlns:r="http://schemas.openxmlformats.org/officeDocument/2006/relationships" id="269" r:id="R55beb2efe69d467b"/>
    <p:sldId xmlns:r="http://schemas.openxmlformats.org/officeDocument/2006/relationships" id="270" r:id="Rf775797f618d4895"/>
    <p:sldId xmlns:r="http://schemas.openxmlformats.org/officeDocument/2006/relationships" id="271" r:id="R07e9a93b45444d87"/>
    <p:sldId xmlns:r="http://schemas.openxmlformats.org/officeDocument/2006/relationships" id="272" r:id="R4ff2399b06f24bde"/>
    <p:sldId xmlns:r="http://schemas.openxmlformats.org/officeDocument/2006/relationships" id="273" r:id="Red134b7a8cae48ca"/>
    <p:sldId xmlns:r="http://schemas.openxmlformats.org/officeDocument/2006/relationships" id="274" r:id="R07cea49c335b4303"/>
    <p:sldId xmlns:r="http://schemas.openxmlformats.org/officeDocument/2006/relationships" id="275" r:id="Rea8ec39114494220"/>
    <p:sldId xmlns:r="http://schemas.openxmlformats.org/officeDocument/2006/relationships" id="276" r:id="R2ec54c87cb5b462c"/>
    <p:sldId xmlns:r="http://schemas.openxmlformats.org/officeDocument/2006/relationships" id="277" r:id="Rbe110a0b01ef4662"/>
    <p:sldId xmlns:r="http://schemas.openxmlformats.org/officeDocument/2006/relationships" id="278" r:id="Rd5ee53b7bb344307"/>
    <p:sldId xmlns:r="http://schemas.openxmlformats.org/officeDocument/2006/relationships" id="279" r:id="R9748669bf3554bd9"/>
    <p:sldId xmlns:r="http://schemas.openxmlformats.org/officeDocument/2006/relationships" id="280" r:id="R5cc19638c9e346e0"/>
    <p:sldId xmlns:r="http://schemas.openxmlformats.org/officeDocument/2006/relationships" id="281" r:id="Rd4bc9f395d08431f"/>
    <p:sldId xmlns:r="http://schemas.openxmlformats.org/officeDocument/2006/relationships" id="282" r:id="Recbb2bf22d7c4564"/>
    <p:sldId xmlns:r="http://schemas.openxmlformats.org/officeDocument/2006/relationships" id="283" r:id="R2822449a475e4ced"/>
    <p:sldId xmlns:r="http://schemas.openxmlformats.org/officeDocument/2006/relationships" id="284" r:id="R626f739f549f41a7"/>
    <p:sldId xmlns:r="http://schemas.openxmlformats.org/officeDocument/2006/relationships" id="285" r:id="R24a46d2f9d1044f7"/>
    <p:sldId xmlns:r="http://schemas.openxmlformats.org/officeDocument/2006/relationships" id="286" r:id="Rfd24832896d04acf"/>
    <p:sldId xmlns:r="http://schemas.openxmlformats.org/officeDocument/2006/relationships" id="287" r:id="R65f50970cc004e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66e0e2bf414036" /><Relationship Type="http://schemas.openxmlformats.org/officeDocument/2006/relationships/slideMaster" Target="/ppt/slideMasters/slideMaster1.xml" Id="Rda2e950bd4524544" /><Relationship Type="http://schemas.openxmlformats.org/officeDocument/2006/relationships/notesMaster" Target="/ppt/notesMasters/notesMaster1.xml" Id="Rd0f402de114442e3" /><Relationship Type="http://schemas.openxmlformats.org/officeDocument/2006/relationships/presProps" Target="/ppt/presProps.xml" Id="R0aecc0152a5e4eb8" /><Relationship Type="http://schemas.openxmlformats.org/officeDocument/2006/relationships/tableStyles" Target="/ppt/tableStyles.xml" Id="R800f3ad25da94947" /><Relationship Type="http://schemas.openxmlformats.org/officeDocument/2006/relationships/slide" Target="/ppt/slides/slide1.xml" Id="R9e11f43acb91407f" /><Relationship Type="http://schemas.openxmlformats.org/officeDocument/2006/relationships/slide" Target="/ppt/slides/slide2.xml" Id="Rb508d7662a1041fe" /><Relationship Type="http://schemas.openxmlformats.org/officeDocument/2006/relationships/slide" Target="/ppt/slides/slide3.xml" Id="R52d1456600df4df7" /><Relationship Type="http://schemas.openxmlformats.org/officeDocument/2006/relationships/slide" Target="/ppt/slides/slide4.xml" Id="R5dbb8192eb834295" /><Relationship Type="http://schemas.openxmlformats.org/officeDocument/2006/relationships/slide" Target="/ppt/slides/slide5.xml" Id="R073447f226574955" /><Relationship Type="http://schemas.openxmlformats.org/officeDocument/2006/relationships/slide" Target="/ppt/slides/slide6.xml" Id="Rd2fcd35341094044" /><Relationship Type="http://schemas.openxmlformats.org/officeDocument/2006/relationships/slide" Target="/ppt/slides/slide7.xml" Id="R3f10e64af15c4c9e" /><Relationship Type="http://schemas.openxmlformats.org/officeDocument/2006/relationships/slide" Target="/ppt/slides/slide8.xml" Id="Rce6e18ff63d54057" /><Relationship Type="http://schemas.openxmlformats.org/officeDocument/2006/relationships/slide" Target="/ppt/slides/slide9.xml" Id="R1f0e9a1298b6422d" /><Relationship Type="http://schemas.openxmlformats.org/officeDocument/2006/relationships/slide" Target="/ppt/slides/slide10.xml" Id="R25372ef475a74a37" /><Relationship Type="http://schemas.openxmlformats.org/officeDocument/2006/relationships/slide" Target="/ppt/slides/slide11.xml" Id="R46cf6c4b988b4bd3" /><Relationship Type="http://schemas.openxmlformats.org/officeDocument/2006/relationships/slide" Target="/ppt/slides/slide12.xml" Id="Rc17e9e3ee5884a31" /><Relationship Type="http://schemas.openxmlformats.org/officeDocument/2006/relationships/slide" Target="/ppt/slides/slide13.xml" Id="R1b134a693f3044aa" /><Relationship Type="http://schemas.openxmlformats.org/officeDocument/2006/relationships/slide" Target="/ppt/slides/slide14.xml" Id="R55beb2efe69d467b" /><Relationship Type="http://schemas.openxmlformats.org/officeDocument/2006/relationships/slide" Target="/ppt/slides/slide15.xml" Id="Rf775797f618d4895" /><Relationship Type="http://schemas.openxmlformats.org/officeDocument/2006/relationships/slide" Target="/ppt/slides/slide16.xml" Id="R07e9a93b45444d87" /><Relationship Type="http://schemas.openxmlformats.org/officeDocument/2006/relationships/slide" Target="/ppt/slides/slide17.xml" Id="R4ff2399b06f24bde" /><Relationship Type="http://schemas.openxmlformats.org/officeDocument/2006/relationships/slide" Target="/ppt/slides/slide18.xml" Id="Red134b7a8cae48ca" /><Relationship Type="http://schemas.openxmlformats.org/officeDocument/2006/relationships/slide" Target="/ppt/slides/slide19.xml" Id="R07cea49c335b4303" /><Relationship Type="http://schemas.openxmlformats.org/officeDocument/2006/relationships/slide" Target="/ppt/slides/slide20.xml" Id="Rea8ec39114494220" /><Relationship Type="http://schemas.openxmlformats.org/officeDocument/2006/relationships/slide" Target="/ppt/slides/slide21.xml" Id="R2ec54c87cb5b462c" /><Relationship Type="http://schemas.openxmlformats.org/officeDocument/2006/relationships/slide" Target="/ppt/slides/slide22.xml" Id="Rbe110a0b01ef4662" /><Relationship Type="http://schemas.openxmlformats.org/officeDocument/2006/relationships/slide" Target="/ppt/slides/slide23.xml" Id="Rd5ee53b7bb344307" /><Relationship Type="http://schemas.openxmlformats.org/officeDocument/2006/relationships/slide" Target="/ppt/slides/slide24.xml" Id="R9748669bf3554bd9" /><Relationship Type="http://schemas.openxmlformats.org/officeDocument/2006/relationships/slide" Target="/ppt/slides/slide25.xml" Id="R5cc19638c9e346e0" /><Relationship Type="http://schemas.openxmlformats.org/officeDocument/2006/relationships/slide" Target="/ppt/slides/slide26.xml" Id="Rd4bc9f395d08431f" /><Relationship Type="http://schemas.openxmlformats.org/officeDocument/2006/relationships/slide" Target="/ppt/slides/slide27.xml" Id="Recbb2bf22d7c4564" /><Relationship Type="http://schemas.openxmlformats.org/officeDocument/2006/relationships/slide" Target="/ppt/slides/slide28.xml" Id="R2822449a475e4ced" /><Relationship Type="http://schemas.openxmlformats.org/officeDocument/2006/relationships/slide" Target="/ppt/slides/slide29.xml" Id="R626f739f549f41a7" /><Relationship Type="http://schemas.openxmlformats.org/officeDocument/2006/relationships/slide" Target="/ppt/slides/slide30.xml" Id="R24a46d2f9d1044f7" /><Relationship Type="http://schemas.openxmlformats.org/officeDocument/2006/relationships/slide" Target="/ppt/slides/slide31.xml" Id="Rfd24832896d04acf" /><Relationship Type="http://schemas.openxmlformats.org/officeDocument/2006/relationships/slide" Target="/ppt/slides/slide32.xml" Id="R65f50970cc004e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db763a9eab46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fe3c0e5a934fb5" /><Relationship Type="http://schemas.openxmlformats.org/officeDocument/2006/relationships/notesMaster" Target="/ppt/notesMasters/notesMaster1.xml" Id="R3812d98e67ab48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9011bb56204a67" /><Relationship Type="http://schemas.openxmlformats.org/officeDocument/2006/relationships/notesMaster" Target="/ppt/notesMasters/notesMaster1.xml" Id="Rb04d1528512946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dac3c103554402" /><Relationship Type="http://schemas.openxmlformats.org/officeDocument/2006/relationships/notesMaster" Target="/ppt/notesMasters/notesMaster1.xml" Id="Rebb84aba98c747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36a1173f7a4e97" /><Relationship Type="http://schemas.openxmlformats.org/officeDocument/2006/relationships/notesMaster" Target="/ppt/notesMasters/notesMaster1.xml" Id="Raff0772048674c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ba4ffb85674084" /><Relationship Type="http://schemas.openxmlformats.org/officeDocument/2006/relationships/notesMaster" Target="/ppt/notesMasters/notesMaster1.xml" Id="R08b940e9bb7a48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76cddffd344eb9" /><Relationship Type="http://schemas.openxmlformats.org/officeDocument/2006/relationships/notesMaster" Target="/ppt/notesMasters/notesMaster1.xml" Id="R6b73f5a00b194a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239488dd7b4375" /><Relationship Type="http://schemas.openxmlformats.org/officeDocument/2006/relationships/notesMaster" Target="/ppt/notesMasters/notesMaster1.xml" Id="Rb7ae812560d64a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57fda17df542f6" /><Relationship Type="http://schemas.openxmlformats.org/officeDocument/2006/relationships/notesMaster" Target="/ppt/notesMasters/notesMaster1.xml" Id="R1f324e02d9ba45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1e04609ab44cf4" /><Relationship Type="http://schemas.openxmlformats.org/officeDocument/2006/relationships/notesMaster" Target="/ppt/notesMasters/notesMaster1.xml" Id="R73abd65e929047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8d38fd2c6a4e0f" /><Relationship Type="http://schemas.openxmlformats.org/officeDocument/2006/relationships/notesMaster" Target="/ppt/notesMasters/notesMaster1.xml" Id="R9ba065ec08e046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7f29d7aa8145e8" /><Relationship Type="http://schemas.openxmlformats.org/officeDocument/2006/relationships/notesMaster" Target="/ppt/notesMasters/notesMaster1.xml" Id="Rc5ea904e765c47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05a376678d464e" /><Relationship Type="http://schemas.openxmlformats.org/officeDocument/2006/relationships/notesMaster" Target="/ppt/notesMasters/notesMaster1.xml" Id="R2d61fc1cddfa4f0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36eb5a6ee5f46c7" /><Relationship Type="http://schemas.openxmlformats.org/officeDocument/2006/relationships/notesMaster" Target="/ppt/notesMasters/notesMaster1.xml" Id="R3bef333eaae246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595ec14c23b4248" /><Relationship Type="http://schemas.openxmlformats.org/officeDocument/2006/relationships/notesMaster" Target="/ppt/notesMasters/notesMaster1.xml" Id="Re7ed8527cb1c456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1a17893b10d4c37" /><Relationship Type="http://schemas.openxmlformats.org/officeDocument/2006/relationships/notesMaster" Target="/ppt/notesMasters/notesMaster1.xml" Id="R157deb7fbd7e475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fe9ff56b7e4f40" /><Relationship Type="http://schemas.openxmlformats.org/officeDocument/2006/relationships/notesMaster" Target="/ppt/notesMasters/notesMaster1.xml" Id="Rc4f672b2b2804f9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409250a73e44921" /><Relationship Type="http://schemas.openxmlformats.org/officeDocument/2006/relationships/notesMaster" Target="/ppt/notesMasters/notesMaster1.xml" Id="R1acfa07eb1d849e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5d92c29d194539" /><Relationship Type="http://schemas.openxmlformats.org/officeDocument/2006/relationships/notesMaster" Target="/ppt/notesMasters/notesMaster1.xml" Id="R15a114fd35b04e2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d5e36a331944fd" /><Relationship Type="http://schemas.openxmlformats.org/officeDocument/2006/relationships/notesMaster" Target="/ppt/notesMasters/notesMaster1.xml" Id="Ra6c310507aa4416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ebcef568c1f4414" /><Relationship Type="http://schemas.openxmlformats.org/officeDocument/2006/relationships/notesMaster" Target="/ppt/notesMasters/notesMaster1.xml" Id="Rc1d9e97916b5412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d2b47e00e08474a" /><Relationship Type="http://schemas.openxmlformats.org/officeDocument/2006/relationships/notesMaster" Target="/ppt/notesMasters/notesMaster1.xml" Id="Rf7502a62b60c46c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4b39625d8a428e" /><Relationship Type="http://schemas.openxmlformats.org/officeDocument/2006/relationships/notesMaster" Target="/ppt/notesMasters/notesMaster1.xml" Id="R458af8a2169d4ee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7d5c8ff0576425a" /><Relationship Type="http://schemas.openxmlformats.org/officeDocument/2006/relationships/notesMaster" Target="/ppt/notesMasters/notesMaster1.xml" Id="Rd213a6ea1d304e7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fb24c2389d94eae" /><Relationship Type="http://schemas.openxmlformats.org/officeDocument/2006/relationships/notesMaster" Target="/ppt/notesMasters/notesMaster1.xml" Id="Rf8b3ccdc48964e8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8f08aef4a154721" /><Relationship Type="http://schemas.openxmlformats.org/officeDocument/2006/relationships/notesMaster" Target="/ppt/notesMasters/notesMaster1.xml" Id="R826e931a19ff42e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6e644fef80b4e91" /><Relationship Type="http://schemas.openxmlformats.org/officeDocument/2006/relationships/notesMaster" Target="/ppt/notesMasters/notesMaster1.xml" Id="R1126c715216e40f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028c3ace8f34b0a" /><Relationship Type="http://schemas.openxmlformats.org/officeDocument/2006/relationships/notesMaster" Target="/ppt/notesMasters/notesMaster1.xml" Id="Rb40de76039c441e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f5de34857b4e75" /><Relationship Type="http://schemas.openxmlformats.org/officeDocument/2006/relationships/notesMaster" Target="/ppt/notesMasters/notesMaster1.xml" Id="Rcda5e42a0cdb42f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29c34ca8eb94117" /><Relationship Type="http://schemas.openxmlformats.org/officeDocument/2006/relationships/notesMaster" Target="/ppt/notesMasters/notesMaster1.xml" Id="R925aba734e09430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86ab23ae0484c03" /><Relationship Type="http://schemas.openxmlformats.org/officeDocument/2006/relationships/notesMaster" Target="/ppt/notesMasters/notesMaster1.xml" Id="R2200ae7da34d402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7ef7ef338cc4371" /><Relationship Type="http://schemas.openxmlformats.org/officeDocument/2006/relationships/notesMaster" Target="/ppt/notesMasters/notesMaster1.xml" Id="Raa8ef0bac52c4c3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3e46025143a4095" /><Relationship Type="http://schemas.openxmlformats.org/officeDocument/2006/relationships/notesMaster" Target="/ppt/notesMasters/notesMaster1.xml" Id="Rfa8126bc0f584a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第六堂是 capstone：把 GitHub Actions 進階語法與前面 Dockerfile、Docker Hub 串起來。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第六堂有總結性質，節奏上要讓學生知道前半是語法，後半是完整專案。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先給總覽，接下來四個概念逐一拆開。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session6.md 環境變數段落。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堂概念題 Q2。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是避免每個事件都做同樣事的關鍵。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needs 用視覺化順序說清楚。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堂概念題 Q1。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session6.md 手動觸發 workflow。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這頁是完整專案的目標，先不要進細節。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先讓學生知道專案檔案結構。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app.py 還包含 add 和 is_positive，投影片只放 API 重要片段。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Flask 專案測試。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這頁把 Dockerfile 和 .dockerignore 放一起，連回第四堂。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堂實作題 P1。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workflow 很長，先用骨架理解。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這是完整 workflow 的 test job。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這頁說明 docker job 的 gating 設計。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version step 與 tags。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workflow 最後輸出部署資訊。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這一步很重要：CI 成功不代表 image 一定能被使用。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 exercises.md 第 6 堂挑戰題 C1，也呼應 session6.md 課堂練習 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Badge 是給 repo 訪客看的狀態入口。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堂實作題 P2。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session6.md 快取依賴加速 CI。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堂實作題 P3。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session6.md Matrix。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堂概念題 Q3。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session6.md 六堂課回顧。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完整流程收束六堂課。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6 堂挑戰題 C1-C2。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最後一頁用未來方向收尾。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c43f40432340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d9a9ba5eed4cdd" /><Relationship Type="http://schemas.openxmlformats.org/officeDocument/2006/relationships/slideLayout" Target="/ppt/slideLayouts/slideLayout1.xml" Id="R2d0179e8b45343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0179e8b45343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cd72bebd1343bd" /><Relationship Type="http://schemas.openxmlformats.org/officeDocument/2006/relationships/image" Target="/ppt/media/image.png" Id="R102b7bb451b44b36" /><Relationship Type="http://schemas.openxmlformats.org/officeDocument/2006/relationships/notesSlide" Target="/ppt/notesSlides/notesSlide1.xml" Id="R98b9c3dc72df41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96ee218bb4703" /><Relationship Type="http://schemas.openxmlformats.org/officeDocument/2006/relationships/notesSlide" Target="/ppt/notesSlides/notesSlide2.xml" Id="R5257a94b00de43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3f4ec8ef84732" /><Relationship Type="http://schemas.openxmlformats.org/officeDocument/2006/relationships/notesSlide" Target="/ppt/notesSlides/notesSlide3.xml" Id="R4a87b66e19ba48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450c313cb4621" /><Relationship Type="http://schemas.openxmlformats.org/officeDocument/2006/relationships/notesSlide" Target="/ppt/notesSlides/notesSlide4.xml" Id="R37cce6eada8245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16c7e1ddc4c51" /><Relationship Type="http://schemas.openxmlformats.org/officeDocument/2006/relationships/notesSlide" Target="/ppt/notesSlides/notesSlide5.xml" Id="R1f5d9a634d264e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d0d18a3934748" /><Relationship Type="http://schemas.openxmlformats.org/officeDocument/2006/relationships/notesSlide" Target="/ppt/notesSlides/notesSlide6.xml" Id="Rc0f13803ac0b4a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1dde6cb8e42b5" /><Relationship Type="http://schemas.openxmlformats.org/officeDocument/2006/relationships/notesSlide" Target="/ppt/notesSlides/notesSlide7.xml" Id="R52b33ebfc9e94c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41fd392fc4af9" /><Relationship Type="http://schemas.openxmlformats.org/officeDocument/2006/relationships/notesSlide" Target="/ppt/notesSlides/notesSlide8.xml" Id="Rb9bd8b445c8f48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764df8ab54623" /><Relationship Type="http://schemas.openxmlformats.org/officeDocument/2006/relationships/notesSlide" Target="/ppt/notesSlides/notesSlide9.xml" Id="R0a1c5ccb281342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7025e6dce4955" /><Relationship Type="http://schemas.openxmlformats.org/officeDocument/2006/relationships/notesSlide" Target="/ppt/notesSlides/notesSlide10.xml" Id="R6998f2f519cf41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0f06d96d348f3" /><Relationship Type="http://schemas.openxmlformats.org/officeDocument/2006/relationships/notesSlide" Target="/ppt/notesSlides/notesSlide11.xml" Id="R6515cedf6f7947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82c87ca1147fc" /><Relationship Type="http://schemas.openxmlformats.org/officeDocument/2006/relationships/notesSlide" Target="/ppt/notesSlides/notesSlide12.xml" Id="Re7decbd776674e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aad1c8f504b23" /><Relationship Type="http://schemas.openxmlformats.org/officeDocument/2006/relationships/notesSlide" Target="/ppt/notesSlides/notesSlide13.xml" Id="Ra6c54155065d47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842421e6c44370" /><Relationship Type="http://schemas.openxmlformats.org/officeDocument/2006/relationships/notesSlide" Target="/ppt/notesSlides/notesSlide14.xml" Id="R3eab7dee6f724f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f2dc1622d4706" /><Relationship Type="http://schemas.openxmlformats.org/officeDocument/2006/relationships/notesSlide" Target="/ppt/notesSlides/notesSlide15.xml" Id="Rf8abadc711124a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29b285fcd4678" /><Relationship Type="http://schemas.openxmlformats.org/officeDocument/2006/relationships/notesSlide" Target="/ppt/notesSlides/notesSlide16.xml" Id="Rd5077eeeda384dd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344d820014e5b" /><Relationship Type="http://schemas.openxmlformats.org/officeDocument/2006/relationships/notesSlide" Target="/ppt/notesSlides/notesSlide17.xml" Id="R5422a6b095fa473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39d4218784ad2" /><Relationship Type="http://schemas.openxmlformats.org/officeDocument/2006/relationships/notesSlide" Target="/ppt/notesSlides/notesSlide18.xml" Id="Ra3707060c01f4bb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5ab2ff3be42f1" /><Relationship Type="http://schemas.openxmlformats.org/officeDocument/2006/relationships/notesSlide" Target="/ppt/notesSlides/notesSlide19.xml" Id="Rb125d6684c5a4d0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49d3bf8cc4641" /><Relationship Type="http://schemas.openxmlformats.org/officeDocument/2006/relationships/notesSlide" Target="/ppt/notesSlides/notesSlide20.xml" Id="R2871d7a2eed24e2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12f15d4b74c60" /><Relationship Type="http://schemas.openxmlformats.org/officeDocument/2006/relationships/notesSlide" Target="/ppt/notesSlides/notesSlide21.xml" Id="R1f035f3cc69042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529f426664c24" /><Relationship Type="http://schemas.openxmlformats.org/officeDocument/2006/relationships/notesSlide" Target="/ppt/notesSlides/notesSlide22.xml" Id="Rfd25c0080486426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4f9b7622e4c4a" /><Relationship Type="http://schemas.openxmlformats.org/officeDocument/2006/relationships/notesSlide" Target="/ppt/notesSlides/notesSlide23.xml" Id="R5436378bad7f438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249a6ab954edb" /><Relationship Type="http://schemas.openxmlformats.org/officeDocument/2006/relationships/notesSlide" Target="/ppt/notesSlides/notesSlide24.xml" Id="Rc2a9ef8969d449b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81d18d9c04c2e" /><Relationship Type="http://schemas.openxmlformats.org/officeDocument/2006/relationships/notesSlide" Target="/ppt/notesSlides/notesSlide25.xml" Id="R74713d6cace9488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d253afd0e483e" /><Relationship Type="http://schemas.openxmlformats.org/officeDocument/2006/relationships/notesSlide" Target="/ppt/notesSlides/notesSlide26.xml" Id="R36f2316cee5b49d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ed11ee4864619" /><Relationship Type="http://schemas.openxmlformats.org/officeDocument/2006/relationships/notesSlide" Target="/ppt/notesSlides/notesSlide27.xml" Id="R5a46d9b8a4a14ab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09845ff264306" /><Relationship Type="http://schemas.openxmlformats.org/officeDocument/2006/relationships/notesSlide" Target="/ppt/notesSlides/notesSlide28.xml" Id="Rcddb01777dce453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6a512b95e4981" /><Relationship Type="http://schemas.openxmlformats.org/officeDocument/2006/relationships/image" Target="/ppt/media/image2.png" Id="Ra69b088fc2ab4bc4" /><Relationship Type="http://schemas.openxmlformats.org/officeDocument/2006/relationships/notesSlide" Target="/ppt/notesSlides/notesSlide29.xml" Id="R6979935fa0cd4d2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e5d1281554169" /><Relationship Type="http://schemas.openxmlformats.org/officeDocument/2006/relationships/notesSlide" Target="/ppt/notesSlides/notesSlide30.xml" Id="Ree43a1c62fd04ab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aa7ece46c4611" /><Relationship Type="http://schemas.openxmlformats.org/officeDocument/2006/relationships/notesSlide" Target="/ppt/notesSlides/notesSlide31.xml" Id="R8b57f924ef10473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0725473204dfc" /><Relationship Type="http://schemas.openxmlformats.org/officeDocument/2006/relationships/notesSlide" Target="/ppt/notesSlides/notesSlide32.xml" Id="Re868410d93c542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4967CE-887C-4AA8-8AD1-0D6D7D43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b7bb451b44b36"/>
          <a:srcRect xmlns:a="http://schemas.openxmlformats.org/drawingml/2006/main" l="15216" t="0" r="1521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4750" y="0"/>
            <a:ext cx="8477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65CF5-B323-4631-8CB2-4AF06C00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8000"/>
                </a:srgbClr>
              </a:gs>
              <a:gs pos="100000">
                <a:srgbClr val="07111F">
                  <a:alpha val="4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388F0-C642-4DBE-8C20-E4605149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66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53B39-1EA2-4769-A104-20F453E6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114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6 堂 | Advanced CI/CD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0A96A-E892-492B-A091-B99B36B0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42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GitHub Actions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進階實作與課程總結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DF8F4-39FE-459C-A91F-36159493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 test、build、push、verify 串成完整 Flask CI/CD pipeline。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37254-DC11-4130-8EA6-E01BCE32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C4E672-7981-4047-8C73-C5038546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今天完成：進階 workflow 語法、完整 Flask pipeline、Badge / Cache / Matrix、六堂課總回顧。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F2541-74F9-4B71-913E-48D91BDD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session6.md</a:t>
            </a:r>
          </a:p>
        </p:txBody>
      </p:sp>
    </p:spTree>
    <p:extLst>
      <p:ext uri="{BB962C8B-B14F-4D97-AF65-F5344CB8AC3E}">
        <p14:creationId xmlns:p14="http://schemas.microsoft.com/office/powerpoint/2010/main" val="3803094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248380-BD51-430F-A1AB-F30B2159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BFC2E-573E-46B4-9922-15047410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EACB3-6056-4B2D-B484-DD9B8B2C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BCCA1-F7B4-411A-8B8F-C8455282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FFAD01-1D0D-4F8E-84FC-7263BE73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F7041-C45A-496D-9193-D8BAD99A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進階語法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0DA034-3728-43DE-8D9A-777CBFD1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env、if、needs、workflow_dispatch，讓 workflow 更像真實專案。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4997A-BF04-47F8-93FB-6327E586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200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1B012A-ABD6-46F7-B2D1-B4002685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4B6197-6D46-4AC9-A6E9-4DA8A021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E5F69-480F-46EA-9355-A669E188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CBE2D9-B349-43DC-9E30-A32011F4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1BED2-524A-4D4F-9902-2ACB6CE8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A3F9F-D865-4A19-8FD9-2DA84E31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Flask 專案，串 test -&gt; docker -&gt; Docker Hub。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D583B-9FAF-4672-B733-4EE92E1A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200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3DAEE4-DE6E-400D-886A-80EAEAC0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82C867-A1DA-4203-BD0E-88579372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EDC398-7891-49CD-B0B0-F94D047B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1AC950-764D-429C-BA57-598798CE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2261A-7DA8-46D4-9392-2C607261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技巧與總結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D1310-43E7-4C7A-9A41-B15E186B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Badge、Cache、Matrix，加上六堂課整體回顧。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617EAF-700B-4478-A088-040F9610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200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7EE375-6CCA-4BC3-AEF7-E84AB9EB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50D67A-B434-4DD1-9ACB-BCFCABEE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這堂課的核心：讓 pipeline 不只會跑，還能被控制、被驗證、被展示。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6FC704-572D-4031-864C-42228818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5CC257-D9F9-43ED-812E-704FE853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8B3EC4-EEA8-4922-A600-72A32903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828653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9A57F4-A5CD-4479-959D-FD0FC744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ADVANCED TOOLKIT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BE359-C670-4725-981D-62FD2314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進階 Actions 的四個工具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908CD-A702-406C-967B-CC00B05C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7640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7A4C8-DF9F-469F-8DC6-1E46AEF8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66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C6A96-82CD-4684-945C-1D8D2948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重複使用變數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IMAGE_NAME、PYTHON_VERSION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8D077-0F95-405D-8D8E-F60AE576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7640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ADC7D-6634-4BF1-A385-F43D5AFA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66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B6AD4-2536-49DE-B51A-6CB658B9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根據事件或分支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決定 step/job 是否執行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94B5C-E2BD-43DB-AADB-A06A846B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CCD41-54AB-4E39-AC74-7E3B3CFB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052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needs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D7F0FB-C53E-4297-A81F-BE40DF12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建立 job 依賴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test -&gt; build -&gt; deploy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16005-5A19-4864-AB53-C608DD01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5F2E38-4787-4E87-A416-FC14AE69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052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workflow_dispatch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34D04-385D-4559-8F02-809996F1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手動觸發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選 staging / production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7E11D9-1693-4FF9-A9CA-CFA9F334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06CC3F-1C82-4236-A6FD-ADA33749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5F5D4-AB8D-477B-90EC-15E04FED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402739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2B05AB-5020-41AD-AD10-837E6787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ENV LEVELS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54A64-728F-42E1-9BA4-31CA01F7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環境變數有三個層級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769BB-6AC9-44B9-9A1B-CF98E0F2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6667500" cy="4419600"/>
          </a:xfrm>
          <a:prstGeom xmlns:a="http://schemas.openxmlformats.org/drawingml/2006/main" prst="roundRect">
            <a:avLst>
              <a:gd name="adj" fmla="val 215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EF904-51D7-435F-84D3-5C576519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95670-1612-4FA2-A450-B1B4527C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79B5F-4527-4B63-89B7-78A4F7EF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4EEF2-3645-448C-869F-32F018CE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6248400" cy="386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my-flask-app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build: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FLASK_ENV: testing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顯示環境變數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env.IMAGE_NAME }}"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"Python: ${{ env.PYTHON_VERSION }}"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"Flask: $FLASK_ENV"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094A5-52DB-46EB-8598-B5ADC7DA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19250"/>
            <a:ext cx="2857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2103C1-70E6-4811-A36E-64F63D28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097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E3FFD-098E-40B2-A0F8-B07F6EE6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14550"/>
            <a:ext cx="24003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36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所有 job 都能用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DB305-43C6-41CA-B012-0C92C496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86050"/>
            <a:ext cx="2857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7DB2D6-8290-4555-A007-31EF3070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765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Job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D60EF-9A17-45D1-B78B-318EC4D4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24003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36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只有這個 job 能用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44B79-39A0-421A-B580-9A0FB987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2857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48D0BE-FDCA-41CE-8170-BE879DEC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433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Step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A26DB6-33F2-4C39-AEAF-DA2FD442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48150"/>
            <a:ext cx="24003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36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只有這個 step 能用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EBAB3E-2ED8-47F7-A917-36727061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BED68-6F1A-475A-BB84-CF93983F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7234D-FA37-4D52-B147-EC9469F5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74209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465BD1-A232-4BEE-B649-4B31BFC6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51C12-4B47-4614-8AC2-2E557118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1：env 層級差在哪？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90E94-2C36-4B6C-87D0-BD819DD8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A9277-0DA4-4730-A66B-C334CE67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95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Workflow 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506F4-BABD-4314-B6DA-040A4983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所有 job 都能用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寫在最外層 env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C4DFE-2AA1-4F2F-A98E-81804E63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05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B76EC-AFB9-4397-8BDA-CFBDE25A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95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Job 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283D0-82E2-47DD-9556-B88A57D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只有該 job 的 steps 能用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寫在 job 底下 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491BC-3A8D-4016-BF96-40C3FECE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05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F618-00A0-4AB7-A4F1-B3EE59DA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95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Step 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9722CF-2C47-4183-9846-C4AD80CA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只有該 step 能用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寫在 step 底下 env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90910-C656-41D7-A61E-17B0F875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29200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判斷原則：變數放在越小範圍，影響越小，也越不容易誤用。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60EE74-66A2-4401-AA9F-E0B8CDC7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3DF78-1EB7-4596-8998-7A582A96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54E529-320C-4E7F-9E29-55331C30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10444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E9C10D-0B56-4356-9486-1C31DEE9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CONDITIONAL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69CD2-3F4D-45E2-86E2-7E571DB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if 控制 step 何時執行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81D8D-02F2-40B9-815D-3909FD50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90650"/>
            <a:ext cx="676275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46A36-D9C4-43EB-A8FB-C3ED2834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BFFDD-2622-45D2-A97D-4DCB15E4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A4243-B381-4F6C-B7F0-AB9057CC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707A6-059C-4D81-8070-14316A24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634365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name: 只在 main 分支執行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github.ref == 'refs/heads/main'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run: echo "This is main branch"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name: 只在 PR 時執行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github.event_name == 'pull_request'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run: echo "This is a pull request"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name: 前一步失敗才執行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failure()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run: echo "Something went wrong!"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88E654-FEF1-4265-B6BC-E5C11DFC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57400"/>
            <a:ext cx="28956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B0F40-DB8F-4FAE-B6BF-5F6CCA36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使用情境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0DEDD-7F7A-42D2-B3CF-3B4A50C5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2438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20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PR 只跑測試。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main push 才 build / push。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失敗時才發通知或輸出診斷資訊。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5AEB5-4AED-4AB4-8976-23FE464C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3A02CD-37AD-4763-A84B-9AB413BF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F3A2D-330B-4F01-B709-48D55C6D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064370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A51A6C-B985-4386-9365-1878935D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JOB DEPENDENCIES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95952-0EDA-49DD-A71A-BBF9B57C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needs 建立 Job 依賴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061B4-4363-4003-8001-2DB1AADD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6695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1A8DB-F9E0-436A-846C-7106D8EF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4574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BF22D-368D-4429-B98D-CB7E15E7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099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跑測試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830AD-4BE9-4FF4-B271-5B7700C2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81300"/>
            <a:ext cx="8763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37C56-DF0E-4F7C-A824-BBCCB717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6695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A89F6-EBDE-4BCA-83F1-A831125F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574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FF74B-D05E-44AA-B452-11E55B52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099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4FE2F-3C79-4DE9-9112-50C84B67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81300"/>
            <a:ext cx="8763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7A8196-F70E-4CA1-A417-A5499EC6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6695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2D1D1-E878-498C-AE37-AF41D16A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574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FC821-8CBC-4663-9547-630311CA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099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部署或輸出資訊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9A5835-CCA4-4BE8-9A42-FBDE36E7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62865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07124-5450-4F51-8B3B-4890B4E4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733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0B9236-6530-4158-97C8-43EF970B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0B7EAD-D2F8-4BC8-8181-548D380B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733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CEA65E-12C2-440A-8A26-2F2AEDB9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91100"/>
            <a:ext cx="586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21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build: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deploy: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needs: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CF8500-0D37-46F6-8FB7-3EDA3581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940593-776D-4173-B58D-AA3693CA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BC3741-FF4E-4104-BC91-9EEC88BD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068924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593C99-30FF-4D66-B2BF-5B5BBE7A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1B82A-7CDE-45CB-A348-3191ACBF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2：needs: test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566D5-44CB-4A56-A77B-12E9A75F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81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F3403-55CF-4A3B-9A14-C5B32DA8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意思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BD4ED-FCCA-4E13-88E8-D8E58AEB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09850"/>
            <a:ext cx="3924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這個 job 要等 test job 完成，才會開始執行。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5BBAF-C8D8-4EDE-81A0-B0E5FB0A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4381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5466F-58A5-406A-A215-1479A397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如果 test 失敗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F5B25-6506-4222-A61F-8CDA10E8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09850"/>
            <a:ext cx="3924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後面的 job 不會執行。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壞掉的程式不會被 build 或 push。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D16E1-0806-41F0-A960-9EB1FC00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05350"/>
            <a:ext cx="6286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EA992B-DE9D-43C8-B7B7-1414B8AA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26116-5004-4AEF-8256-E72E86AF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1D06A-7F9F-49DB-8F35-9149644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1C678-DCE9-4553-94FD-E7C71F4C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124450"/>
            <a:ext cx="586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if: github.event_name == 'push'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0957BA-09A3-4611-8EDD-31911E6B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7E396-271F-46AC-A57F-65493DDC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F7DE80-B4B3-4111-B9FA-A0AA04C8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264569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0A2A51-8D2F-4B33-A3C1-9A191158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TRIGGER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33EE35-3C70-4909-8726-3C066691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workflow_dispatch：手動觸發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B0D0C-2480-4FBA-98F2-1894B8AF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71600"/>
            <a:ext cx="5715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25492-0BFE-4CC7-9AE3-E4BB0F05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33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EA741-9928-40EE-97D7-69B3D274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33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079F8-41D5-48B2-9906-62940633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33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F9895-4ECD-40B0-9936-A0D32BE5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5295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description: '部署環境'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9AD85-10EA-43AB-9975-AA8F624D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43100"/>
            <a:ext cx="3143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F2C72-F2B8-4DAB-A4A2-6B018950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336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什麼時候需要？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3DDA6-8EA9-4B6C-8164-A525037A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52700"/>
            <a:ext cx="2686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部署通常不一定每次 push 都要做。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手動觸發可以讓你選擇環境，例如 staging 或 production。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F70D86-11D3-411C-B4DE-53A16DB2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95900"/>
            <a:ext cx="80772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7FDD1-5978-4E6E-A1D1-2F9AC2A6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2925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75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Actions 頁面會出現 Run workflow 按鈕，可以帶參數執行。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BD9A9D-65BD-42F8-9934-C42BFCA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EABFC-1DBC-488D-9EB6-968B55ED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8A1030-3BEB-4840-B70E-D30CA099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52037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0EA79-7737-44A9-99D5-FFE3A30F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CAPSTONE TARGET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BFF46-4995-47CF-ACD8-50A2C18B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 Flask CI/CD Pipeline 目標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0A3DE-8873-4DDA-BC9A-FE7301C3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B009F-D7A1-4244-8183-9D432E8C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78E24-71C2-47C5-B63B-AA361212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推程式碼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62411-2F2E-4F7F-B5B4-53905B8F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8C9EA-E7EA-4CB4-88C9-06665E82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36CD8-9FE8-4461-ACDA-B105768B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1655D-7610-4EFD-B700-211FCDA0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自動測試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431D3-83C9-4CE3-9388-6726EA27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264F6-950B-462E-B672-22C9E35C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D961D-B81C-47BB-8E22-5B1DF141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98839-6192-4E18-B548-BC8E9231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12C37-9DC5-45A4-BE39-78DC3A78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F72F5F-FBAE-42DA-BEF4-9C4319E6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F59F5-FFFD-42AF-B1E7-FD51CD1B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13991-5F81-40C4-BE65-56A9A32C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上傳 Docker Hub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6547CD-745E-405F-976B-ED971610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6856C-252F-44D1-86B9-0355BCA0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83A8BF-937D-4E69-AB40-E64116D0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Verify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72D1F-4CBD-4094-9EBF-313B5808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pull / run / curl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A7A029-A615-407D-897D-3E7DF326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815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第六堂不是多一個 workflow，而是把前五堂學過的東西串成一條路。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27DCB0-5DAB-4940-857D-DF27FCCF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0DC27C-FB60-4301-A492-0A61A9D3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E11502-0004-4E6F-BF17-EC31F383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02592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C5C095-6A9B-4108-AD95-09B3F8D8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PROJECT FILES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67048-11E9-4E29-9EF7-A51E397C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專案需要這五個檔案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1F024-ACAF-4B9D-839A-220EAD13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1809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E7AAD-EB51-463B-949D-512F19F2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288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app.py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64C71-4DEB-4B4A-A432-57F9F020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與 /health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C0C4F4-1A94-4DFA-8EF3-5ECFA58A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38350"/>
            <a:ext cx="1809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8C95D0-29A8-49A8-9968-0FC4F46B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288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test_app.py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4D7A4-46E9-4A98-8DAA-1E699E2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pytest 測試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D925B4-D0D5-47BF-8420-49F471E9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38350"/>
            <a:ext cx="1809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B1FA55-FDB7-4D4E-A8C5-86B1F5F7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2288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290AB-E7D5-4B50-BE5C-F468A755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241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/ pytest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41B2D3-4D14-4645-842B-09EB0B12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38350"/>
            <a:ext cx="1809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59A187-1882-4536-A543-E0C8DF17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288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75EEF-A74A-49DC-8B4C-A79C9394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241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83ECB-E6BA-45B8-A985-94D00F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38350"/>
            <a:ext cx="1809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A5F8F1-9014-4C74-857E-16378A9E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288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5D4161-8272-4578-9DDD-CCB05CC9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7241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排除不需要進 Image 的檔案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0D9A4E-3E95-4204-AFBF-447AF911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72000"/>
            <a:ext cx="4572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CE4117-DDF3-45B5-A0A4-91982126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733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541DB-7C74-4250-8DD0-F4D194AB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733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C6F0A5-94DE-4BB8-BCCC-13CBBE06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733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512472-4491-4D1B-A89D-4144B720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91100"/>
            <a:ext cx="415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74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D86B6F-7B2D-4088-ACE8-8A336330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CB5061-64DF-4AEC-BD4A-837E33F6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DDBEDA-6F66-4AE6-AD52-E185F3FC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703374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C027F4-39E7-47D1-80B5-028905E1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04E62-D324-4A3B-821F-DE6181AF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app.py：API 與健康檢查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73D3E-70FA-4E70-B91E-1F7D0C9B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14450"/>
            <a:ext cx="6381750" cy="3771900"/>
          </a:xfrm>
          <a:prstGeom xmlns:a="http://schemas.openxmlformats.org/drawingml/2006/main" prst="roundRect">
            <a:avLst>
              <a:gd name="adj" fmla="val 252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5673B-4405-443E-9E41-7E733689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36D5A-4D64-4D8F-8444-38447D71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EF2BF7-68D1-47EC-9F6F-C63C39EA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09B1B-04DA-417E-91E6-5C22FD6D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59626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jsonify({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'message': 'Hello from CI/CD!',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'version': '1.0.0'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@app.route('/health')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jsonify({'status': 'healthy'})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CE20A-0F70-404F-A331-02A469A1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47850"/>
            <a:ext cx="3048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AB314-9133-46EB-A0C2-2DABC7A0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383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0A8D8-F879-41CC-9E0D-2D76A0BD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6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回傳基本 API 訊息，確認應用可回應。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A4C45-A621-4D90-A2E1-5E7F623A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3048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031882-BD75-4023-8932-B7FD48B9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385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/health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546FB-09EC-4D67-9D46-AA339CFA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957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讓 workflow 或部署環境用 curl 檢查服務是否健康。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B75589-3EA9-4D9B-9751-BF85CDD1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46F7C4-45EB-4E03-B91C-1631C1B4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0BAA0-4D23-4D89-BDFB-7F019302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518770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800B0B-8758-489E-B333-74697DA5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TESTS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7C432-806A-4CA4-8135-C7E9FA52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test_app.py：測 API，也測函數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93D2E-CAFF-42C9-B615-DDAE94D2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7627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7434D-7766-49BB-8919-FC0863C4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38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0B712-67CA-42D1-A301-8A55FA40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38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44F80-3AC8-452F-A6F6-6E962261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38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5D3BD-3AF9-4B60-999B-891460BB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63436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app, add, is_positive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app.config['TESTING'] = True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client.get('/health')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data = response.get_json()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data['status'] == 'healthy'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add(2, 3) == 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96B4AF-BF5F-4CB5-92A5-37F23F35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33600"/>
            <a:ext cx="28575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C4244-DAF3-4B28-8B1B-1EDA0334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測試重點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B0714C-9642-439D-8BB7-55B468FE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384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Flask test_client 不用真的開 port。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/health 回 200 才算健康。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核心函數也一起測。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E49B5-A3E0-4ABC-9089-65CECBCC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6402A-52B5-4301-AB80-BC021BE5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B602D8-035D-4D26-8D31-532944F7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025358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EA63FA-1564-4E4F-B17F-B7E86EDB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CONTAINER PACKAGING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0AAC2-4A40-4347-BF4B-B16B971C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與 .dockerignore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382A6-9F7B-4054-BF3F-B0FEB224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5715000" cy="26670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E599C-EB19-4589-A420-B0683548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9AA67-2156-485A-8A28-D419C9CA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6CCE78-F9E4-4BE9-9155-D7BC23C2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C1B68-78CB-4A4C-B37A-82239D36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52959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FC24A-6EA6-43A7-91D5-EB501976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429000" cy="26670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89096-F604-4FD9-B89A-6A89D0D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215D35-0815-4E84-93FC-8AC76101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F32B3-62F2-4B30-86D5-E29AEF7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77869C-40C7-4D9A-BE07-94B21D24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85950"/>
            <a:ext cx="30099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.github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test_*.py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70C39-7EE7-4054-973C-B6D485E5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53000"/>
            <a:ext cx="86487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DF38A-2765-49CE-9905-1A447D77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2445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注意：這份 .dockerignore 排除 test_*.py，正式 Image 不帶測試檔；CI 先跑測試再 build。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6EF16E-1236-4D45-8AA7-E1FF49AF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6595B-1142-4FF7-8D88-1508927F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B97052-C203-4936-9153-D0FE4881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302695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E99CAA-C920-44F0-A856-EE5AF126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EA3E67-3670-4C2E-A954-81B7FCC1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P1：完整 Pipeline 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C542A-7AF0-4FB9-ABAD-EB308DEE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2857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FFBAB-B4E4-4E84-856B-0F5D4040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43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8D63A-4020-4508-81FC-E560B168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478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A8029-0E4C-49CA-86BC-10C683FA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94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1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3A204-61E6-4CFE-B7F4-B38CFA5A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241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+ 測試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7133B-27CB-416C-B724-38A1E962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76400"/>
            <a:ext cx="2857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F0786-7523-4FFB-9A29-C38D94B2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43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77BC8-AAFB-4C30-A2E8-925CF73E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478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5D389-EC7B-4C16-ABA9-CC1E3ED0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4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1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38A614-54CB-439D-AC3B-C1C82926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241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+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063D9-4C0B-457A-9C6B-A9A65D05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76400"/>
            <a:ext cx="2857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CCF99-C032-4FFB-BFFB-C213552A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43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0DC8E-C0F3-4038-8130-6C25D219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478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D4FCB7-4F96-4074-BDAD-33315AFE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4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1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Secrets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D39B76-544E-48AE-9A69-362D7DAC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241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Hub token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33415-DECF-47DA-9D68-31AFF05C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19500"/>
            <a:ext cx="2857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CFC6D0-CB8B-4194-A7DC-D5DA7F43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CAA1CA-DDF0-40EC-B089-15C30E99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909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AE8222-E58F-44BC-839D-4993D66B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86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1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9F4A2B-08BB-4149-9C1D-06A930CD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67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-&gt; docker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7B492-B23A-41C6-A57B-D07A7416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19500"/>
            <a:ext cx="2857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D5B4D1-2E4E-4184-BC1D-99753728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86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81D178-F7B1-40FA-B2A7-B705B248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9909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7B3690-1E6B-44B4-8E2D-1E13D1B4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886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1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78F70D-4EF7-411C-A945-924DC393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267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觀察流程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E96F73-7493-445F-B87C-DE34BEE0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2857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9DED-1F61-480A-99D7-77AF0C82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86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2D75DE-56C7-431C-987A-0A58A2F4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909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A73B10-DB29-45D5-8F51-93B816EF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86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1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Pull / Run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30A3A9-8277-4A62-98BE-02647894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67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確認能用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D09210-543C-4F68-B98D-CDF412A9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4CE06B-0726-43E1-B00E-FF0C0BFD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51CACE-E9FD-417D-93D3-C65E64C5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7869350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AD7B24-09DA-4A35-83F2-AF81EBF7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WORKFLOW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8A864-938C-49DA-A98D-984131C1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cicd.yml 的整體結構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99894-BBCB-4FE5-AACA-7DD35492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2095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08E08-E602-4BC9-B67D-FE179E8D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764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6A1D4-A255-447D-9F0D-8E4A1EB8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/ pull_request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DF7C4-5F46-418A-ABCC-52A61EC4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64F0B4-3793-4FA5-86E3-3063A5E4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85950"/>
            <a:ext cx="2095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6F9E3-30EE-4766-8781-D2CE8B36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764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89779-C200-45B1-B00B-E82FEA56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289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IMAGE_NAME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97D94-B450-42F0-914C-E3521B61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43150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6A580-D6ED-4C43-A9F2-2705C598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85950"/>
            <a:ext cx="2095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87A4C-FE9F-4E3A-80B3-A2AE0324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jobs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D1B8E-8A6D-4964-B921-9BE602CC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289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+ docker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830E50-E95B-4F05-AC13-59948A49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6743700" cy="167640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1E673-F841-4050-AF40-BC7B8364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5C419C-70DB-4A0D-8D63-86973A95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E29FD6-DB33-4EBF-9EC1-5DB51DA6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9ACFCE-10F8-4449-90B5-ACC41193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14850"/>
            <a:ext cx="6324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97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76EB6-E7F3-49E5-8752-82C7AC64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2CD6AF-6F31-4754-BF13-B784C001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11D469-F3E6-4DAE-A97D-D31DF049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26586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C899A2-3B45-4563-9CAE-4D2E666D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JOB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1003A-FE9B-4298-9A37-331FA6E9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Job 1：test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0BC1D-142D-4567-8AA2-F1E0FD14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6667500" cy="4400550"/>
          </a:xfrm>
          <a:prstGeom xmlns:a="http://schemas.openxmlformats.org/drawingml/2006/main" prst="roundRect">
            <a:avLst>
              <a:gd name="adj" fmla="val 21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08568-1C78-4468-990B-39B6AF53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0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2C3DD-73DB-4B37-8378-A9DDC801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40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7FD76-57B7-4762-B6FF-4164D804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40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761B0-D008-442E-8DB5-F78F179A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57350"/>
            <a:ext cx="624840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name: 拉取程式碼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uses: actions/checkout@v4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name: 安裝 Python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uses: actions/setup-python@v5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with: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python-version: '3.11'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name: 安裝依賴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run: pip install -r requirements.txt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name: 執行測試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run: pytest test_app.py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F691D-DB2E-4231-BB4E-22D54D8A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29146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06D77-405A-4953-AA28-56936EAF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目的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732797-8091-4791-913B-EA69E9C2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57500"/>
            <a:ext cx="2457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5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先在乾淨的 runner 上確認測試通過。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只有測試通過，後面的 docker job 才有意義。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C3623-DA6B-48E4-9A77-90DB89A4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233D0-8D4E-4D82-8B7B-D7AD7485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F7264-59EF-4325-97CB-7619D702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6542738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ED20CF-D301-48E5-BD41-E19F787D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BUILD AND PUSH JOB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14669-ED95-43A2-BB37-8A00FFFC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Job 2：docker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B38C91-4142-4B5D-850E-2614E782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6858000" cy="4171950"/>
          </a:xfrm>
          <a:prstGeom xmlns:a="http://schemas.openxmlformats.org/drawingml/2006/main" prst="roundRect">
            <a:avLst>
              <a:gd name="adj" fmla="val 228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E873F-2731-463D-BF36-EEB53867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1311A-8563-4B4B-8894-840957E1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4B2F0-0EDD-44DE-BF63-87B38C06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9D2A5-AB8F-4955-820C-11684E10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64389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if: github.event_name == 'push'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uses: actions/checkout@v4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name: 登入 Docker Hub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uses: docker/login-action@v3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with: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username: ${{ secrets.DOCKERHUB_USERNAME }}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password: ${{ secrets.DOCKERHUB_TOKEN 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- name: Build 並 Push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uses: docker/build-push-action@v5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0FDF6-B367-42F2-926D-385A080A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95500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C1E84-267A-4048-9C56-B86ACE99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兩道門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4D4CB-560C-42CB-901F-EBF8394E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035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1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needs: test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測試通過才跑。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if: push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PR 不 build / push。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F95DE-D753-4120-9E2C-38DE0A8D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DBB7DD-FD05-48FD-A7C0-22BF12AA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D79E30-64FC-4850-853B-702DAABA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8919286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4BFD5-1D61-431E-8E1F-B8B95CE2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VERSION OUTPUTS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CAFAC-1A9A-4790-91E7-800691BF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版本資訊與 Image tags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BE4E5-5B2F-4A53-98DD-18EF6C8E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38250"/>
            <a:ext cx="7239000" cy="40957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8061C-C567-47EA-BA7E-DAD3B11E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0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7717F-3E01-4E36-88F2-2C118B18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0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3AE91-F979-4DC7-B72C-C4ED012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0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31979-5B15-4A24-8A86-7DDDC30F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819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取得版本資訊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id: version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run: |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"sha_short=$(git rev-parse --short HEAD)" &gt;&gt; $GITHUB_OUTPUT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"date=$(date +'%Y%m%d')" &gt;&gt; $GITHUB_OUTPUT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Build 並 Push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uses: docker/build-push-action@v5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with: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tags: |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${{ secrets.DOCKERHUB_USERNAME }}/${{ env.IMAGE_NAME }}:latest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${{ secrets.DOCKERHUB_USERNAME }}/${{ env.IMAGE_NAME }}:${{ steps.version.outputs.sha_short 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717DB-45FA-4D93-A32A-4F29726C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2571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B53CE-E07C-4A3E-A2F6-18E7CFFF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002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latest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EE814-E524-47E7-A064-22676243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38400"/>
            <a:ext cx="2114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0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永遠指向最新版本，方便開發測試。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537E8-0CAF-4477-A657-BA53FEDC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71850"/>
            <a:ext cx="2571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8BB81-9F3C-4F96-8A93-21C7C798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562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sha_short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583A33-02A1-4CB2-BCB7-DAB20EF0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00500"/>
            <a:ext cx="2114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9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每次 commit 都有獨立版本，方便追溯與回滾。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68845-645C-4E7F-8B75-D1B8E694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284DB-872F-4116-BA23-4109F034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A65AE1-C04E-4C7E-B7FF-DF04C19E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7138219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B79E5D-1BCD-4485-818C-1CFC492A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DEPLOY INFO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9375B-A48A-43F9-B93A-0ED8DFB9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輸出部署資訊：讓下一步清楚可複製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0CDB2-A93B-4536-BCC3-22502A36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66850"/>
            <a:ext cx="86677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25F85-33AC-4DCC-AA72-E979AE2B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51CBF-5CA9-4BB0-A7A7-F7F460B2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F9C76-E9AD-4B32-BE6E-8E0986E6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B731E-173D-4775-BB33-C808680D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85950"/>
            <a:ext cx="82486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輸出部署資訊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run: |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"Docker Image 已推送！"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"Image: ${{ secrets.DOCKERHUB_USERNAME }}/${{ env.IMAGE_NAME }}"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"Tags: latest, ${{ steps.version.outputs.sha_short }}"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"docker pull ${{ secrets.DOCKERHUB_USERNAME }}/${{ env.IMAGE_NAME }}:latest"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echo "docker run -d -p 5000:5000 ${{ secrets.DOCKERHUB_USERNAME }}/${{ env.IMAGE_NAME }}:latest"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B2E33-2D59-4F39-800D-6DE89946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86300"/>
            <a:ext cx="80391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BC0E4-B168-4389-8EE0-3F083CA0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CI log 不只是結果，也可以把部署指令明確輸出，降低操作錯誤。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41077-CD9D-43C9-9664-9A61442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B26A4F-9E9E-4939-9BC0-74815B55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D7188C-0E88-464C-9A07-805597F1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229233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9A0993-591A-487D-A981-1277F589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VERIFY IMAGE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7B600-ADC2-4227-8507-D2E64956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驗證 Docker Hub 上的 Image 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A1DF41-079F-438D-A96A-48EC7B2A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7239000" cy="27622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21CEC-34BA-4498-AA0F-3F0616A7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BDF31-48BE-4CEF-BD3F-BA270DDE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50388-9555-4D86-AB9C-67AFC8A1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799AD-525B-46A1-B41E-E78F17FF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24050"/>
            <a:ext cx="68199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你的帳號/docker-cicd-demo:latest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cicd-test -p 5000:5000 你的帳號/docker-cicd-demo:latest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cicd-test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E812C-3C1C-4DBA-ACA7-46035EAD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8595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802C0-5ECD-4687-AB56-63D4E677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764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驗證重點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29B9F-8B31-40B1-8780-DA05430A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52700"/>
            <a:ext cx="19240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9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pull 得下來。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容器能啟動。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/health 回 healthy。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測完清理容器。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C355F-4118-4343-ACCC-FE822ABB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BC92F-615C-4059-970D-C7AC1459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1DF00-3ABF-4073-9BFC-98C69911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7179272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FEF037-CCB9-47C9-81D4-EBC9EACD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HEALTH CHECK BEFORE PUSH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7BA4E-0028-49B4-A90A-F71D4BD7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 C1：Push 前先跑容器健康檢查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AEBBDB-6C7F-4121-9BF0-FDD99257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6286500" cy="2362200"/>
          </a:xfrm>
          <a:prstGeom xmlns:a="http://schemas.openxmlformats.org/drawingml/2006/main" prst="roundRect">
            <a:avLst>
              <a:gd name="adj" fmla="val 403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DE3AD7-73DF-4F2E-B799-B2609FD8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FEE9A-96FE-4631-B552-7A1CCFD3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3194D-0A88-4B31-853B-C5946FB3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FFD3C7-227E-45FC-8280-F5FC3A2D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5867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local-test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health-test -p 5000:5000 local-test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-f http://localhost:5000/health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health-test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B78420-58B0-44B4-9935-D9A79939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28800"/>
            <a:ext cx="2952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15784-E18F-47EC-844E-E87119D1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19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放在哪裡？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BC702-7A03-4BD3-8A51-078905B4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384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3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完 Image 之後、push Docker Hub 之前。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目的：先確認容器真的能跑，才把 Image 推出去。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92F57-EA1D-4FA9-B5D4-B6D11CBE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857750"/>
            <a:ext cx="84963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EDD1E-3C14-451C-AB15-961ECDA6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482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完成標準：curl -f /health 成功才允許 push。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CDC56-57A5-4415-8438-5654AB9C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146EE8-23DB-4907-AD42-B01072E2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F7DED-BE41-4366-9470-D435BCCF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5238395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1F0DD2-BC1B-4803-8960-0584D89E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CI BADGE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9F05C-48DA-4EB5-B12A-2F6A8F71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Badge：README 一眼看出 CI 狀態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B3765-5367-45B7-B420-3EB3B4C1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87630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8621E2-E93B-4BDB-8D15-505C0668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401C3-73F7-4AA6-AD64-9CC6AFF4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2A4ED-BCC8-45A5-9AA9-9A4356C0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504D0-5625-42F1-B55A-261EF843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14550"/>
            <a:ext cx="834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![CI](https://github.com/你的帳號/docker-cicd-demo/actions/workflows/cicd.yml/badge.svg)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F9317-6D0C-4C2E-8E71-485F29A4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86150"/>
            <a:ext cx="28575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D9798-5AB5-4475-94A5-8EB0C118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綠色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DC6657-6802-410F-BDE1-0B419988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2672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目前 workflow 通過。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27648-7D4B-449A-A978-7B5A48F4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86150"/>
            <a:ext cx="28575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E4E5D-8675-4D33-AAD1-8B60BD6D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6766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紅色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06CDB3-BFDC-48AE-BF37-084B3B8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672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目前 workflow 失敗。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34A88-60DF-4500-8912-2675724F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4A3C98-AF37-4DBE-B3B6-99F40872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8B2FE6-4578-4954-A427-A290E039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12444292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D6C982-93FB-4572-A27C-8A89A7E7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2625F-9222-4CCD-91F7-BBE8161A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P2：加上 Badge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0305C-A30A-4C87-AF65-2067A635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24765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31350-EC91-4164-B0D5-D670C6FF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打開 README.md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A2DB97-79EB-4805-BEB1-8941BD91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找到專案介紹開頭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0EFB2-4636-45C1-8E29-7809B17E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00250"/>
            <a:ext cx="24765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6CD128-DA36-4D86-9141-90E53106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8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貼上 badge Markdown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41163-65AA-403F-B501-44E46883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860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路徑要正確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BAF48-BBE0-46B0-9D3A-835A059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24765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7961C-78EF-4580-8C5E-600D0943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Commit / Push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40D3A-F12F-4D39-B38F-7B17C478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860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README 顯示徽章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FB0A66-A7C8-4D26-9FC2-2E0D3028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00250"/>
            <a:ext cx="24765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2688A-D683-4EA6-A108-F694B152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確認綠燈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703A6A-E738-4592-B9F9-B8F03DA9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860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通過後變綠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A867D-7F22-4B1A-AFD0-37256853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62500"/>
            <a:ext cx="83820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CAB02B-2DF2-4052-AB6B-17D017FE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33950"/>
            <a:ext cx="773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3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完成標準：Repository 首頁可以直接看到 CI 狀態。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D43589-E920-46A0-B3DA-B72E5E16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1B2E4-781C-413F-96C0-CD52FF4D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889989-6F26-48D3-ADBA-E3394BA1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2586388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236020-16EB-4F71-9568-C49EF566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DEPENDENCY 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D6501-3C89-4D8B-8E62-A70237BD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快取 pip 依賴，加速 CI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6BCA2-23CA-4801-A7A0-E3CAFEDE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43050"/>
            <a:ext cx="762000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DD955-838A-4DAE-BD4B-063C442A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4D340-BB71-47E5-A1C5-4B352E16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DA5F7-94E8-42B9-8F74-43B4AEF3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03516-61AE-4DC0-9323-E45533A5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62150"/>
            <a:ext cx="72009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快取 pip 套件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uses: actions/cache@v4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with: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path: ~/.cache/pip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key: ${{ runner.os }}-pip-${{ hashFiles('requirements.txt') 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安裝依賴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run: pip install -r requirements.txt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69B58-60BE-481E-84E0-774D32EE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10100"/>
            <a:ext cx="3429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D7A82-403B-4611-9625-52F16C50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快取命中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42BF57-B8DE-4083-90D2-6F346448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3875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4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requirements.txt 沒變時，用上次下載的套件。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1194B-CEF1-440A-BB12-84F44802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10100"/>
            <a:ext cx="3429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3857B-0968-46EF-B37E-0FB91224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8006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快取失效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6531A-7B8B-4C76-AE5C-C88AB3BF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3875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9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requirements.txt 改了，就重新安裝並建立新快取。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4F87D-07B4-43D0-A00B-6829DC1C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5F23FA-9610-4A8E-8113-91F32647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F36A8-2A5E-4BE0-867A-03BFBB7A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84504499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34A44C-6041-41F2-8D28-5A0336C8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03DFD-FE2F-4D14-8E3A-875012A4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P3：快取加速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87483-DD2A-4534-8333-FAC4F4D6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00250"/>
            <a:ext cx="3048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042C4-3C7C-44C4-8E90-A93F0154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907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加快取前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F9F33-81A0-44F0-9402-A626DDE1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00350"/>
            <a:ext cx="2590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跑一次 workflow。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記錄 pip install 花多久。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507E9-AEE5-44CA-9D63-CA9E8E51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67000"/>
            <a:ext cx="8191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14F65-F027-41EE-8665-A7EA8853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0250"/>
            <a:ext cx="3048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198F2-BE57-4F04-ABA9-3C2B3B5E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1907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加上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7032A-3193-484C-A62F-948F022A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00350"/>
            <a:ext cx="2590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加入 actions/cache@v4。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再次 push 觸發 workflow。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96AC6-6EFA-4E81-BB8E-0939293F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8191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09156-1908-4B22-8E2D-D5A97441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00250"/>
            <a:ext cx="2095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E0DCC1-D9E9-44CD-AD0E-970FC704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907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比較結果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8ADB7E-80A6-49D3-BC0D-747D65B4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638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第二次是否更快？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log 是否顯示 cache hit？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28457-64DB-4F34-950E-2B208DD8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00600"/>
            <a:ext cx="82677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D8DEC-9EFB-4301-9125-A0C607C7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720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完成標準：能說明 cache key 是怎麼決定快取是否重用。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AC868A-D5ED-4CF1-8960-19E53D70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6271E3-42FF-40F0-8037-2B7ED8F1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2B228-5383-4166-A708-3CEABC22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2606916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EA698A-8BBA-4B08-B1FD-7DD23A7C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MATRIX TESTING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63BB5-18FD-40C9-A0E2-7079BAC1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Matrix：同時測多個版本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246C5-0350-4FE3-ACC2-CD473A96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6572250" cy="4171950"/>
          </a:xfrm>
          <a:prstGeom xmlns:a="http://schemas.openxmlformats.org/drawingml/2006/main" prst="roundRect">
            <a:avLst>
              <a:gd name="adj" fmla="val 228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4A11F-7152-4AA9-ACD9-855242BF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38629-CDC9-4FCF-9110-BEE1EEE0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F3B0A-7AD5-4105-A953-EFA4CF0F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0A137-AC3E-4DE0-8FE2-F6D226E8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61531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strategy: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matrix: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python-version: ['3.9', '3.10', '3.11', '3.12']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actions/setup-python@v5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matrix.python-version }}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pip install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pytest test_app.py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F25BC-E17B-4A16-B101-ECF62E09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38350"/>
            <a:ext cx="3048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D715D-FBD2-43AD-95A3-E34F58F2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288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24D10-0696-4B7F-B0FB-55718972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81300"/>
            <a:ext cx="2590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1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同一份測試會在多個 Python 版本上並行執行。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適合套件、函式庫或需要支援多版本的專案。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56489-377D-4D75-9A22-F47B01F3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E1E8B-97E7-48B4-BAC3-E36B1260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6F8CE-635F-4B34-8C3C-67063CA1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0957858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AF3294-2EBB-4AEC-997B-569B6A08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C963A-8790-4FE2-8523-4CEA672C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3：Matrix 有什麼用？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C3121-7734-4EAD-8306-5A0D5C31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4381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4C389-BB9A-4350-A031-C3738DC8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用途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D25D1-7461-41A2-BCFA-67E1827D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09850"/>
            <a:ext cx="3924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一次定義多個環境組合，讓同一套測試在不同版本或 OS 上跑。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BF889-2934-4A71-AE5F-D2862CEC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09750"/>
            <a:ext cx="4381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408E6-9427-4AB7-852F-F86DF15C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適合情境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6A348-CC1A-4289-91E3-C6350EC3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09850"/>
            <a:ext cx="3924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你的程式需要支援多個 Python 版本、Node 版本，或多種作業系統。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F3D19-3064-4D02-A537-66EF3186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43450"/>
            <a:ext cx="5905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B2908-A23C-407A-9C99-F534748B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B2FF3-1FC1-4143-80C9-34C5009F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718E4-D927-46E4-88C2-16A2B1BC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7D34-5364-4CD4-9064-8D0FD6DF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162550"/>
            <a:ext cx="548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matrix: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python-version: ['3.9', '3.10', '3.11', '3.12']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FCF3B-76BD-4087-BC65-6E287DC7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1CEC56-3473-4AC0-A285-A0B1C0D8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1FB1D-D0BA-4416-89F8-152A9CF7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94179718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6F969E-94FC-4C2A-9B27-88480847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COURSE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B2C29-82A1-4FCE-96CB-59BBD9CB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六堂課回顧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b088fc2ab4bc4"/>
          <a:srcRect xmlns:a="http://schemas.openxmlformats.org/drawingml/2006/main" l="5914" t="0" r="59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4650" y="1428750"/>
            <a:ext cx="4476750" cy="2857500"/>
          </a:xfrm>
          <a:prstGeom xmlns:a="http://schemas.openxmlformats.org/drawingml/2006/main" prst="roundRect">
            <a:avLst>
              <a:gd name="adj" fmla="val 4667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FD8D13-2787-4849-B33C-FCF689C9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428750"/>
            <a:ext cx="447675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59414-CF89-499D-A063-5612DECF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E8B37-34E8-46EB-B49B-60D0D9C3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02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650CF-2AAC-4641-BA54-A9928911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811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基礎與安裝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AD6BA-0E20-47E0-8BAA-6EBD1E15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14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70986C-94D7-466F-BAFB-AD86092D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C57C6-49BF-411E-B976-DEFF5F9D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90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容器操作與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2FAA5A-2478-405E-9DBD-922673C0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35427-C9B7-468F-B417-259FBA01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CF6BFE-62CA-45E4-87E0-19BAD288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003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與 MySQL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BFCA0-0955-487A-8687-60B43074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97E3EE-2A14-4AFC-9033-05CB9F2C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8132C3-F6A3-406E-AC77-12C81826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099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68F5F-8FA2-4307-BA3B-F148B298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095542-C0AE-4C91-8612-57E0E8EC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67089-D1FF-4EE9-B8D2-9FD76F5B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1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入門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8FADB-9E96-4573-B3B4-05E4E5A8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32057B-9B9A-4E17-AF12-73B22AA9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4D29A-2C10-4304-A1D3-38830A94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291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進階實作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4C53-2929-4AD9-A445-933A549B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7F9F1D-D243-4BB2-9306-C67173B0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8F7F9C-A21B-44D6-BAEB-5D9D5FC7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1647538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D9491E-DD76-48A6-81BA-FD87193F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END-TO-END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CD1EB9-C8C2-4E43-8A58-A33E1D37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完整的開發到部署流程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9A5A1-A294-44C6-A670-D71258EB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42875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1158B-B3AC-4976-AF8B-BA933044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寫程式碼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B7215-95FE-4676-A752-38A6F638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81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3A495-DD20-485D-9FD6-31C748F8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142875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533C1-8DCF-4947-A5B2-613D0FE7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813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git push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9CAE80-97A9-481C-AA3E-F33E8E5A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781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B55BBF-C47F-490C-AD4E-EE6465C1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142875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D09D3-429F-4C48-9B63-ACA4BE1D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813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自動測試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A2C73A-1473-402B-AB91-96BFA7D9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253173-310C-4423-9111-46D6DEEC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142875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5826E-E8B0-49C6-BC29-150436EE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813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build Image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810C6-D3E4-4D2D-B269-1BE307A9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81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F7557-8329-42E1-AB94-56982342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142875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843CC1-32D4-4194-B667-1A211973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813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push Hub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FDB27-176A-4F68-9546-FE92DD96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81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DA2C15-0D63-4D63-B6DD-3E44250D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81250"/>
            <a:ext cx="142875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6FC82-4E04-4B0D-AE1B-CF82674D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813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部署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5F7B7E-DE8F-4520-8703-4ED42E08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8267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CCFE68-60B5-4D5C-A919-6D95D46E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 讓應用可包裝；CI/CD 讓包裝與交付可重複。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30CF83-9A50-4054-A5D9-8E039279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624D67-968E-400E-B38C-DDB78358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C7EB5B-1B7F-48E1-8772-1709EB04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60539321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E39E7B-A654-4AB4-AC87-9A16E4E9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5D47-6BA7-47C2-A471-A9AA1EAB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最後挑戰：把課程能力串起來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BA463-009D-445B-AA84-09E1853A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3622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B1355-6F8D-46F0-972D-A0828B72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C1：Image 健康檢查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B370D-2EB0-4780-A160-5778515D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43053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完 Image 後，在 CI 裡 docker run 起來。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curl 測 /health，成功才 push。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604475-E67A-4396-BC65-B6D20F41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3622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A3B3C-3F22-4547-B389-6B445F06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C2：Flask + MySQL 完整 CI/CD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901E1-29FF-4DDD-B2E5-3A0A42FB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43053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Compose 專案。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自動測試。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 build / push。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README badge + cache。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2A39B-C748-4DDA-83FA-611E7545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交付物：repository 連結、Actions 成功紀錄、Docker Hub Image、README badge。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8278D-8B09-4318-8DC0-77F86D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184E7-4A32-44A7-9F96-AEBE4180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564AB-59B8-4EBE-A326-E090B95F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0771152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BC7CD0-FA7E-4BB6-BFB7-C2C2ACD4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F8777-2642-4099-B6E0-647606A4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接下來可以學什麼？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04C2B-4B4D-4CCF-B605-F05BFC10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AAAACD-85A1-4F51-8BED-D2F40C8A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容器編排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19BBB5-CCB0-40C3-B68C-3D38E92D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Kubernetes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Swarm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627A7-1652-4B7D-A1BF-5743E2B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8595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029BB-5A35-4EDC-AC95-07A1FC17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0764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雲端部署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BDD84-8075-405C-ACDC-20E2FA0C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289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AWS ECS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GCP Cloud 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Azure Container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0A3324-9B3F-4E26-BA29-6355D143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9C4BC-3926-44A4-81EF-9F662E76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764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監控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88E3FD-444A-4326-9BCB-2B6C770C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Prometheus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Grafana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ELK Stack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4039E-3656-4812-B77C-B23C012E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8595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B4010-8276-4B61-B830-74828EC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進階 CI/CD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1C9EDF-EAB1-40B3-A765-E3DE7715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289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ArgoCD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GitOps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568016-5791-4D2F-B40F-5DEB8651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19650"/>
            <a:ext cx="86868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8C889-18CC-424E-94F5-D4201514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4825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2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你現在已經有能力：讀 Docker Hub 文件、寫 Dockerfile、跑 Compose、用 Actions 自動測試與 build。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93A901-4D61-44E7-BAD2-A040A1BA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27D9A-BD9D-4D3A-B704-309D39DF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57D00-11CF-461B-A25B-0B991E44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375152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2026-06-16T17:02:08.2570000Z</dcterms:created>
  <dcterms:modified xsi:type="dcterms:W3CDTF">2026-06-16T17:02:08.2570000Z</dcterms:modified>
</coreProperties>
</file>