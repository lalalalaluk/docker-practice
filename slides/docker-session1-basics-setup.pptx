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63ec037bd64a6d" /><Relationship Type="http://schemas.openxmlformats.org/officeDocument/2006/relationships/extended-properties" Target="/docProps/app.xml" Id="R8fe082702a584ec3" /><Relationship Type="http://schemas.openxmlformats.org/officeDocument/2006/relationships/officeDocument" Target="/ppt/presentation.xml" Id="Ra09f6c522e7e43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decf733c2e4a1c"/>
  </p:sldMasterIdLst>
  <p:notesMasterIdLst>
    <p:notesMasterId xmlns:r="http://schemas.openxmlformats.org/officeDocument/2006/relationships" r:id="Rb55916eedfce4e19"/>
  </p:notesMasterIdLst>
  <p:sldIdLst>
    <p:sldId xmlns:r="http://schemas.openxmlformats.org/officeDocument/2006/relationships" id="256" r:id="Rc69b67d1ea284d41"/>
    <p:sldId xmlns:r="http://schemas.openxmlformats.org/officeDocument/2006/relationships" id="257" r:id="R74b66eb4c1cd4447"/>
    <p:sldId xmlns:r="http://schemas.openxmlformats.org/officeDocument/2006/relationships" id="258" r:id="Rf3e32d62a5e64c1b"/>
    <p:sldId xmlns:r="http://schemas.openxmlformats.org/officeDocument/2006/relationships" id="259" r:id="R0a4d0d05b34045a2"/>
    <p:sldId xmlns:r="http://schemas.openxmlformats.org/officeDocument/2006/relationships" id="260" r:id="R8206bd50492a4afe"/>
    <p:sldId xmlns:r="http://schemas.openxmlformats.org/officeDocument/2006/relationships" id="261" r:id="R1d9938bebdb6488e"/>
    <p:sldId xmlns:r="http://schemas.openxmlformats.org/officeDocument/2006/relationships" id="262" r:id="R83a09bc0843742f3"/>
    <p:sldId xmlns:r="http://schemas.openxmlformats.org/officeDocument/2006/relationships" id="263" r:id="Raadb0b0917e64e28"/>
    <p:sldId xmlns:r="http://schemas.openxmlformats.org/officeDocument/2006/relationships" id="264" r:id="R8769d88c03504543"/>
    <p:sldId xmlns:r="http://schemas.openxmlformats.org/officeDocument/2006/relationships" id="265" r:id="R7d50a2905d0048c2"/>
    <p:sldId xmlns:r="http://schemas.openxmlformats.org/officeDocument/2006/relationships" id="266" r:id="Rbd07e0057f1847b9"/>
    <p:sldId xmlns:r="http://schemas.openxmlformats.org/officeDocument/2006/relationships" id="267" r:id="Rb87edbeb805548b3"/>
    <p:sldId xmlns:r="http://schemas.openxmlformats.org/officeDocument/2006/relationships" id="268" r:id="R8ad5f18448bd48d1"/>
    <p:sldId xmlns:r="http://schemas.openxmlformats.org/officeDocument/2006/relationships" id="269" r:id="R8eecf2833d434976"/>
    <p:sldId xmlns:r="http://schemas.openxmlformats.org/officeDocument/2006/relationships" id="270" r:id="Rbb0f35a348bd42d4"/>
    <p:sldId xmlns:r="http://schemas.openxmlformats.org/officeDocument/2006/relationships" id="271" r:id="Read1babd4311419b"/>
    <p:sldId xmlns:r="http://schemas.openxmlformats.org/officeDocument/2006/relationships" id="272" r:id="R1dbdd172fc1b49cd"/>
    <p:sldId xmlns:r="http://schemas.openxmlformats.org/officeDocument/2006/relationships" id="273" r:id="R95a3681d81814994"/>
    <p:sldId xmlns:r="http://schemas.openxmlformats.org/officeDocument/2006/relationships" id="274" r:id="R1c22476ae129447b"/>
    <p:sldId xmlns:r="http://schemas.openxmlformats.org/officeDocument/2006/relationships" id="275" r:id="Ra383559b49924b7c"/>
    <p:sldId xmlns:r="http://schemas.openxmlformats.org/officeDocument/2006/relationships" id="276" r:id="Rb1510b3ae33f4831"/>
    <p:sldId xmlns:r="http://schemas.openxmlformats.org/officeDocument/2006/relationships" id="277" r:id="R62c58faabea44544"/>
    <p:sldId xmlns:r="http://schemas.openxmlformats.org/officeDocument/2006/relationships" id="278" r:id="R6152bb5b98754c62"/>
    <p:sldId xmlns:r="http://schemas.openxmlformats.org/officeDocument/2006/relationships" id="279" r:id="Rcf0316e24fc24dc3"/>
    <p:sldId xmlns:r="http://schemas.openxmlformats.org/officeDocument/2006/relationships" id="280" r:id="Raeb1d3687ba3454a"/>
    <p:sldId xmlns:r="http://schemas.openxmlformats.org/officeDocument/2006/relationships" id="281" r:id="R5ac8aa27d1914213"/>
    <p:sldId xmlns:r="http://schemas.openxmlformats.org/officeDocument/2006/relationships" id="282" r:id="R6e1947bc2a5d4fc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af6525e1cb4980" /><Relationship Type="http://schemas.openxmlformats.org/officeDocument/2006/relationships/slideMaster" Target="/ppt/slideMasters/slideMaster1.xml" Id="Ra8decf733c2e4a1c" /><Relationship Type="http://schemas.openxmlformats.org/officeDocument/2006/relationships/notesMaster" Target="/ppt/notesMasters/notesMaster1.xml" Id="Rb55916eedfce4e19" /><Relationship Type="http://schemas.openxmlformats.org/officeDocument/2006/relationships/presProps" Target="/ppt/presProps.xml" Id="Rd77273ad4be340f6" /><Relationship Type="http://schemas.openxmlformats.org/officeDocument/2006/relationships/tableStyles" Target="/ppt/tableStyles.xml" Id="R181a635c1f394a08" /><Relationship Type="http://schemas.openxmlformats.org/officeDocument/2006/relationships/slide" Target="/ppt/slides/slide1.xml" Id="Rc69b67d1ea284d41" /><Relationship Type="http://schemas.openxmlformats.org/officeDocument/2006/relationships/slide" Target="/ppt/slides/slide2.xml" Id="R74b66eb4c1cd4447" /><Relationship Type="http://schemas.openxmlformats.org/officeDocument/2006/relationships/slide" Target="/ppt/slides/slide3.xml" Id="Rf3e32d62a5e64c1b" /><Relationship Type="http://schemas.openxmlformats.org/officeDocument/2006/relationships/slide" Target="/ppt/slides/slide4.xml" Id="R0a4d0d05b34045a2" /><Relationship Type="http://schemas.openxmlformats.org/officeDocument/2006/relationships/slide" Target="/ppt/slides/slide5.xml" Id="R8206bd50492a4afe" /><Relationship Type="http://schemas.openxmlformats.org/officeDocument/2006/relationships/slide" Target="/ppt/slides/slide6.xml" Id="R1d9938bebdb6488e" /><Relationship Type="http://schemas.openxmlformats.org/officeDocument/2006/relationships/slide" Target="/ppt/slides/slide7.xml" Id="R83a09bc0843742f3" /><Relationship Type="http://schemas.openxmlformats.org/officeDocument/2006/relationships/slide" Target="/ppt/slides/slide8.xml" Id="Raadb0b0917e64e28" /><Relationship Type="http://schemas.openxmlformats.org/officeDocument/2006/relationships/slide" Target="/ppt/slides/slide9.xml" Id="R8769d88c03504543" /><Relationship Type="http://schemas.openxmlformats.org/officeDocument/2006/relationships/slide" Target="/ppt/slides/slide10.xml" Id="R7d50a2905d0048c2" /><Relationship Type="http://schemas.openxmlformats.org/officeDocument/2006/relationships/slide" Target="/ppt/slides/slide11.xml" Id="Rbd07e0057f1847b9" /><Relationship Type="http://schemas.openxmlformats.org/officeDocument/2006/relationships/slide" Target="/ppt/slides/slide12.xml" Id="Rb87edbeb805548b3" /><Relationship Type="http://schemas.openxmlformats.org/officeDocument/2006/relationships/slide" Target="/ppt/slides/slide13.xml" Id="R8ad5f18448bd48d1" /><Relationship Type="http://schemas.openxmlformats.org/officeDocument/2006/relationships/slide" Target="/ppt/slides/slide14.xml" Id="R8eecf2833d434976" /><Relationship Type="http://schemas.openxmlformats.org/officeDocument/2006/relationships/slide" Target="/ppt/slides/slide15.xml" Id="Rbb0f35a348bd42d4" /><Relationship Type="http://schemas.openxmlformats.org/officeDocument/2006/relationships/slide" Target="/ppt/slides/slide16.xml" Id="Read1babd4311419b" /><Relationship Type="http://schemas.openxmlformats.org/officeDocument/2006/relationships/slide" Target="/ppt/slides/slide17.xml" Id="R1dbdd172fc1b49cd" /><Relationship Type="http://schemas.openxmlformats.org/officeDocument/2006/relationships/slide" Target="/ppt/slides/slide18.xml" Id="R95a3681d81814994" /><Relationship Type="http://schemas.openxmlformats.org/officeDocument/2006/relationships/slide" Target="/ppt/slides/slide19.xml" Id="R1c22476ae129447b" /><Relationship Type="http://schemas.openxmlformats.org/officeDocument/2006/relationships/slide" Target="/ppt/slides/slide20.xml" Id="Ra383559b49924b7c" /><Relationship Type="http://schemas.openxmlformats.org/officeDocument/2006/relationships/slide" Target="/ppt/slides/slide21.xml" Id="Rb1510b3ae33f4831" /><Relationship Type="http://schemas.openxmlformats.org/officeDocument/2006/relationships/slide" Target="/ppt/slides/slide22.xml" Id="R62c58faabea44544" /><Relationship Type="http://schemas.openxmlformats.org/officeDocument/2006/relationships/slide" Target="/ppt/slides/slide23.xml" Id="R6152bb5b98754c62" /><Relationship Type="http://schemas.openxmlformats.org/officeDocument/2006/relationships/slide" Target="/ppt/slides/slide24.xml" Id="Rcf0316e24fc24dc3" /><Relationship Type="http://schemas.openxmlformats.org/officeDocument/2006/relationships/slide" Target="/ppt/slides/slide25.xml" Id="Raeb1d3687ba3454a" /><Relationship Type="http://schemas.openxmlformats.org/officeDocument/2006/relationships/slide" Target="/ppt/slides/slide26.xml" Id="R5ac8aa27d1914213" /><Relationship Type="http://schemas.openxmlformats.org/officeDocument/2006/relationships/slide" Target="/ppt/slides/slide27.xml" Id="R6e1947bc2a5d4f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e160d02d4247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bbe421b8324dad" /><Relationship Type="http://schemas.openxmlformats.org/officeDocument/2006/relationships/notesMaster" Target="/ppt/notesMasters/notesMaster1.xml" Id="R2f8faa8eb3254d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e6252fffff4efa" /><Relationship Type="http://schemas.openxmlformats.org/officeDocument/2006/relationships/notesMaster" Target="/ppt/notesMasters/notesMaster1.xml" Id="R49e031cb30464b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3b590b8f0343b2" /><Relationship Type="http://schemas.openxmlformats.org/officeDocument/2006/relationships/notesMaster" Target="/ppt/notesMasters/notesMaster1.xml" Id="R160bb889871147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74890ff2f94812" /><Relationship Type="http://schemas.openxmlformats.org/officeDocument/2006/relationships/notesMaster" Target="/ppt/notesMasters/notesMaster1.xml" Id="R17eb51c4bb6d4e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5261316a4141db" /><Relationship Type="http://schemas.openxmlformats.org/officeDocument/2006/relationships/notesMaster" Target="/ppt/notesMasters/notesMaster1.xml" Id="R25f387e2ebe047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39b95864bf4b1b" /><Relationship Type="http://schemas.openxmlformats.org/officeDocument/2006/relationships/notesMaster" Target="/ppt/notesMasters/notesMaster1.xml" Id="R9db12a6caf3549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67aeb1d08343c9" /><Relationship Type="http://schemas.openxmlformats.org/officeDocument/2006/relationships/notesMaster" Target="/ppt/notesMasters/notesMaster1.xml" Id="Rb6c4e3589a144f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0e296c51e24fd2" /><Relationship Type="http://schemas.openxmlformats.org/officeDocument/2006/relationships/notesMaster" Target="/ppt/notesMasters/notesMaster1.xml" Id="Rc97906edfae746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24d168e7814fd4" /><Relationship Type="http://schemas.openxmlformats.org/officeDocument/2006/relationships/notesMaster" Target="/ppt/notesMasters/notesMaster1.xml" Id="R75fff592402b41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559a5ccf104779" /><Relationship Type="http://schemas.openxmlformats.org/officeDocument/2006/relationships/notesMaster" Target="/ppt/notesMasters/notesMaster1.xml" Id="R76128533ce394d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236c22d4294248" /><Relationship Type="http://schemas.openxmlformats.org/officeDocument/2006/relationships/notesMaster" Target="/ppt/notesMasters/notesMaster1.xml" Id="Rc3686ddfa18842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11c59a72014bd6" /><Relationship Type="http://schemas.openxmlformats.org/officeDocument/2006/relationships/notesMaster" Target="/ppt/notesMasters/notesMaster1.xml" Id="R20e8fea2ee4743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9bccda76cf449d5" /><Relationship Type="http://schemas.openxmlformats.org/officeDocument/2006/relationships/notesMaster" Target="/ppt/notesMasters/notesMaster1.xml" Id="Raab2789860154d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00161994324830" /><Relationship Type="http://schemas.openxmlformats.org/officeDocument/2006/relationships/notesMaster" Target="/ppt/notesMasters/notesMaster1.xml" Id="R1e7223ae18624a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71c7be0ad140c7" /><Relationship Type="http://schemas.openxmlformats.org/officeDocument/2006/relationships/notesMaster" Target="/ppt/notesMasters/notesMaster1.xml" Id="Rc67875a3653247e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efdb2f6269414a" /><Relationship Type="http://schemas.openxmlformats.org/officeDocument/2006/relationships/notesMaster" Target="/ppt/notesMasters/notesMaster1.xml" Id="Rfec763c58ea14c5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c8c7e38d70b4eb6" /><Relationship Type="http://schemas.openxmlformats.org/officeDocument/2006/relationships/notesMaster" Target="/ppt/notesMasters/notesMaster1.xml" Id="R043d6ce05351467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114f7f922d40c4" /><Relationship Type="http://schemas.openxmlformats.org/officeDocument/2006/relationships/notesMaster" Target="/ppt/notesMasters/notesMaster1.xml" Id="R220d736ec56c44c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52ea412f2704ce5" /><Relationship Type="http://schemas.openxmlformats.org/officeDocument/2006/relationships/notesMaster" Target="/ppt/notesMasters/notesMaster1.xml" Id="R25a20a68010947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41fe75be30f46b1" /><Relationship Type="http://schemas.openxmlformats.org/officeDocument/2006/relationships/notesMaster" Target="/ppt/notesMasters/notesMaster1.xml" Id="R0fabf87f0faf458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4d69069082e4756" /><Relationship Type="http://schemas.openxmlformats.org/officeDocument/2006/relationships/notesMaster" Target="/ppt/notesMasters/notesMaster1.xml" Id="Rc042b533396d466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66e693ecb1e419d" /><Relationship Type="http://schemas.openxmlformats.org/officeDocument/2006/relationships/notesMaster" Target="/ppt/notesMasters/notesMaster1.xml" Id="Ra1c4dbb4bb1641a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0838a4b82da49e2" /><Relationship Type="http://schemas.openxmlformats.org/officeDocument/2006/relationships/notesMaster" Target="/ppt/notesMasters/notesMaster1.xml" Id="Rb3990e8ffa6d4c1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c3387e41da746bf" /><Relationship Type="http://schemas.openxmlformats.org/officeDocument/2006/relationships/notesMaster" Target="/ppt/notesMasters/notesMaster1.xml" Id="Rd258f70a584347d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d5c010314dd4153" /><Relationship Type="http://schemas.openxmlformats.org/officeDocument/2006/relationships/notesMaster" Target="/ppt/notesMasters/notesMaster1.xml" Id="R720f372c044f4ca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469434f15f44ddf" /><Relationship Type="http://schemas.openxmlformats.org/officeDocument/2006/relationships/notesMaster" Target="/ppt/notesMasters/notesMaster1.xml" Id="Rebdb17aea89a468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5f013aff9a342d5" /><Relationship Type="http://schemas.openxmlformats.org/officeDocument/2006/relationships/notesMaster" Target="/ppt/notesMasters/notesMaster1.xml" Id="R79235fdaa94146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開場先建立課程目標：這堂不是要背指令，而是要理解容器為什麼存在，然後親手跑起第一個 Web 伺服器。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讓學生知道節奏：先概念、再安裝、最後跑 Nginx。每一段都應該搭配現場操作或檢查。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這頁可以請學生現場打開工作管理員看虛擬化狀態。先排除環境問題，後面實作會順很多。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 WSL 2 平常不用手動啟動，Docker Desktop 啟動時會自己使用它。遇到卡住時再用 wsl --shutdown。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這頁幫學生建立 GUI 與 CLI 的定位。GUI 不是不能用，但課程要培養能在伺服器與 CI/CD 中工作的能力。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hello-world 是第一個完整 Docker 流程，雖然看起來簡單，但已經包含 pull、create、start、stop。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用講義的搬家比喻或自己的部署經驗帶入。重點是 Docker 不只是方便，而是降低環境差異造成的部署失敗。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不要過度深入 Linux kernel；初學者只要記住容器不是 VM，它共用主機核心，所以比較輕、比較快。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這頁很適合補充 Apple Silicon 的案例。講義的目標學生使用 Windows，因此課堂上不會是主要問題，但實務上一定要知道。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Q3。答案是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避免把 Docker 講成銀彈。這頁是建立工程判斷：Docker 優點大，但使用時要知道代價。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這是後面所有指令的核心模型。docker pull 對 Image，docker run 產生 Container。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Q2 與 Q4。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這頁先鋪陳後面 Dockerfile 的 build cache。今天只需要學生理解 Image 不是一個大檔案，而是分層。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這頁重點是養成查官方來源的習慣：先看 Nginx 官網知道它是什麼，再看官方 docs 找概念，最後到 Docker Hub Official Image 找 Docker 指令、Tags、路徑與範例。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 rmi 會失敗的常見原因：還有 container 使用該 Image，不管 container 是執行中或停止狀態。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不要花太多時間講 Nginx 歷史，重點是它在正式上線架構中常站在後端應用前面。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這頁是防止初學者誤解 localhost。正式上線還需要網域、憑證、部署和長時間運行的伺服器。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 -p 和 -v 都是主機:容器。Windows 路徑使用 -v 時要用雙引號，這在後續 Volume 會很重要。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這頁建議現場直接執行。先讓學生理解每個參數，再貼上完整指令。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如果看不到頁面，優先檢查 Docker Desktop 是否正在執行、容器是否 Up、8080 port 是否被其他程式佔用。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Nginx image 使用 sh 而不是 bash。這裡讓學生知道容器可以進去看，但它的檔案系統和 Windows 是分開的。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P2。也對應 docker-course-examples/session-01-basics/p2-nginx-custom-page。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這頁收斂成日常排查流程。初學者最常見問題是容器名稱重複、port 被佔用、Image 刪不掉。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P3 與挑戰題 C1。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aa3850421c47a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20253f69fb4747" /><Relationship Type="http://schemas.openxmlformats.org/officeDocument/2006/relationships/slideLayout" Target="/ppt/slideLayouts/slideLayout1.xml" Id="R1aa35e8db2e943d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a35e8db2e943d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82d274f0e436d" /><Relationship Type="http://schemas.openxmlformats.org/officeDocument/2006/relationships/image" Target="/ppt/media/image.png" Id="Rf07e517a54bc417e" /><Relationship Type="http://schemas.openxmlformats.org/officeDocument/2006/relationships/notesSlide" Target="/ppt/notesSlides/notesSlide1.xml" Id="R6fc1f8cb2f6f4f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9ebb6724e410c" /><Relationship Type="http://schemas.openxmlformats.org/officeDocument/2006/relationships/notesSlide" Target="/ppt/notesSlides/notesSlide2.xml" Id="R07c272827aee47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3b0b52d2a4118" /><Relationship Type="http://schemas.openxmlformats.org/officeDocument/2006/relationships/notesSlide" Target="/ppt/notesSlides/notesSlide3.xml" Id="R845fec5dc6ae4d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156ca4b7c4108" /><Relationship Type="http://schemas.openxmlformats.org/officeDocument/2006/relationships/notesSlide" Target="/ppt/notesSlides/notesSlide4.xml" Id="R83e3aa2ce2f24b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43eb79e917492b" /><Relationship Type="http://schemas.openxmlformats.org/officeDocument/2006/relationships/notesSlide" Target="/ppt/notesSlides/notesSlide5.xml" Id="R861962534f764c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cd24842c834656" /><Relationship Type="http://schemas.openxmlformats.org/officeDocument/2006/relationships/notesSlide" Target="/ppt/notesSlides/notesSlide6.xml" Id="R7ca803e68ddd45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9813f3ab54efa" /><Relationship Type="http://schemas.openxmlformats.org/officeDocument/2006/relationships/notesSlide" Target="/ppt/notesSlides/notesSlide7.xml" Id="R352cf9d77eaa47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edce1ee6a4d76" /><Relationship Type="http://schemas.openxmlformats.org/officeDocument/2006/relationships/notesSlide" Target="/ppt/notesSlides/notesSlide8.xml" Id="R1ab1545c38094f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6ed76ac324a68" /><Relationship Type="http://schemas.openxmlformats.org/officeDocument/2006/relationships/notesSlide" Target="/ppt/notesSlides/notesSlide9.xml" Id="R58770c3c54ea4f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30aa5e4804c0a" /><Relationship Type="http://schemas.openxmlformats.org/officeDocument/2006/relationships/notesSlide" Target="/ppt/notesSlides/notesSlide10.xml" Id="R9f8cfd7acfdf43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6f82407664b2f" /><Relationship Type="http://schemas.openxmlformats.org/officeDocument/2006/relationships/notesSlide" Target="/ppt/notesSlides/notesSlide11.xml" Id="R5f665ca7d1404b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96faaa55124eb2" /><Relationship Type="http://schemas.openxmlformats.org/officeDocument/2006/relationships/notesSlide" Target="/ppt/notesSlides/notesSlide12.xml" Id="R2abade3bb1a44c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5cba87c764161" /><Relationship Type="http://schemas.openxmlformats.org/officeDocument/2006/relationships/image" Target="/ppt/media/image2.png" Id="Rc1e9715979f542f3" /><Relationship Type="http://schemas.openxmlformats.org/officeDocument/2006/relationships/notesSlide" Target="/ppt/notesSlides/notesSlide13.xml" Id="Rd2f2170e62cb44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b540e429c43e9" /><Relationship Type="http://schemas.openxmlformats.org/officeDocument/2006/relationships/notesSlide" Target="/ppt/notesSlides/notesSlide14.xml" Id="R1471aab1394447d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6bc41c1a94f74" /><Relationship Type="http://schemas.openxmlformats.org/officeDocument/2006/relationships/notesSlide" Target="/ppt/notesSlides/notesSlide15.xml" Id="R68c09a7028004ad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efdcff6b04a9c" /><Relationship Type="http://schemas.openxmlformats.org/officeDocument/2006/relationships/notesSlide" Target="/ppt/notesSlides/notesSlide16.xml" Id="Re98a42b54a5442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c57784a454f3b" /><Relationship Type="http://schemas.openxmlformats.org/officeDocument/2006/relationships/notesSlide" Target="/ppt/notesSlides/notesSlide17.xml" Id="Rf9f497bc5d254f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2dbd87c7b42c3" /><Relationship Type="http://schemas.openxmlformats.org/officeDocument/2006/relationships/notesSlide" Target="/ppt/notesSlides/notesSlide18.xml" Id="R7babbd530912420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f0d3e68824c5a" /><Relationship Type="http://schemas.openxmlformats.org/officeDocument/2006/relationships/notesSlide" Target="/ppt/notesSlides/notesSlide19.xml" Id="R1750777d1939496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88d7d1c814ef8" /><Relationship Type="http://schemas.openxmlformats.org/officeDocument/2006/relationships/notesSlide" Target="/ppt/notesSlides/notesSlide20.xml" Id="Rfa5b00fc422c44e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6d4ed9375641d4" /><Relationship Type="http://schemas.openxmlformats.org/officeDocument/2006/relationships/notesSlide" Target="/ppt/notesSlides/notesSlide21.xml" Id="R403ce8364c244ea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1f34fbbd24bd1" /><Relationship Type="http://schemas.openxmlformats.org/officeDocument/2006/relationships/notesSlide" Target="/ppt/notesSlides/notesSlide22.xml" Id="R1205df52bdb5446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6c6a7b8d24e64" /><Relationship Type="http://schemas.openxmlformats.org/officeDocument/2006/relationships/notesSlide" Target="/ppt/notesSlides/notesSlide23.xml" Id="R0ad9d79bd1d7488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e92798cdb46ea" /><Relationship Type="http://schemas.openxmlformats.org/officeDocument/2006/relationships/notesSlide" Target="/ppt/notesSlides/notesSlide24.xml" Id="Rbb85b8c6a088463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7883b122845b9" /><Relationship Type="http://schemas.openxmlformats.org/officeDocument/2006/relationships/notesSlide" Target="/ppt/notesSlides/notesSlide25.xml" Id="R91f2e34536ef4d6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46182dd5e473c" /><Relationship Type="http://schemas.openxmlformats.org/officeDocument/2006/relationships/notesSlide" Target="/ppt/notesSlides/notesSlide26.xml" Id="Ra56d6175f94047f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dc7e979f148aa" /><Relationship Type="http://schemas.openxmlformats.org/officeDocument/2006/relationships/notesSlide" Target="/ppt/notesSlides/notesSlide27.xml" Id="R01b2e356518541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7e517a54bc417e"/>
          <a:srcRect xmlns:a="http://schemas.openxmlformats.org/drawingml/2006/main" l="20297" t="0" r="20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0"/>
            <a:ext cx="7239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-857250"/>
            <a:ext cx="3905250" cy="390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>
              <a:alpha val="1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71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session1.md</a:t>
            </a:r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A5176-881D-4BA4-B803-9F2A406A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62021-0E33-4A51-BFD4-1277D765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B62F0-803B-42E4-9DFE-5EFDCE5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32EE0-4489-4E1D-B8D2-76C36DBF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81617-1E08-4189-A24A-ADA4155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6A342-B6AF-4B6E-B357-9EE53044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AF1CE-8985-445C-B5B9-A0D700D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4CA93-E8BE-4832-BAFE-0EFCDF84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10E73-D086-4180-8283-32BA627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7962C-67BA-4226-A849-D4F06337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FDFCB-C803-4DB8-9517-417E5C0C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0CB9D-BAFA-465E-88DA-8192E266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C3371-E6B8-4968-8DD9-D91CE3B7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C5ACF-E284-4FFC-9157-8922246C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957D7-D047-4647-B92A-C9DC84CB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972D7-5321-43EC-880A-6C44178E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2A867-6C37-44A7-9D7B-80D7B457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3E2A8-F74D-4F8D-9D47-EFE1C3B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937E25-D99C-4B59-91D1-FB6DF9C7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4FED2-839F-43E2-AAC1-16812F60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9C2D9F-B0E8-499D-979D-2D088266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25B39-3680-4DC8-B24C-4D24B887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D0BEDF-F4BC-4DF7-AAE6-93BD5335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48DDB3-5EA5-4EC7-896F-726BAAF8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8F788-B726-407B-9E5B-0931A5A8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76962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1DD982-849B-43B2-AAD4-1079B8FA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8C4C0C-E576-4FFE-A8D1-6A84F33E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DA4123-E70D-4B47-9150-CD52264F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81600"/>
            <a:ext cx="727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069735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8162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4857750" cy="17145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4438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9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5430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907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718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05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52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67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433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10668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38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241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2628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38625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96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9570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9575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7195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6245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6250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5755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4810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2430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1480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1485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91050"/>
            <a:ext cx="26860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81600"/>
            <a:ext cx="2228850" cy="-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818C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57750"/>
            <a:ext cx="826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765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的三個承諾，以及一個現實限制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62450"/>
            <a:ext cx="8991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910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現實限制：CPU 架構仍然會影響 Image 能不能直接跑。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9530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amd64 與 arm64 的機器碼不同；Mac Apple Silicon 建構的 Image 要特別注意目標平台。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1B4708-D5C5-4DD2-918C-C1ABED41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6E54B-DDF4-4797-AF31-AA5D39B2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2：哪個情況一致性不成立？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2CFB4-3B62-4D15-B6F4-99F03723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6E406-71D2-4314-BBF6-213F0492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5C5E7-3E1F-4421-9467-224E6C5A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Windows amd64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Linux amd64 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ABBFF-4399-4294-8E9C-290E508B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0A9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97F"/>
                </a:solidFill>
                <a:latin typeface="Aptos"/>
                <a:ea typeface="Aptos"/>
                <a:cs typeface="Aptos"/>
              </a:rPr>
              <a:t>可行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BB777-94F3-45A1-A8DD-9524A3FD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81116-6907-4392-A77F-2401E5F4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E7BBC-D8DD-44DB-8DD7-82D7206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Mac M2 arm64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Windows amd64 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C9DA9-8AFD-43A7-B8AB-D966955E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1776B-E324-4C8B-8C0B-7B228ED1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B8740-02C1-4DDC-ACD8-E409FE9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2CE27-7170-4415-8F18-8E0D37F1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Ubuntu amd64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Ubuntu amd64 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BD75E-42AE-4EB0-8D7F-6483322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0A9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97F"/>
                </a:solidFill>
                <a:latin typeface="Aptos"/>
                <a:ea typeface="Aptos"/>
                <a:cs typeface="Aptos"/>
              </a:rPr>
              <a:t>可行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84EFC-B5BC-4773-9783-7A06F929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抽象的是軟體環境，不會讓不同 CPU 指令集自動相容。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AEB40-98C8-4E80-A4EA-D129194F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3A7F1-2F6B-4694-9C35-FA84079C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E138C0-6BC0-4511-8D35-D4B54F57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68108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76900"/>
            <a:ext cx="956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9715979f542f3"/>
          <a:srcRect xmlns:a="http://schemas.openxmlformats.org/drawingml/2006/main" l="106" t="0" r="1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098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288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2417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909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8622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529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868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4767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1925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09800"/>
            <a:ext cx="40195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14900"/>
            <a:ext cx="89916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72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37F1E-8BBC-465D-AB99-F5E36A24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0D7B1-E891-4AE6-B658-940D0E5C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是分層的唯讀模板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C67B1-993A-48A5-A373-6752BD39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19250"/>
            <a:ext cx="6762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D6954-15C0-4108-B3DC-6C8BB0B0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811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你的應用程式程式碼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2F83C-5C3D-4136-8F0C-F5D360C5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最常變動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4C0BD-E4FE-447A-AEA9-823EE5C1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38400"/>
            <a:ext cx="6229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940AF-A205-4AEB-A151-B89DCC9D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003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pip install 安裝的套件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7625D-37D5-49D7-B928-637B7FDF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098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依賴層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1DA60-0492-48E3-8E49-C7F47712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57550"/>
            <a:ext cx="56959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49F2E-7F6D-4B65-B7CB-7BB01C8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194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Python 3.11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2A641-C4BF-4645-A47C-D94858B1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290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執行環境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F2ABB-B471-4065-B9AE-4344E70B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76700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F0CC7-95E7-4565-B21E-64FAC6AC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386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Ubuntu / Alpine Linux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F01F1-57D4-45DA-A395-C7012209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基礎系統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D3634-A196-4649-A2BE-A6CBC70E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34000"/>
            <a:ext cx="9867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2B0B1-3CBE-486D-9DAC-CFE65D73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76875"/>
            <a:ext cx="925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分層的好處：共用底層節省空間，只有變動的層需要重新下載或建構。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AA610-29D4-4753-8E2F-305E87D3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46CA4-D327-4F7A-B341-389FC9F6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58B77-E9CE-42D5-BCB2-00E6B864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121153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ECC77D-5DD6-4A43-B585-BB70382C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OFFICIAL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CE4C7-31F4-40D3-BA6B-47DDA8DE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以 Nginx 為例：官網與 Image 怎麼看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4A974-F24C-4EBF-BFDE-8056990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25314-94AC-49D4-ABF3-F2441AE4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Nginx 官網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B4326-0AF9-4224-8E57-6733A772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nginx.org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先看它是 Web 伺服器、反向代理、負載均衡。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F2E69-5E7A-4A34-87EB-7BAC0DBA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73CAC-1A41-4298-BE77-4215B00E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官方文件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B120-7620-4716-9441-D0F1ECA2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nginx.org/en/docs/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 Beginner's Guide，理解設定檔與靜態檔案。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B2299-5630-488E-BD1C-457BCD9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B0D1C-A2A4-47C6-BB28-234224D2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Hub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9505A-790A-4C58-8F13-F7D10584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hub.docker.com/_/nginx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Official Image、Tags、How to use。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75C0D-A5C2-46D7-B142-3CD6242D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8953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89E29-3309-4A06-8894-1C1A88FE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929C8-F7E1-4507-82C6-118CEC10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7F4DC-81B1-4216-8852-CC771462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CD7AC-CD0F-43FC-9F31-330E4732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14850"/>
            <a:ext cx="8534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nginx.org                 # 先確認 Nginx 是什麼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nginx.org/en/docs/        # 看官方文件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hub.docker.com/_/nginx    # 查 Image 用法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D09AD-E5C3-40BA-BABB-E5B07704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3B340-38D9-4113-9F79-0E7C4060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E9418-DF1F-481E-9AF7-823295DD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62093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386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8577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57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149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9149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816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816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387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387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054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054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5626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626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8293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8293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8864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8864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5905500" cy="2343150"/>
          </a:xfrm>
          <a:prstGeom xmlns:a="http://schemas.openxmlformats.org/drawingml/2006/main" prst="roundRect">
            <a:avLst>
              <a:gd name="adj" fmla="val 4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5486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573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02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95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1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814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20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14900"/>
            <a:ext cx="9029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24450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386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101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9525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29250"/>
            <a:ext cx="925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100584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431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81300"/>
            <a:ext cx="2571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956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76600"/>
            <a:ext cx="13144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38400"/>
            <a:ext cx="2800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337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1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62500"/>
            <a:ext cx="46101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816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3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38300"/>
            <a:ext cx="71628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57400"/>
            <a:ext cx="674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62300"/>
            <a:ext cx="8191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9100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4953000" cy="3676650"/>
          </a:xfrm>
          <a:prstGeom xmlns:a="http://schemas.openxmlformats.org/drawingml/2006/main" prst="roundRect">
            <a:avLst>
              <a:gd name="adj" fmla="val 259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5339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362450" cy="3219450"/>
          </a:xfrm>
          <a:prstGeom xmlns:a="http://schemas.openxmlformats.org/drawingml/2006/main" prst="roundRect">
            <a:avLst>
              <a:gd name="adj" fmla="val 41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3600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575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85A105-2B81-4B56-AE1D-EA18C41A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B3B6A-D03E-46B2-B8A4-08F608B7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65FCA-FFE9-4F18-A159-749E7EA5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22F91-AE3E-4429-947D-2A20D3E7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EEF8C-527C-4AFC-97B9-453F2A2C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81EF3-17F6-4C62-8598-A960C19B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BBCFB-6B21-46DD-BF50-32EF745D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B7A77-9158-4F1B-B9E9-33BCF94B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10725-E66C-410D-955D-E5ABA64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B8307-1F3D-4DA2-870E-483B88B6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36071-EFC3-4BB2-9935-32567E6F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57127-868A-4BDB-9D8B-5DE6B72D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0B583-8B59-407D-81C2-384A709A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FE4F8-9DE1-421D-9687-6247580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81235-B0D1-4A90-BA75-954D4F5F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85B9D-D89F-461F-B9F5-B3192BE0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87838-CB06-46F3-A419-7D3D1D1E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22391-7AB7-460E-8EBF-B63511E4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4247D-FE4D-4C10-9306-9B618288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967740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76ADCA-5B68-44C2-8873-802D7546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713CB-4C14-4FC8-AECF-EF51C14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64F389-F718-4829-A8B5-667B2A8E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F2CCEE-4655-4079-95F9-EB8F7183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48300"/>
            <a:ext cx="925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B7D36-7886-4218-AC77-8A79E6E1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5C4E82-71DD-4AA6-84F4-6B20CDE7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55653-9566-4AC5-8B34-CF732B7D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0739868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4762500" cy="3886200"/>
          </a:xfrm>
          <a:prstGeom xmlns:a="http://schemas.openxmlformats.org/drawingml/2006/main" prst="roundRect">
            <a:avLst>
              <a:gd name="adj" fmla="val 245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3434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2862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3829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2862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05300"/>
            <a:ext cx="3829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挑戰題：清理與 Apache/httpd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DD0C-AB44-4DB1-A664-313AB63A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E48D5-BF1E-49DD-B337-8A74A519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B7213-19A9-4E3D-BB39-5993C645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95BE6-9D9D-442C-8186-97915C2E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24D3E-6F01-4956-B8C7-0DB447A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C1：Apache/httpd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66A0B-9CBD-475D-ABB6-8F2798F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到 Docker Hub 查 httpd 官方文件，把它跑起來並在瀏覽器看到頁面。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比較 Nginx 和 httpd 的靜態頁目錄。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80010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29200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2026-06-21T12:37:57.7200000Z</dcterms:created>
  <dcterms:modified xsi:type="dcterms:W3CDTF">2026-06-21T12:37:57.7200000Z</dcterms:modified>
</coreProperties>
</file>