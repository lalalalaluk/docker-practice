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9087525ff14092" /><Relationship Type="http://schemas.openxmlformats.org/officeDocument/2006/relationships/extended-properties" Target="/docProps/app.xml" Id="R10e8049adaa94783" /><Relationship Type="http://schemas.openxmlformats.org/officeDocument/2006/relationships/officeDocument" Target="/ppt/presentation.xml" Id="R44b00c7e017f41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445835899e4fe4"/>
  </p:sldMasterIdLst>
  <p:notesMasterIdLst>
    <p:notesMasterId xmlns:r="http://schemas.openxmlformats.org/officeDocument/2006/relationships" r:id="R25d7ee5cd20f4b85"/>
  </p:notesMasterIdLst>
  <p:sldIdLst>
    <p:sldId xmlns:r="http://schemas.openxmlformats.org/officeDocument/2006/relationships" id="256" r:id="R8428a3d0ebb14b47"/>
    <p:sldId xmlns:r="http://schemas.openxmlformats.org/officeDocument/2006/relationships" id="257" r:id="R0a962404dc17433a"/>
    <p:sldId xmlns:r="http://schemas.openxmlformats.org/officeDocument/2006/relationships" id="258" r:id="R09114b707fa14120"/>
    <p:sldId xmlns:r="http://schemas.openxmlformats.org/officeDocument/2006/relationships" id="259" r:id="R7693a2eb00064c5a"/>
    <p:sldId xmlns:r="http://schemas.openxmlformats.org/officeDocument/2006/relationships" id="260" r:id="R1ddae38683884551"/>
    <p:sldId xmlns:r="http://schemas.openxmlformats.org/officeDocument/2006/relationships" id="261" r:id="Rd12a15bb1ad14f10"/>
    <p:sldId xmlns:r="http://schemas.openxmlformats.org/officeDocument/2006/relationships" id="262" r:id="Rcd70366443fe4f8d"/>
    <p:sldId xmlns:r="http://schemas.openxmlformats.org/officeDocument/2006/relationships" id="263" r:id="Re4e99e130a6d4c49"/>
    <p:sldId xmlns:r="http://schemas.openxmlformats.org/officeDocument/2006/relationships" id="264" r:id="R2b4d809c2dfa4b9f"/>
    <p:sldId xmlns:r="http://schemas.openxmlformats.org/officeDocument/2006/relationships" id="265" r:id="Rf7da8b4df20f44c7"/>
    <p:sldId xmlns:r="http://schemas.openxmlformats.org/officeDocument/2006/relationships" id="266" r:id="R012c1873d8724473"/>
    <p:sldId xmlns:r="http://schemas.openxmlformats.org/officeDocument/2006/relationships" id="267" r:id="Rb2684cb847444ebb"/>
    <p:sldId xmlns:r="http://schemas.openxmlformats.org/officeDocument/2006/relationships" id="268" r:id="Rb530515da01b44a6"/>
    <p:sldId xmlns:r="http://schemas.openxmlformats.org/officeDocument/2006/relationships" id="269" r:id="Rcbbef8f581454567"/>
    <p:sldId xmlns:r="http://schemas.openxmlformats.org/officeDocument/2006/relationships" id="270" r:id="R7d04082bd4d543a1"/>
    <p:sldId xmlns:r="http://schemas.openxmlformats.org/officeDocument/2006/relationships" id="271" r:id="Rc5b0a89de57c4bb3"/>
    <p:sldId xmlns:r="http://schemas.openxmlformats.org/officeDocument/2006/relationships" id="272" r:id="R9f7f7213a08f4cce"/>
    <p:sldId xmlns:r="http://schemas.openxmlformats.org/officeDocument/2006/relationships" id="273" r:id="R6b067810419b4fe1"/>
    <p:sldId xmlns:r="http://schemas.openxmlformats.org/officeDocument/2006/relationships" id="274" r:id="R83459228e6f54879"/>
    <p:sldId xmlns:r="http://schemas.openxmlformats.org/officeDocument/2006/relationships" id="275" r:id="Rc2470b304dcb480e"/>
    <p:sldId xmlns:r="http://schemas.openxmlformats.org/officeDocument/2006/relationships" id="276" r:id="R23737417118746b3"/>
    <p:sldId xmlns:r="http://schemas.openxmlformats.org/officeDocument/2006/relationships" id="277" r:id="Rba4ce8046d8547fa"/>
    <p:sldId xmlns:r="http://schemas.openxmlformats.org/officeDocument/2006/relationships" id="278" r:id="Rc5bb69e675154363"/>
    <p:sldId xmlns:r="http://schemas.openxmlformats.org/officeDocument/2006/relationships" id="279" r:id="R7ef8f5ac96864817"/>
    <p:sldId xmlns:r="http://schemas.openxmlformats.org/officeDocument/2006/relationships" id="280" r:id="R65415101959d443e"/>
    <p:sldId xmlns:r="http://schemas.openxmlformats.org/officeDocument/2006/relationships" id="281" r:id="R45c6ce585a734380"/>
    <p:sldId xmlns:r="http://schemas.openxmlformats.org/officeDocument/2006/relationships" id="282" r:id="R92ffc7e9f33c49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11247476554325" /><Relationship Type="http://schemas.openxmlformats.org/officeDocument/2006/relationships/slideMaster" Target="/ppt/slideMasters/slideMaster1.xml" Id="R9b445835899e4fe4" /><Relationship Type="http://schemas.openxmlformats.org/officeDocument/2006/relationships/notesMaster" Target="/ppt/notesMasters/notesMaster1.xml" Id="R25d7ee5cd20f4b85" /><Relationship Type="http://schemas.openxmlformats.org/officeDocument/2006/relationships/presProps" Target="/ppt/presProps.xml" Id="Re4cf0b1a1c394840" /><Relationship Type="http://schemas.openxmlformats.org/officeDocument/2006/relationships/tableStyles" Target="/ppt/tableStyles.xml" Id="R3983f9886b6346c4" /><Relationship Type="http://schemas.openxmlformats.org/officeDocument/2006/relationships/slide" Target="/ppt/slides/slide1.xml" Id="R8428a3d0ebb14b47" /><Relationship Type="http://schemas.openxmlformats.org/officeDocument/2006/relationships/slide" Target="/ppt/slides/slide2.xml" Id="R0a962404dc17433a" /><Relationship Type="http://schemas.openxmlformats.org/officeDocument/2006/relationships/slide" Target="/ppt/slides/slide3.xml" Id="R09114b707fa14120" /><Relationship Type="http://schemas.openxmlformats.org/officeDocument/2006/relationships/slide" Target="/ppt/slides/slide4.xml" Id="R7693a2eb00064c5a" /><Relationship Type="http://schemas.openxmlformats.org/officeDocument/2006/relationships/slide" Target="/ppt/slides/slide5.xml" Id="R1ddae38683884551" /><Relationship Type="http://schemas.openxmlformats.org/officeDocument/2006/relationships/slide" Target="/ppt/slides/slide6.xml" Id="Rd12a15bb1ad14f10" /><Relationship Type="http://schemas.openxmlformats.org/officeDocument/2006/relationships/slide" Target="/ppt/slides/slide7.xml" Id="Rcd70366443fe4f8d" /><Relationship Type="http://schemas.openxmlformats.org/officeDocument/2006/relationships/slide" Target="/ppt/slides/slide8.xml" Id="Re4e99e130a6d4c49" /><Relationship Type="http://schemas.openxmlformats.org/officeDocument/2006/relationships/slide" Target="/ppt/slides/slide9.xml" Id="R2b4d809c2dfa4b9f" /><Relationship Type="http://schemas.openxmlformats.org/officeDocument/2006/relationships/slide" Target="/ppt/slides/slide10.xml" Id="Rf7da8b4df20f44c7" /><Relationship Type="http://schemas.openxmlformats.org/officeDocument/2006/relationships/slide" Target="/ppt/slides/slide11.xml" Id="R012c1873d8724473" /><Relationship Type="http://schemas.openxmlformats.org/officeDocument/2006/relationships/slide" Target="/ppt/slides/slide12.xml" Id="Rb2684cb847444ebb" /><Relationship Type="http://schemas.openxmlformats.org/officeDocument/2006/relationships/slide" Target="/ppt/slides/slide13.xml" Id="Rb530515da01b44a6" /><Relationship Type="http://schemas.openxmlformats.org/officeDocument/2006/relationships/slide" Target="/ppt/slides/slide14.xml" Id="Rcbbef8f581454567" /><Relationship Type="http://schemas.openxmlformats.org/officeDocument/2006/relationships/slide" Target="/ppt/slides/slide15.xml" Id="R7d04082bd4d543a1" /><Relationship Type="http://schemas.openxmlformats.org/officeDocument/2006/relationships/slide" Target="/ppt/slides/slide16.xml" Id="Rc5b0a89de57c4bb3" /><Relationship Type="http://schemas.openxmlformats.org/officeDocument/2006/relationships/slide" Target="/ppt/slides/slide17.xml" Id="R9f7f7213a08f4cce" /><Relationship Type="http://schemas.openxmlformats.org/officeDocument/2006/relationships/slide" Target="/ppt/slides/slide18.xml" Id="R6b067810419b4fe1" /><Relationship Type="http://schemas.openxmlformats.org/officeDocument/2006/relationships/slide" Target="/ppt/slides/slide19.xml" Id="R83459228e6f54879" /><Relationship Type="http://schemas.openxmlformats.org/officeDocument/2006/relationships/slide" Target="/ppt/slides/slide20.xml" Id="Rc2470b304dcb480e" /><Relationship Type="http://schemas.openxmlformats.org/officeDocument/2006/relationships/slide" Target="/ppt/slides/slide21.xml" Id="R23737417118746b3" /><Relationship Type="http://schemas.openxmlformats.org/officeDocument/2006/relationships/slide" Target="/ppt/slides/slide22.xml" Id="Rba4ce8046d8547fa" /><Relationship Type="http://schemas.openxmlformats.org/officeDocument/2006/relationships/slide" Target="/ppt/slides/slide23.xml" Id="Rc5bb69e675154363" /><Relationship Type="http://schemas.openxmlformats.org/officeDocument/2006/relationships/slide" Target="/ppt/slides/slide24.xml" Id="R7ef8f5ac96864817" /><Relationship Type="http://schemas.openxmlformats.org/officeDocument/2006/relationships/slide" Target="/ppt/slides/slide25.xml" Id="R65415101959d443e" /><Relationship Type="http://schemas.openxmlformats.org/officeDocument/2006/relationships/slide" Target="/ppt/slides/slide26.xml" Id="R45c6ce585a734380" /><Relationship Type="http://schemas.openxmlformats.org/officeDocument/2006/relationships/slide" Target="/ppt/slides/slide27.xml" Id="R92ffc7e9f33c49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5e8a6ab74e41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b98b65e5fe4be9" /><Relationship Type="http://schemas.openxmlformats.org/officeDocument/2006/relationships/notesMaster" Target="/ppt/notesMasters/notesMaster1.xml" Id="Rb3aed46c91c147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cc3b8be7634727" /><Relationship Type="http://schemas.openxmlformats.org/officeDocument/2006/relationships/notesMaster" Target="/ppt/notesMasters/notesMaster1.xml" Id="R58c4852755ff42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25cae3edb84db9" /><Relationship Type="http://schemas.openxmlformats.org/officeDocument/2006/relationships/notesMaster" Target="/ppt/notesMasters/notesMaster1.xml" Id="R4c513be18d70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2bebb8044149b8" /><Relationship Type="http://schemas.openxmlformats.org/officeDocument/2006/relationships/notesMaster" Target="/ppt/notesMasters/notesMaster1.xml" Id="R94a03e6e937942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fc5074b4844d63" /><Relationship Type="http://schemas.openxmlformats.org/officeDocument/2006/relationships/notesMaster" Target="/ppt/notesMasters/notesMaster1.xml" Id="R3b2b3e18ae2f44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6ed47f6bc7467a" /><Relationship Type="http://schemas.openxmlformats.org/officeDocument/2006/relationships/notesMaster" Target="/ppt/notesMasters/notesMaster1.xml" Id="R21458890c99a41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ebd7b3ce774694" /><Relationship Type="http://schemas.openxmlformats.org/officeDocument/2006/relationships/notesMaster" Target="/ppt/notesMasters/notesMaster1.xml" Id="Rf0ef8174807c49c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62208b3ee14f0f" /><Relationship Type="http://schemas.openxmlformats.org/officeDocument/2006/relationships/notesMaster" Target="/ppt/notesMasters/notesMaster1.xml" Id="R1018ec2f872148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5c064cdd604a15" /><Relationship Type="http://schemas.openxmlformats.org/officeDocument/2006/relationships/notesMaster" Target="/ppt/notesMasters/notesMaster1.xml" Id="R271b905ddb7c41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22e2b091b94e8c" /><Relationship Type="http://schemas.openxmlformats.org/officeDocument/2006/relationships/notesMaster" Target="/ppt/notesMasters/notesMaster1.xml" Id="Rb60f4cc7b1ea41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0ff3c2c8694739" /><Relationship Type="http://schemas.openxmlformats.org/officeDocument/2006/relationships/notesMaster" Target="/ppt/notesMasters/notesMaster1.xml" Id="Re05b89edee494b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3b7050de8446b0" /><Relationship Type="http://schemas.openxmlformats.org/officeDocument/2006/relationships/notesMaster" Target="/ppt/notesMasters/notesMaster1.xml" Id="Reb61bd9811fb46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491122f02184222" /><Relationship Type="http://schemas.openxmlformats.org/officeDocument/2006/relationships/notesMaster" Target="/ppt/notesMasters/notesMaster1.xml" Id="R06ab059ec11444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c8347d502e49d1" /><Relationship Type="http://schemas.openxmlformats.org/officeDocument/2006/relationships/notesMaster" Target="/ppt/notesMasters/notesMaster1.xml" Id="R47734093f64f4d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c6b2746fdb84c80" /><Relationship Type="http://schemas.openxmlformats.org/officeDocument/2006/relationships/notesMaster" Target="/ppt/notesMasters/notesMaster1.xml" Id="R3ca9b33254a34e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954f791ed34499" /><Relationship Type="http://schemas.openxmlformats.org/officeDocument/2006/relationships/notesMaster" Target="/ppt/notesMasters/notesMaster1.xml" Id="R8de9c2ffb2fd401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ed67d265a84477" /><Relationship Type="http://schemas.openxmlformats.org/officeDocument/2006/relationships/notesMaster" Target="/ppt/notesMasters/notesMaster1.xml" Id="Rd8fa1b9a31be4b8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464452066e449d9" /><Relationship Type="http://schemas.openxmlformats.org/officeDocument/2006/relationships/notesMaster" Target="/ppt/notesMasters/notesMaster1.xml" Id="R3ac4d2d518fd4e4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941bf27d04d47d7" /><Relationship Type="http://schemas.openxmlformats.org/officeDocument/2006/relationships/notesMaster" Target="/ppt/notesMasters/notesMaster1.xml" Id="Rf766d40d4eeb4fd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4b8f9162bd45a3" /><Relationship Type="http://schemas.openxmlformats.org/officeDocument/2006/relationships/notesMaster" Target="/ppt/notesMasters/notesMaster1.xml" Id="R0920457fe26346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1ca362203e44a54" /><Relationship Type="http://schemas.openxmlformats.org/officeDocument/2006/relationships/notesMaster" Target="/ppt/notesMasters/notesMaster1.xml" Id="Reeee37fe065f460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70c011f8db04036" /><Relationship Type="http://schemas.openxmlformats.org/officeDocument/2006/relationships/notesMaster" Target="/ppt/notesMasters/notesMaster1.xml" Id="R9ba90535722b4ff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ea92e28d4964546" /><Relationship Type="http://schemas.openxmlformats.org/officeDocument/2006/relationships/notesMaster" Target="/ppt/notesMasters/notesMaster1.xml" Id="R41e71bcb364042c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b4519b759e247dc" /><Relationship Type="http://schemas.openxmlformats.org/officeDocument/2006/relationships/notesMaster" Target="/ppt/notesMasters/notesMaster1.xml" Id="R7e70928e1f5a468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0c2bc8240c54d24" /><Relationship Type="http://schemas.openxmlformats.org/officeDocument/2006/relationships/notesMaster" Target="/ppt/notesMasters/notesMaster1.xml" Id="R0b1d5560cd8742b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def139be60b4179" /><Relationship Type="http://schemas.openxmlformats.org/officeDocument/2006/relationships/notesMaster" Target="/ppt/notesMasters/notesMaster1.xml" Id="R84f5b2a131fa434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e7a8380c49d4e09" /><Relationship Type="http://schemas.openxmlformats.org/officeDocument/2006/relationships/notesMaster" Target="/ppt/notesMasters/notesMaster1.xml" Id="R26b43eaa087f4b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開場先建立課程目標：這堂不是要背指令，而是要理解容器為什麼存在，然後親手跑起第一個 Web 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讓學生知道節奏：先概念、再安裝、最後跑 Nginx。每一段都應該搭配現場操作或檢查。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這頁可以請學生現場打開工作管理員看虛擬化狀態。先排除環境問題，後面實作會順很多。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WSL 2 平常不用手動啟動，Docker Desktop 啟動時會自己使用它。遇到卡住時再用 wsl --shutdown。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這頁幫學生建立 GUI 與 CLI 的定位。GUI 不是不能用，但課程要培養能在伺服器與 CI/CD 中工作的能力。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hello-world 是第一個完整 Docker 流程，雖然看起來簡單，但已經包含 pull、create、start、stop。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用講義的搬家比喻或自己的部署經驗帶入。重點是 Docker 不只是方便，而是降低環境差異造成的部署失敗。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不要過度深入 Linux kernel；初學者只要記住容器不是 VM，它共用主機核心，所以比較輕、比較快。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這頁很適合補充 Apple Silicon 的案例。講義的目標學生使用 Windows，因此課堂上不會是主要問題，但實務上一定要知道。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 Docker 講成銀彈。這頁是建立工程判斷：Docker 優點大，但使用時要知道代價。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這是後面所有指令的核心模型。docker pull 對 Image，docker run 產生 Container。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Q2 與 Q4。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 rmi 會失敗的常見原因：還有 container 使用該 Image，不管 container 是執行中或停止狀態。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不要花太多時間講 Nginx 歷史，重點是它在正式上線架構中常站在後端應用前面。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這頁是防止初學者誤解 localhost。正式上線還需要網域、憑證、部署和長時間運行的伺服器。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-p 和 -v 都是主機:容器。Windows 路徑使用 -v 時要用雙引號，這在後續 Volume 會很重要。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這頁建議現場直接執行。先讓學生理解每個參數，再貼上完整指令。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如果看不到頁面，優先檢查 Docker Desktop 是否正在執行、容器是否 Up、8080 port 是否被其他程式佔用。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Nginx image 使用 sh 而不是 bash。這裡讓學生知道容器可以進去看，但它的檔案系統和 Windows 是分開的。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P2。也對應 docker-course-examples/session-01-basics/p2-nginx-custom-page。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這頁收斂成日常排查流程。初學者最常見問題是容器名稱重複、port 被佔用、Image 刪不掉。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P3 與挑戰題 C1。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a66f866fa43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adcd02df9743c1" /><Relationship Type="http://schemas.openxmlformats.org/officeDocument/2006/relationships/slideLayout" Target="/ppt/slideLayouts/slideLayout1.xml" Id="Rc75fae87bc484e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5fae87bc484e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a8234c9ca45f0" /><Relationship Type="http://schemas.openxmlformats.org/officeDocument/2006/relationships/image" Target="/ppt/media/image.png" Id="Ra7279bd3f3894e7a" /><Relationship Type="http://schemas.openxmlformats.org/officeDocument/2006/relationships/notesSlide" Target="/ppt/notesSlides/notesSlide1.xml" Id="Ree286a1d2a2940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2f0fe02574a06" /><Relationship Type="http://schemas.openxmlformats.org/officeDocument/2006/relationships/notesSlide" Target="/ppt/notesSlides/notesSlide2.xml" Id="R62ad1da6dc1240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b8ea5a1cc407d" /><Relationship Type="http://schemas.openxmlformats.org/officeDocument/2006/relationships/notesSlide" Target="/ppt/notesSlides/notesSlide3.xml" Id="R00e3cc45683d4d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af993a6504667" /><Relationship Type="http://schemas.openxmlformats.org/officeDocument/2006/relationships/notesSlide" Target="/ppt/notesSlides/notesSlide4.xml" Id="Re28e52596ef04d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0ddf366e54d16" /><Relationship Type="http://schemas.openxmlformats.org/officeDocument/2006/relationships/image" Target="/ppt/media/image2.png" Id="R0d97f0b2da314532" /><Relationship Type="http://schemas.openxmlformats.org/officeDocument/2006/relationships/notesSlide" Target="/ppt/notesSlides/notesSlide5.xml" Id="Rb5ab3e9809b14d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a7e3d0fc741f7" /><Relationship Type="http://schemas.openxmlformats.org/officeDocument/2006/relationships/image" Target="/ppt/media/image3.png" Id="Rf062fb4b3f4248d3" /><Relationship Type="http://schemas.openxmlformats.org/officeDocument/2006/relationships/notesSlide" Target="/ppt/notesSlides/notesSlide6.xml" Id="R0a5aa2eac94941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069ff5b874539" /><Relationship Type="http://schemas.openxmlformats.org/officeDocument/2006/relationships/notesSlide" Target="/ppt/notesSlides/notesSlide7.xml" Id="R017a0d2e1d6743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16f2182a740ac" /><Relationship Type="http://schemas.openxmlformats.org/officeDocument/2006/relationships/notesSlide" Target="/ppt/notesSlides/notesSlide8.xml" Id="R48109aa36fec4b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d2b50f06c497e" /><Relationship Type="http://schemas.openxmlformats.org/officeDocument/2006/relationships/notesSlide" Target="/ppt/notesSlides/notesSlide9.xml" Id="R42a079c623d540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fa204d41a4dbe" /><Relationship Type="http://schemas.openxmlformats.org/officeDocument/2006/relationships/notesSlide" Target="/ppt/notesSlides/notesSlide10.xml" Id="R6b5c271be9174a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7020dcb6845c7" /><Relationship Type="http://schemas.openxmlformats.org/officeDocument/2006/relationships/notesSlide" Target="/ppt/notesSlides/notesSlide11.xml" Id="R21e640ba982243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dc96c43b9419c" /><Relationship Type="http://schemas.openxmlformats.org/officeDocument/2006/relationships/notesSlide" Target="/ppt/notesSlides/notesSlide12.xml" Id="Rcc96d622f6ce41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6a58fbca84dae" /><Relationship Type="http://schemas.openxmlformats.org/officeDocument/2006/relationships/notesSlide" Target="/ppt/notesSlides/notesSlide13.xml" Id="R3f27f78feead4b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056eb4eff420f" /><Relationship Type="http://schemas.openxmlformats.org/officeDocument/2006/relationships/image" Target="/ppt/media/image4.png" Id="R9959c160f9e1469b" /><Relationship Type="http://schemas.openxmlformats.org/officeDocument/2006/relationships/notesSlide" Target="/ppt/notesSlides/notesSlide14.xml" Id="R2f7bc44e62de41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5fff132374a73" /><Relationship Type="http://schemas.openxmlformats.org/officeDocument/2006/relationships/notesSlide" Target="/ppt/notesSlides/notesSlide15.xml" Id="R9ac0054a6a4c43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cbf25eb44455e" /><Relationship Type="http://schemas.openxmlformats.org/officeDocument/2006/relationships/notesSlide" Target="/ppt/notesSlides/notesSlide16.xml" Id="Reebdf59e46d246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4356ede5774017" /><Relationship Type="http://schemas.openxmlformats.org/officeDocument/2006/relationships/notesSlide" Target="/ppt/notesSlides/notesSlide17.xml" Id="Rde9b51454432471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a4b4e9ed9450a" /><Relationship Type="http://schemas.openxmlformats.org/officeDocument/2006/relationships/notesSlide" Target="/ppt/notesSlides/notesSlide18.xml" Id="Rcc78c0edbf20417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0e4ce4e004529" /><Relationship Type="http://schemas.openxmlformats.org/officeDocument/2006/relationships/notesSlide" Target="/ppt/notesSlides/notesSlide19.xml" Id="Rd6e1ed97a0d04f0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d03bf8368457e" /><Relationship Type="http://schemas.openxmlformats.org/officeDocument/2006/relationships/notesSlide" Target="/ppt/notesSlides/notesSlide20.xml" Id="R719794c30843489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ff0e788fc4dbb" /><Relationship Type="http://schemas.openxmlformats.org/officeDocument/2006/relationships/notesSlide" Target="/ppt/notesSlides/notesSlide21.xml" Id="R17eab77b3dd2466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6363d7acc45f2" /><Relationship Type="http://schemas.openxmlformats.org/officeDocument/2006/relationships/notesSlide" Target="/ppt/notesSlides/notesSlide22.xml" Id="R83dbf050151442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a2345031c4ce5" /><Relationship Type="http://schemas.openxmlformats.org/officeDocument/2006/relationships/notesSlide" Target="/ppt/notesSlides/notesSlide23.xml" Id="R259f0873ff01475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e032a004d4afa" /><Relationship Type="http://schemas.openxmlformats.org/officeDocument/2006/relationships/notesSlide" Target="/ppt/notesSlides/notesSlide24.xml" Id="R063411a58896420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8bd1893a246c8" /><Relationship Type="http://schemas.openxmlformats.org/officeDocument/2006/relationships/notesSlide" Target="/ppt/notesSlides/notesSlide25.xml" Id="R425e54b2953447a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0ab503b1c4571" /><Relationship Type="http://schemas.openxmlformats.org/officeDocument/2006/relationships/notesSlide" Target="/ppt/notesSlides/notesSlide26.xml" Id="Rb49add19d1ca4f8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c4228112c4e96" /><Relationship Type="http://schemas.openxmlformats.org/officeDocument/2006/relationships/notesSlide" Target="/ppt/notesSlides/notesSlide27.xml" Id="R85f5c11283c74d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79bd3f3894e7a"/>
          <a:srcRect xmlns:a="http://schemas.openxmlformats.org/drawingml/2006/main" l="20297" t="0" r="20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0"/>
            <a:ext cx="7239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-857250"/>
            <a:ext cx="3905250" cy="390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>
              <a:alpha val="1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71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session1.md</a:t>
            </a:r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5176-881D-4BA4-B803-9F2A406A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62021-0E33-4A51-BFD4-1277D76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B62F0-803B-42E4-9DFE-5EFDCE5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32EE0-4489-4E1D-B8D2-76C36DBF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81617-1E08-4189-A24A-ADA4155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6A342-B6AF-4B6E-B357-9EE53044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F1CE-8985-445C-B5B9-A0D700D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4CA93-E8BE-4832-BAFE-0EFCDF84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10E73-D086-4180-8283-32BA627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7962C-67BA-4226-A849-D4F06337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FDFCB-C803-4DB8-9517-417E5C0C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CB9D-BAFA-465E-88DA-8192E266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C3371-E6B8-4968-8DD9-D91CE3B7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C5ACF-E284-4FFC-9157-8922246C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957D7-D047-4647-B92A-C9DC84CB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972D7-5321-43EC-880A-6C44178E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2A867-6C37-44A7-9D7B-80D7B457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3E2A8-F74D-4F8D-9D47-EFE1C3B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37E25-D99C-4B59-91D1-FB6DF9C7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4FED2-839F-43E2-AAC1-16812F60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9C2D9F-B0E8-499D-979D-2D088266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25B39-3680-4DC8-B24C-4D24B887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0BEDF-F4BC-4DF7-AAE6-93BD5335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48DDB3-5EA5-4EC7-896F-726BAAF8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8F788-B726-407B-9E5B-0931A5A8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76962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1DD982-849B-43B2-AAD4-1079B8FA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8C4C0C-E576-4FFE-A8D1-6A84F33E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DA4123-E70D-4B47-9150-CD52264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81600"/>
            <a:ext cx="727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069735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431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24125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624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2437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05375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828800"/>
            <a:ext cx="5715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7f0b2da314532"/>
          <a:srcRect xmlns:a="http://schemas.openxmlformats.org/drawingml/2006/main" l="0" t="16" r="0" b="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19800" y="1990725"/>
            <a:ext cx="5448300" cy="35242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19575"/>
            <a:ext cx="2076450" cy="323850"/>
          </a:xfrm>
          <a:prstGeom xmlns:a="http://schemas.openxmlformats.org/drawingml/2006/main" prst="roundRect">
            <a:avLst>
              <a:gd name="adj" fmla="val 11765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4312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241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434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24375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0537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19250"/>
            <a:ext cx="5619750" cy="4152900"/>
          </a:xfrm>
          <a:prstGeom xmlns:a="http://schemas.openxmlformats.org/drawingml/2006/main" prst="roundRect">
            <a:avLst>
              <a:gd name="adj" fmla="val 18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2fb4b3f4248d3"/>
          <a:srcRect xmlns:a="http://schemas.openxmlformats.org/drawingml/2006/main" l="2500" t="3000" r="2500" b="3500"/>
          <a:stretch xmlns:a="http://schemas.openxmlformats.org/drawingml/2006/main"/>
        </p:blipFill>
        <p:spPr>
          <a:xfrm xmlns:a="http://schemas.openxmlformats.org/drawingml/2006/main">
            <a:off x="6191537" y="1828800"/>
            <a:ext cx="5200076" cy="38195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8162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4857750" cy="17145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4438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9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543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907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718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433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0668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241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2628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38625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7195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624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6250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5755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2430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1480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1485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91050"/>
            <a:ext cx="26860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81600"/>
            <a:ext cx="2228850" cy="-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818C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57750"/>
            <a:ext cx="826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765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62450"/>
            <a:ext cx="8991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910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530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76900"/>
            <a:ext cx="956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9c160f9e1469b"/>
          <a:srcRect xmlns:a="http://schemas.openxmlformats.org/drawingml/2006/main" l="106" t="0" r="1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09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288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2417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909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8622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529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868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4767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4019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14900"/>
            <a:ext cx="89916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72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386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8577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149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149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81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816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387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387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054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054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5626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626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8293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8293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8864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864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5905500" cy="2343150"/>
          </a:xfrm>
          <a:prstGeom xmlns:a="http://schemas.openxmlformats.org/drawingml/2006/main" prst="roundRect">
            <a:avLst>
              <a:gd name="adj" fmla="val 4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5486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02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95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1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814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20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14900"/>
            <a:ext cx="9029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24450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050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2383">
            <a:solidFill>
              <a:srgbClr val="1F7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28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491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7F1"/>
          </a:solidFill>
          <a:ln xmlns:a="http://schemas.openxmlformats.org/drawingml/2006/main" w="12383">
            <a:solidFill>
              <a:srgbClr val="0F8F6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5282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81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4495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2383">
            <a:solidFill>
              <a:srgbClr val="C56A0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76725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05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38700"/>
            <a:ext cx="4076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12383">
            <a:solidFill>
              <a:srgbClr val="64748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000625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292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479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765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289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909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195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719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1338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339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8FE5"/>
          </a:solidFill>
          <a:ln xmlns:a="http://schemas.openxmlformats.org/drawingml/2006/main" w="9525">
            <a:solidFill>
              <a:srgbClr val="1F8F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6252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149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2768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772150"/>
            <a:ext cx="8915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57875"/>
            <a:ext cx="826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386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101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9525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29250"/>
            <a:ext cx="925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100584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431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81300"/>
            <a:ext cx="2571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95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76600"/>
            <a:ext cx="13144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38400"/>
            <a:ext cx="2800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1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62500"/>
            <a:ext cx="46101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816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3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38300"/>
            <a:ext cx="71628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57400"/>
            <a:ext cx="674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62300"/>
            <a:ext cx="8191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9100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95300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5339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362450" cy="3219450"/>
          </a:xfrm>
          <a:prstGeom xmlns:a="http://schemas.openxmlformats.org/drawingml/2006/main" prst="roundRect">
            <a:avLst>
              <a:gd name="adj" fmla="val 41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3600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5A105-2B81-4B56-AE1D-EA18C41A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B3B6A-D03E-46B2-B8A4-08F608B7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65FCA-FFE9-4F18-A159-749E7EA5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22F91-AE3E-4429-947D-2A20D3E7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EEF8C-527C-4AFC-97B9-453F2A2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81EF3-17F6-4C62-8598-A960C19B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BBCFB-6B21-46DD-BF50-32EF745D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B7A77-9158-4F1B-B9E9-33BCF94B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10725-E66C-410D-955D-E5ABA64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B8307-1F3D-4DA2-870E-483B88B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36071-EFC3-4BB2-9935-32567E6F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57127-868A-4BDB-9D8B-5DE6B72D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0B583-8B59-407D-81C2-384A709A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FE4F8-9DE1-421D-9687-6247580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81235-B0D1-4A90-BA75-954D4F5F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85B9D-D89F-461F-B9F5-B3192BE0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87838-CB06-46F3-A419-7D3D1D1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22391-7AB7-460E-8EBF-B63511E4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4247D-FE4D-4C10-9306-9B61828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967740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6ADCA-5B68-44C2-8873-802D7546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713CB-4C14-4FC8-AECF-EF51C14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64F389-F718-4829-A8B5-667B2A8E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F2CCEE-4655-4079-95F9-EB8F7183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48300"/>
            <a:ext cx="925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B7D36-7886-4218-AC77-8A79E6E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C4E82-71DD-4AA6-84F4-6B20CDE7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55653-9566-4AC5-8B34-CF732B7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0739868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762500" cy="3886200"/>
          </a:xfrm>
          <a:prstGeom xmlns:a="http://schemas.openxmlformats.org/drawingml/2006/main" prst="roundRect">
            <a:avLst>
              <a:gd name="adj" fmla="val 245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3434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2862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3829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2862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05300"/>
            <a:ext cx="3829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挑戰題：清理與 Apache/httpd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DD0C-AB44-4DB1-A664-313AB63A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E48D5-BF1E-49DD-B337-8A74A519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B7213-19A9-4E3D-BB39-5993C64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95BE6-9D9D-442C-8186-97915C2E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24D3E-6F01-4956-B8C7-0DB447A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C1：Apache/httpd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66A0B-9CBD-475D-ABB6-8F2798F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到 Docker Hub 查 httpd 官方文件，把它跑起來並在瀏覽器看到頁面。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比較 Nginx 和 httpd 的靜態頁目錄。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80010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29200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2026-06-21T14:44:13.0800000Z</dcterms:created>
  <dcterms:modified xsi:type="dcterms:W3CDTF">2026-06-21T14:44:13.0800000Z</dcterms:modified>
</coreProperties>
</file>