
<file path=[Content_Types].xml><?xml version="1.0" encoding="utf-8"?>
<ns0:Types xmlns:ns0="http://schemas.openxmlformats.org/package/2006/content-types">
  <ns0:Default Extension="xml" ContentType="application/vnd.openxmlformats-package.core-properties+xml"/>
  <ns0:Default Extension="png" ContentType="image/png"/>
  <ns0:Default Extension="rels" ContentType="application/vnd.openxmlformats-package.relationships+xml"/>
  <ns0:Override PartName="/docProps/app.xml" ContentType="application/vnd.openxmlformats-officedocument.extended-properties+xml"/>
  <ns0:Override PartName="/ppt/presentation.xml" ContentType="application/vnd.openxmlformats-officedocument.presentationml.presentation.main+xml"/>
  <ns0:Override PartName="/ppt/theme/theme1.xml" ContentType="application/vnd.openxmlformats-officedocument.theme+xml"/>
  <ns0:Override PartName="/ppt/slideMasters/slideMaster1.xml" ContentType="application/vnd.openxmlformats-officedocument.presentationml.slideMaster+xml"/>
  <ns0:Override PartName="/ppt/slideMasters/theme/theme2.xml" ContentType="application/vnd.openxmlformats-officedocument.theme+xml"/>
  <ns0:Override PartName="/ppt/slideLayouts/slideLayout1.xml" ContentType="application/vnd.openxmlformats-officedocument.presentationml.slideLayout+xml"/>
  <ns0:Override PartName="/ppt/presProps.xml" ContentType="application/vnd.openxmlformats-officedocument.presentationml.presProps+xml"/>
  <ns0:Override PartName="/ppt/tableStyles.xml" ContentType="application/vnd.openxmlformats-officedocument.presentationml.tableStyles+xml"/>
  <ns0:Override PartName="/ppt/slides/slide1.xml" ContentType="application/vnd.openxmlformats-officedocument.presentationml.slide+xml"/>
  <ns0:Override PartName="/ppt/slides/slide2.xml" ContentType="application/vnd.openxmlformats-officedocument.presentationml.slide+xml"/>
  <ns0:Override PartName="/ppt/slides/slide3.xml" ContentType="application/vnd.openxmlformats-officedocument.presentationml.slide+xml"/>
  <ns0:Override PartName="/ppt/slides/slide4.xml" ContentType="application/vnd.openxmlformats-officedocument.presentationml.slide+xml"/>
  <ns0:Override PartName="/ppt/slides/slide5.xml" ContentType="application/vnd.openxmlformats-officedocument.presentationml.slide+xml"/>
  <ns0:Override PartName="/ppt/slides/slide6.xml" ContentType="application/vnd.openxmlformats-officedocument.presentationml.slide+xml"/>
  <ns0:Override PartName="/ppt/slides/slide7.xml" ContentType="application/vnd.openxmlformats-officedocument.presentationml.slide+xml"/>
  <ns0:Override PartName="/ppt/slides/slide8.xml" ContentType="application/vnd.openxmlformats-officedocument.presentationml.slide+xml"/>
  <ns0:Override PartName="/ppt/slides/slide9.xml" ContentType="application/vnd.openxmlformats-officedocument.presentationml.slide+xml"/>
  <ns0:Override PartName="/ppt/slides/slide10.xml" ContentType="application/vnd.openxmlformats-officedocument.presentationml.slide+xml"/>
  <ns0:Override PartName="/ppt/slides/slide11.xml" ContentType="application/vnd.openxmlformats-officedocument.presentationml.slide+xml"/>
  <ns0:Override PartName="/ppt/slides/slide12.xml" ContentType="application/vnd.openxmlformats-officedocument.presentationml.slide+xml"/>
  <ns0:Override PartName="/ppt/slides/slide13.xml" ContentType="application/vnd.openxmlformats-officedocument.presentationml.slide+xml"/>
  <ns0:Override PartName="/ppt/slides/slide14.xml" ContentType="application/vnd.openxmlformats-officedocument.presentationml.slide+xml"/>
  <ns0:Override PartName="/ppt/slides/slide15.xml" ContentType="application/vnd.openxmlformats-officedocument.presentationml.slide+xml"/>
  <ns0:Override PartName="/ppt/slides/slide16.xml" ContentType="application/vnd.openxmlformats-officedocument.presentationml.slide+xml"/>
  <ns0:Override PartName="/ppt/slides/slide17.xml" ContentType="application/vnd.openxmlformats-officedocument.presentationml.slide+xml"/>
  <ns0:Override PartName="/ppt/slides/slide18.xml" ContentType="application/vnd.openxmlformats-officedocument.presentationml.slide+xml"/>
  <ns0:Override PartName="/ppt/slides/slide19.xml" ContentType="application/vnd.openxmlformats-officedocument.presentationml.slide+xml"/>
  <ns0:Override PartName="/ppt/slides/slide20.xml" ContentType="application/vnd.openxmlformats-officedocument.presentationml.slide+xml"/>
  <ns0:Override PartName="/ppt/slides/slide21.xml" ContentType="application/vnd.openxmlformats-officedocument.presentationml.slide+xml"/>
  <ns0:Override PartName="/ppt/slides/slide22.xml" ContentType="application/vnd.openxmlformats-officedocument.presentationml.slide+xml"/>
  <ns0:Override PartName="/ppt/slides/slide23.xml" ContentType="application/vnd.openxmlformats-officedocument.presentationml.slide+xml"/>
  <ns0:Override PartName="/ppt/slides/slide24.xml" ContentType="application/vnd.openxmlformats-officedocument.presentationml.slide+xml"/>
  <ns0:Override PartName="/ppt/slides/slide25.xml" ContentType="application/vnd.openxmlformats-officedocument.presentationml.slide+xml"/>
  <ns0:Override PartName="/ppt/slides/slide26.xml" ContentType="application/vnd.openxmlformats-officedocument.presentationml.slide+xml"/>
  <ns0:Override PartName="/ppt/slides/slide27.xml" ContentType="application/vnd.openxmlformats-officedocument.presentationml.slide+xml"/>
</ns0: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f1da5ea2fdb34683" /><ns0:Relationship Type="http://schemas.openxmlformats.org/officeDocument/2006/relationships/extended-properties" Target="/docProps/app.xml" Id="R513b682bd1e44b4a" /><ns0:Relationship Type="http://schemas.openxmlformats.org/officeDocument/2006/relationships/officeDocument" Target="/ppt/presentation.xml" Id="R6003ce180e574f8f" /></ns0: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9d95461ccd5a435d"/>
  </p:sldMasterIdLst>
  <p:notesMasterIdLst>
    <p:notesMasterId xmlns:r="http://schemas.openxmlformats.org/officeDocument/2006/relationships" r:id="Re7c72efc286f43a9"/>
  </p:notesMasterIdLst>
  <p:sldIdLst>
    <p:sldId xmlns:r="http://schemas.openxmlformats.org/officeDocument/2006/relationships" id="256" r:id="R534a20be6a554624"/>
    <p:sldId xmlns:r="http://schemas.openxmlformats.org/officeDocument/2006/relationships" id="257" r:id="R85c70f84879a4812"/>
    <p:sldId xmlns:r="http://schemas.openxmlformats.org/officeDocument/2006/relationships" id="258" r:id="R7874a43df70e48cb"/>
    <p:sldId xmlns:r="http://schemas.openxmlformats.org/officeDocument/2006/relationships" id="259" r:id="Re99b3704889f4d49"/>
    <p:sldId xmlns:r="http://schemas.openxmlformats.org/officeDocument/2006/relationships" id="260" r:id="R3236acdfcab64870"/>
    <p:sldId xmlns:r="http://schemas.openxmlformats.org/officeDocument/2006/relationships" id="261" r:id="R64bbdd81cd314281"/>
    <p:sldId xmlns:r="http://schemas.openxmlformats.org/officeDocument/2006/relationships" id="262" r:id="R6d3793b2232145df"/>
    <p:sldId xmlns:r="http://schemas.openxmlformats.org/officeDocument/2006/relationships" id="263" r:id="Rc0ae04078daa441c"/>
    <p:sldId xmlns:r="http://schemas.openxmlformats.org/officeDocument/2006/relationships" id="264" r:id="R3a357448888548ed"/>
    <p:sldId xmlns:r="http://schemas.openxmlformats.org/officeDocument/2006/relationships" id="265" r:id="Rc8b84611a13249ad"/>
    <p:sldId xmlns:r="http://schemas.openxmlformats.org/officeDocument/2006/relationships" id="266" r:id="R13a519ccef9e4d67"/>
    <p:sldId xmlns:r="http://schemas.openxmlformats.org/officeDocument/2006/relationships" id="267" r:id="Rfab575397dc2490f"/>
    <p:sldId xmlns:r="http://schemas.openxmlformats.org/officeDocument/2006/relationships" id="268" r:id="R41cb82ad261f454c"/>
    <p:sldId xmlns:r="http://schemas.openxmlformats.org/officeDocument/2006/relationships" id="269" r:id="R51dc3817afe045b5"/>
    <p:sldId xmlns:r="http://schemas.openxmlformats.org/officeDocument/2006/relationships" id="270" r:id="Re8af338f0f9e4a6d"/>
    <p:sldId xmlns:r="http://schemas.openxmlformats.org/officeDocument/2006/relationships" id="271" r:id="Rdb3f5a3796534bd7"/>
    <p:sldId xmlns:r="http://schemas.openxmlformats.org/officeDocument/2006/relationships" id="272" r:id="R6ee63b6ecda0406c"/>
    <p:sldId xmlns:r="http://schemas.openxmlformats.org/officeDocument/2006/relationships" id="273" r:id="R32181bae7ddf4814"/>
    <p:sldId xmlns:r="http://schemas.openxmlformats.org/officeDocument/2006/relationships" id="274" r:id="R280fb19bbba24d46"/>
    <p:sldId xmlns:r="http://schemas.openxmlformats.org/officeDocument/2006/relationships" id="275" r:id="Re7909a35720f4790"/>
    <p:sldId xmlns:r="http://schemas.openxmlformats.org/officeDocument/2006/relationships" id="276" r:id="Rad7faa5a408b4e58"/>
    <p:sldId xmlns:r="http://schemas.openxmlformats.org/officeDocument/2006/relationships" id="277" r:id="R48e424fea76c4627"/>
    <p:sldId id="283" r:id="rId1"/>
    <p:sldId xmlns:r="http://schemas.openxmlformats.org/officeDocument/2006/relationships" id="278" r:id="Rf14069a11143499b"/>
    <p:sldId xmlns:r="http://schemas.openxmlformats.org/officeDocument/2006/relationships" id="279" r:id="R8c2bfe1ccc954101"/>
    <p:sldId id="284" r:id="rId2"/>
    <p:sldId id="285" r:id="rId3"/>
    <p:sldId xmlns:r="http://schemas.openxmlformats.org/officeDocument/2006/relationships" id="280" r:id="R8b3293098fd74ef5"/>
    <p:sldId xmlns:r="http://schemas.openxmlformats.org/officeDocument/2006/relationships" id="281" r:id="Reb2a6ab6c203454b"/>
    <p:sldId id="286" r:id="rId4"/>
    <p:sldId xmlns:r="http://schemas.openxmlformats.org/officeDocument/2006/relationships" id="282" r:id="Rbd1f54cec190419b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cfe55e569e904312" /><ns0:Relationship Type="http://schemas.openxmlformats.org/officeDocument/2006/relationships/slideMaster" Target="/ppt/slideMasters/slideMaster1.xml" Id="R9d95461ccd5a435d" /><ns0:Relationship Type="http://schemas.openxmlformats.org/officeDocument/2006/relationships/presProps" Target="/ppt/presProps.xml" Id="R656f31f095f7482f" /><ns0:Relationship Type="http://schemas.openxmlformats.org/officeDocument/2006/relationships/tableStyles" Target="/ppt/tableStyles.xml" Id="Rdd76de7e196b43ef" /><ns0:Relationship Type="http://schemas.openxmlformats.org/officeDocument/2006/relationships/slide" Target="/ppt/slides/slide1.xml" Id="R534a20be6a554624" /><ns0:Relationship Type="http://schemas.openxmlformats.org/officeDocument/2006/relationships/slide" Target="/ppt/slides/slide2.xml" Id="R85c70f84879a4812" /><ns0:Relationship Type="http://schemas.openxmlformats.org/officeDocument/2006/relationships/slide" Target="/ppt/slides/slide3.xml" Id="R7874a43df70e48cb" /><ns0:Relationship Type="http://schemas.openxmlformats.org/officeDocument/2006/relationships/slide" Target="/ppt/slides/slide4.xml" Id="Re99b3704889f4d49" /><ns0:Relationship Type="http://schemas.openxmlformats.org/officeDocument/2006/relationships/slide" Target="/ppt/slides/slide5.xml" Id="R3236acdfcab64870" /><ns0:Relationship Type="http://schemas.openxmlformats.org/officeDocument/2006/relationships/slide" Target="/ppt/slides/slide6.xml" Id="R64bbdd81cd314281" /><ns0:Relationship Type="http://schemas.openxmlformats.org/officeDocument/2006/relationships/slide" Target="/ppt/slides/slide7.xml" Id="R6d3793b2232145df" /><ns0:Relationship Type="http://schemas.openxmlformats.org/officeDocument/2006/relationships/slide" Target="/ppt/slides/slide8.xml" Id="Rc0ae04078daa441c" /><ns0:Relationship Type="http://schemas.openxmlformats.org/officeDocument/2006/relationships/slide" Target="/ppt/slides/slide9.xml" Id="R3a357448888548ed" /><ns0:Relationship Type="http://schemas.openxmlformats.org/officeDocument/2006/relationships/slide" Target="/ppt/slides/slide10.xml" Id="Rc8b84611a13249ad" /><ns0:Relationship Type="http://schemas.openxmlformats.org/officeDocument/2006/relationships/slide" Target="/ppt/slides/slide11.xml" Id="R13a519ccef9e4d67" /><ns0:Relationship Type="http://schemas.openxmlformats.org/officeDocument/2006/relationships/slide" Target="/ppt/slides/slide12.xml" Id="Rfab575397dc2490f" /><ns0:Relationship Type="http://schemas.openxmlformats.org/officeDocument/2006/relationships/slide" Target="/ppt/slides/slide13.xml" Id="R41cb82ad261f454c" /><ns0:Relationship Type="http://schemas.openxmlformats.org/officeDocument/2006/relationships/slide" Target="/ppt/slides/slide14.xml" Id="R51dc3817afe045b5" /><ns0:Relationship Type="http://schemas.openxmlformats.org/officeDocument/2006/relationships/slide" Target="/ppt/slides/slide15.xml" Id="Re8af338f0f9e4a6d" /><ns0:Relationship Type="http://schemas.openxmlformats.org/officeDocument/2006/relationships/slide" Target="/ppt/slides/slide16.xml" Id="Rdb3f5a3796534bd7" /><ns0:Relationship Type="http://schemas.openxmlformats.org/officeDocument/2006/relationships/slide" Target="/ppt/slides/slide17.xml" Id="R6ee63b6ecda0406c" /><ns0:Relationship Type="http://schemas.openxmlformats.org/officeDocument/2006/relationships/slide" Target="/ppt/slides/slide18.xml" Id="R32181bae7ddf4814" /><ns0:Relationship Type="http://schemas.openxmlformats.org/officeDocument/2006/relationships/slide" Target="/ppt/slides/slide19.xml" Id="R280fb19bbba24d46" /><ns0:Relationship Type="http://schemas.openxmlformats.org/officeDocument/2006/relationships/slide" Target="/ppt/slides/slide20.xml" Id="Re7909a35720f4790" /><ns0:Relationship Type="http://schemas.openxmlformats.org/officeDocument/2006/relationships/slide" Target="/ppt/slides/slide21.xml" Id="Rad7faa5a408b4e58" /><ns0:Relationship Type="http://schemas.openxmlformats.org/officeDocument/2006/relationships/slide" Target="/ppt/slides/slide22.xml" Id="R48e424fea76c4627" /><ns0:Relationship Type="http://schemas.openxmlformats.org/officeDocument/2006/relationships/slide" Target="/ppt/slides/slide23.xml" Id="Rf14069a11143499b" /><ns0:Relationship Type="http://schemas.openxmlformats.org/officeDocument/2006/relationships/slide" Target="/ppt/slides/slide24.xml" Id="R8c2bfe1ccc954101" /><ns0:Relationship Type="http://schemas.openxmlformats.org/officeDocument/2006/relationships/slide" Target="/ppt/slides/slide25.xml" Id="R8b3293098fd74ef5" /><ns0:Relationship Type="http://schemas.openxmlformats.org/officeDocument/2006/relationships/slide" Target="/ppt/slides/slide26.xml" Id="Reb2a6ab6c203454b" /><ns0:Relationship Type="http://schemas.openxmlformats.org/officeDocument/2006/relationships/slide" Target="/ppt/slides/slide27.xml" Id="Rbd1f54cec190419b" /><ns0:Relationship Type="http://schemas.openxmlformats.org/officeDocument/2006/relationships/slide" Target="/ppt/slides/slide28.xml" Id="rId1" /><ns0:Relationship Type="http://schemas.openxmlformats.org/officeDocument/2006/relationships/slide" Target="/ppt/slides/slide29.xml" Id="rId2" /><ns0:Relationship Type="http://schemas.openxmlformats.org/officeDocument/2006/relationships/slide" Target="/ppt/slides/slide30.xml" Id="rId3" /><ns0:Relationship Type="http://schemas.openxmlformats.org/officeDocument/2006/relationships/slide" Target="/ppt/slides/slide31.xml" Id="rId4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980300ee4edf4649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979aa49a344146d3" /><ns0:Relationship Type="http://schemas.openxmlformats.org/officeDocument/2006/relationships/slideLayout" Target="/ppt/slideLayouts/slideLayout1.xml" Id="R20204951928248db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0204951928248d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0e7b6c1a514448c" /><ns0:Relationship Type="http://schemas.openxmlformats.org/officeDocument/2006/relationships/image" Target="/ppt/media/image.png" Id="R7cc59e1cf8f44cda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3d52537bb440ef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a5e82f274004fc4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5bf33782a9043df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db1bda33d943dc" /><ns0:Relationship Type="http://schemas.openxmlformats.org/officeDocument/2006/relationships/image" Target="/ppt/media/image2.png" Id="R1ebfd9e80c5140ef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19e185bbba4eb6" /><ns0:Relationship Type="http://schemas.openxmlformats.org/officeDocument/2006/relationships/image" Target="/ppt/media/image3.png" Id="R3708d1e214e04e4a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a47ea9c4173423f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712c87b2ee427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a55d2d18ed84e36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737caaee8049d8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899ca8f42604984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cc1b73e11e84a26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286c2a3cf94955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59cb54771c4f49" /><ns0:Relationship Type="http://schemas.openxmlformats.org/officeDocument/2006/relationships/image" Target="/ppt/media/image4.png" Id="Re9930037aae14927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4a0a88175476e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36913dcd8374618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dae9d64889499b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584866a7d14a47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6ba17963b744a95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f2891771f974252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3c0b48d86234a7f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b891ccff98e46d7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51d5a4c24eb41a7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b52778df80400a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9302ce89a184695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3bac301bd754efa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9b41d5412b45b4" /></ns0: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/ppt/slideLayouts/slideLayout1.xml"/></Relationships>
</file>

<file path=ppt/slides/slide1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07111F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"/>
          <p:cNvPicPr>
            <a:picLocks noChangeAspect="1"/>
          </p:cNvPicPr>
          <p:nvPr/>
        </p:nvPicPr>
        <p:blipFill>
          <a:blip r:embed="R7cc59e1cf8f44cda"/>
          <a:srcRect l="20297" t="0" r="20297" b="0"/>
          <a:stretch>
            <a:fillRect l="0" t="0" r="0" b="0"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">
            <a:extLst>
              <a:ext uri="{FF2B5EF4-FFF2-40B4-BE49-F238E27FC236}">
                <ns2:creationId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>
              <a:ext uri="{FF2B5EF4-FFF2-40B4-BE49-F238E27FC236}">
                <ns2:creationId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">
            <a:extLst>
              <a:ext uri="{FF2B5EF4-FFF2-40B4-BE49-F238E27FC236}">
                <ns2:creationId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>
              <a:ext uri="{FF2B5EF4-FFF2-40B4-BE49-F238E27FC236}">
                <ns2:creationId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">
            <a:extLst>
              <a:ext uri="{FF2B5EF4-FFF2-40B4-BE49-F238E27FC236}">
                <ns2:creationId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ns4:creationId val="1211649079"/>
      </p:ext>
    </p:extLst>
  </p:cSld>
</p:sld>
</file>

<file path=ppt/slides/slide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>
              <a:ext uri="{FF2B5EF4-FFF2-40B4-BE49-F238E27FC236}">
                <ns2:creationId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>
              <a:ext uri="{FF2B5EF4-FFF2-40B4-BE49-F238E27FC236}">
                <ns2:creationId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">
            <a:extLst>
              <a:ext uri="{FF2B5EF4-FFF2-40B4-BE49-F238E27FC236}">
                <ns2:creationId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">
            <a:extLst>
              <a:ext uri="{FF2B5EF4-FFF2-40B4-BE49-F238E27FC236}">
                <ns2:creationId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>
              <a:ext uri="{FF2B5EF4-FFF2-40B4-BE49-F238E27FC236}">
                <ns2:creationId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">
            <a:extLst>
              <a:ext uri="{FF2B5EF4-FFF2-40B4-BE49-F238E27FC236}">
                <ns2:creationId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">
            <a:extLst>
              <a:ext uri="{FF2B5EF4-FFF2-40B4-BE49-F238E27FC236}">
                <ns2:creationId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>
              <a:ext uri="{FF2B5EF4-FFF2-40B4-BE49-F238E27FC236}">
                <ns2:creationId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>
              <a:ext uri="{FF2B5EF4-FFF2-40B4-BE49-F238E27FC236}">
                <ns2:creationId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>
              <a:ext uri="{FF2B5EF4-FFF2-40B4-BE49-F238E27FC236}">
                <ns2:creationId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>
              <a:ext uri="{FF2B5EF4-FFF2-40B4-BE49-F238E27FC236}">
                <ns2:creationId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>
              <a:ext uri="{FF2B5EF4-FFF2-40B4-BE49-F238E27FC236}">
                <ns2:creationId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">
            <a:extLst>
              <a:ext uri="{FF2B5EF4-FFF2-40B4-BE49-F238E27FC236}">
                <ns2:creationId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">
            <a:extLst>
              <a:ext uri="{FF2B5EF4-FFF2-40B4-BE49-F238E27FC236}">
                <ns2:creationId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>
              <a:ext uri="{FF2B5EF4-FFF2-40B4-BE49-F238E27FC236}">
                <ns2:creationId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ns3:creationId val="1567597398"/>
      </p:ext>
    </p:extLst>
  </p:cSld>
</p:sld>
</file>

<file path=ppt/slides/slide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>
              <a:ext uri="{FF2B5EF4-FFF2-40B4-BE49-F238E27FC236}">
                <ns2:creationId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>
              <a:ext uri="{FF2B5EF4-FFF2-40B4-BE49-F238E27FC236}">
                <ns2:creationId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>
              <a:ext uri="{FF2B5EF4-FFF2-40B4-BE49-F238E27FC236}">
                <ns2:creationId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>
              <a:ext uri="{FF2B5EF4-FFF2-40B4-BE49-F238E27FC236}">
                <ns2:creationId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>
              <a:ext uri="{FF2B5EF4-FFF2-40B4-BE49-F238E27FC236}">
                <ns2:creationId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>
              <a:ext uri="{FF2B5EF4-FFF2-40B4-BE49-F238E27FC236}">
                <ns2:creationId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>
              <a:ext uri="{FF2B5EF4-FFF2-40B4-BE49-F238E27FC236}">
                <ns2:creationId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>
              <a:ext uri="{FF2B5EF4-FFF2-40B4-BE49-F238E27FC236}">
                <ns2:creationId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>
              <a:ext uri="{FF2B5EF4-FFF2-40B4-BE49-F238E27FC236}">
                <ns2:creationId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>
              <a:ext uri="{FF2B5EF4-FFF2-40B4-BE49-F238E27FC236}">
                <ns2:creationId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9" name="">
            <a:extLst>
              <a:ext uri="{FF2B5EF4-FFF2-40B4-BE49-F238E27FC236}">
                <ns2:creationId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>
              <a:ext uri="{FF2B5EF4-FFF2-40B4-BE49-F238E27FC236}">
                <ns2:creationId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>
              <a:ext uri="{FF2B5EF4-FFF2-40B4-BE49-F238E27FC236}">
                <ns2:creationId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>
              <a:ext uri="{FF2B5EF4-FFF2-40B4-BE49-F238E27FC236}">
                <ns2:creationId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ns3:creationId val="1162810450"/>
      </p:ext>
    </p:extLst>
  </p:cSld>
</p:sld>
</file>

<file path=ppt/slides/slide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>
              <a:ext uri="{FF2B5EF4-FFF2-40B4-BE49-F238E27FC236}">
                <ns2:creationId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>
              <a:ext uri="{FF2B5EF4-FFF2-40B4-BE49-F238E27FC236}">
                <ns2:creationId id="{8F1A5176-881D-4BA4-B803-9F2A406A2729}"/>
              </a:ext>
            </a:extLst>
          </p:cNvPr>
          <p:cNvSpPr>
            <a:spLocks noGrp="1"/>
          </p:cNvSpPr>
          <p:nvPr/>
        </p:nvSpPr>
        <p:spPr>
          <a:xfrm>
            <a:off x="8191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07A62021-0E33-4A51-BFD4-1277D7654DD6}"/>
              </a:ext>
            </a:extLst>
          </p:cNvPr>
          <p:cNvSpPr>
            <a:spLocks noGrp="1"/>
          </p:cNvSpPr>
          <p:nvPr/>
        </p:nvSpPr>
        <p:spPr>
          <a:xfrm>
            <a:off x="8191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955B62F0-803B-42E4-9DFE-5EFDCE53DD07}"/>
              </a:ext>
            </a:extLst>
          </p:cNvPr>
          <p:cNvSpPr>
            <a:spLocks noGrp="1"/>
          </p:cNvSpPr>
          <p:nvPr/>
        </p:nvSpPr>
        <p:spPr>
          <a:xfrm>
            <a:off x="15430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2B432EE0-4489-4E1D-B8D2-76C36DBFEA1B}"/>
              </a:ext>
            </a:extLst>
          </p:cNvPr>
          <p:cNvSpPr>
            <a:spLocks noGrp="1"/>
          </p:cNvSpPr>
          <p:nvPr/>
        </p:nvSpPr>
        <p:spPr>
          <a:xfrm>
            <a:off x="4191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>
              <a:ext uri="{FF2B5EF4-FFF2-40B4-BE49-F238E27FC236}">
                <ns2:creationId id="{55181617-1E08-4189-A24A-ADA415584490}"/>
              </a:ext>
            </a:extLst>
          </p:cNvPr>
          <p:cNvSpPr>
            <a:spLocks noGrp="1"/>
          </p:cNvSpPr>
          <p:nvPr/>
        </p:nvSpPr>
        <p:spPr>
          <a:xfrm>
            <a:off x="1714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>
              <a:ext uri="{FF2B5EF4-FFF2-40B4-BE49-F238E27FC236}">
                <ns2:creationId id="{E836A342-B6AF-4B6E-B357-9EE53044E900}"/>
              </a:ext>
            </a:extLst>
          </p:cNvPr>
          <p:cNvSpPr>
            <a:spLocks noGrp="1"/>
          </p:cNvSpPr>
          <p:nvPr/>
        </p:nvSpPr>
        <p:spPr>
          <a:xfrm>
            <a:off x="29527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3BAF1CE-8985-445C-B5B9-A0D700D43EAE}"/>
              </a:ext>
            </a:extLst>
          </p:cNvPr>
          <p:cNvSpPr>
            <a:spLocks noGrp="1"/>
          </p:cNvSpPr>
          <p:nvPr/>
        </p:nvSpPr>
        <p:spPr>
          <a:xfrm>
            <a:off x="29527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CD24CA93-E8BE-4832-BAFE-0EFCDF84B670}"/>
              </a:ext>
            </a:extLst>
          </p:cNvPr>
          <p:cNvSpPr>
            <a:spLocks noGrp="1"/>
          </p:cNvSpPr>
          <p:nvPr/>
        </p:nvSpPr>
        <p:spPr>
          <a:xfrm>
            <a:off x="36766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64910E73-D086-4180-8283-32BA627F7A44}"/>
              </a:ext>
            </a:extLst>
          </p:cNvPr>
          <p:cNvSpPr>
            <a:spLocks noGrp="1"/>
          </p:cNvSpPr>
          <p:nvPr/>
        </p:nvSpPr>
        <p:spPr>
          <a:xfrm>
            <a:off x="25527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>
              <a:ext uri="{FF2B5EF4-FFF2-40B4-BE49-F238E27FC236}">
                <ns2:creationId id="{21B7962C-67BA-4226-A849-D4F063379187}"/>
              </a:ext>
            </a:extLst>
          </p:cNvPr>
          <p:cNvSpPr>
            <a:spLocks noGrp="1"/>
          </p:cNvSpPr>
          <p:nvPr/>
        </p:nvSpPr>
        <p:spPr>
          <a:xfrm>
            <a:off x="23050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>
              <a:ext uri="{FF2B5EF4-FFF2-40B4-BE49-F238E27FC236}">
                <ns2:creationId id="{298FDFCB-C803-4DB8-9517-417E5C0CBB66}"/>
              </a:ext>
            </a:extLst>
          </p:cNvPr>
          <p:cNvSpPr>
            <a:spLocks noGrp="1"/>
          </p:cNvSpPr>
          <p:nvPr/>
        </p:nvSpPr>
        <p:spPr>
          <a:xfrm>
            <a:off x="50863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0590CB9D-BAFA-465E-88DA-8192E266D946}"/>
              </a:ext>
            </a:extLst>
          </p:cNvPr>
          <p:cNvSpPr>
            <a:spLocks noGrp="1"/>
          </p:cNvSpPr>
          <p:nvPr/>
        </p:nvSpPr>
        <p:spPr>
          <a:xfrm>
            <a:off x="50863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>
              <a:ext uri="{FF2B5EF4-FFF2-40B4-BE49-F238E27FC236}">
                <ns2:creationId id="{EB1C3371-E6B8-4968-8DD9-D91CE3B7AA18}"/>
              </a:ext>
            </a:extLst>
          </p:cNvPr>
          <p:cNvSpPr>
            <a:spLocks noGrp="1"/>
          </p:cNvSpPr>
          <p:nvPr/>
        </p:nvSpPr>
        <p:spPr>
          <a:xfrm>
            <a:off x="58102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2D2C5ACF-E284-4FFC-9157-8922246C36BB}"/>
              </a:ext>
            </a:extLst>
          </p:cNvPr>
          <p:cNvSpPr>
            <a:spLocks noGrp="1"/>
          </p:cNvSpPr>
          <p:nvPr/>
        </p:nvSpPr>
        <p:spPr>
          <a:xfrm>
            <a:off x="46863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>
              <a:ext uri="{FF2B5EF4-FFF2-40B4-BE49-F238E27FC236}">
                <ns2:creationId id="{5C6957D7-D047-4647-B92A-C9DC84CBC9E4}"/>
              </a:ext>
            </a:extLst>
          </p:cNvPr>
          <p:cNvSpPr>
            <a:spLocks noGrp="1"/>
          </p:cNvSpPr>
          <p:nvPr/>
        </p:nvSpPr>
        <p:spPr>
          <a:xfrm>
            <a:off x="44386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>
              <a:ext uri="{FF2B5EF4-FFF2-40B4-BE49-F238E27FC236}">
                <ns2:creationId id="{33F972D7-5321-43EC-880A-6C44178E7C68}"/>
              </a:ext>
            </a:extLst>
          </p:cNvPr>
          <p:cNvSpPr>
            <a:spLocks noGrp="1"/>
          </p:cNvSpPr>
          <p:nvPr/>
        </p:nvSpPr>
        <p:spPr>
          <a:xfrm>
            <a:off x="72199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3DE2A867-6C37-44A7-9D7B-80D7B4573092}"/>
              </a:ext>
            </a:extLst>
          </p:cNvPr>
          <p:cNvSpPr>
            <a:spLocks noGrp="1"/>
          </p:cNvSpPr>
          <p:nvPr/>
        </p:nvSpPr>
        <p:spPr>
          <a:xfrm>
            <a:off x="72199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>
              <a:ext uri="{FF2B5EF4-FFF2-40B4-BE49-F238E27FC236}">
                <ns2:creationId id="{4603E2A8-F74D-4F8D-9D47-EFE1C3B9EB12}"/>
              </a:ext>
            </a:extLst>
          </p:cNvPr>
          <p:cNvSpPr>
            <a:spLocks noGrp="1"/>
          </p:cNvSpPr>
          <p:nvPr/>
        </p:nvSpPr>
        <p:spPr>
          <a:xfrm>
            <a:off x="7943850" y="1981200"/>
            <a:ext cx="781050" cy="228600"/>
          </a:xfrm>
          <a:prstGeom prst="rightArrow">
            <a:avLst/>
          </a:prstGeom>
          <a:solidFill>
            <a:srgbClr val="94A3B8"/>
          </a:solidFill>
          <a:ln w="0">
            <a:solidFill>
              <a:srgbClr val="94A3B8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E9937E25-D99C-4B59-91D1-FB6DF9C70A25}"/>
              </a:ext>
            </a:extLst>
          </p:cNvPr>
          <p:cNvSpPr>
            <a:spLocks noGrp="1"/>
          </p:cNvSpPr>
          <p:nvPr/>
        </p:nvSpPr>
        <p:spPr>
          <a:xfrm>
            <a:off x="68199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>
              <a:ext uri="{FF2B5EF4-FFF2-40B4-BE49-F238E27FC236}">
                <ns2:creationId id="{9704FED2-839F-43E2-AAC1-16812F60D84E}"/>
              </a:ext>
            </a:extLst>
          </p:cNvPr>
          <p:cNvSpPr>
            <a:spLocks noGrp="1"/>
          </p:cNvSpPr>
          <p:nvPr/>
        </p:nvSpPr>
        <p:spPr>
          <a:xfrm>
            <a:off x="65722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>
              <a:ext uri="{FF2B5EF4-FFF2-40B4-BE49-F238E27FC236}">
                <ns2:creationId id="{129C2D9F-B0E8-499D-979D-2D0882662BAF}"/>
              </a:ext>
            </a:extLst>
          </p:cNvPr>
          <p:cNvSpPr>
            <a:spLocks noGrp="1"/>
          </p:cNvSpPr>
          <p:nvPr/>
        </p:nvSpPr>
        <p:spPr>
          <a:xfrm>
            <a:off x="9353550" y="1809750"/>
            <a:ext cx="552450" cy="552450"/>
          </a:xfrm>
          <a:prstGeom prst="ellipse">
            <a:avLst/>
          </a:prstGeom>
          <a:solidFill>
            <a:srgbClr val="2496ED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82425B39-3680-4DC8-B24C-4D24B887BFA2}"/>
              </a:ext>
            </a:extLst>
          </p:cNvPr>
          <p:cNvSpPr>
            <a:spLocks noGrp="1"/>
          </p:cNvSpPr>
          <p:nvPr/>
        </p:nvSpPr>
        <p:spPr>
          <a:xfrm>
            <a:off x="9353550" y="1952625"/>
            <a:ext cx="552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618"/>
          </a:bodyPr>
          <a:lstStyle/>
          <a:p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>
              <a:ext uri="{FF2B5EF4-FFF2-40B4-BE49-F238E27FC236}">
                <ns2:creationId id="{07D0BEDF-F4BC-4DF7-AAE6-93BD5335F275}"/>
              </a:ext>
            </a:extLst>
          </p:cNvPr>
          <p:cNvSpPr>
            <a:spLocks noGrp="1"/>
          </p:cNvSpPr>
          <p:nvPr/>
        </p:nvSpPr>
        <p:spPr>
          <a:xfrm>
            <a:off x="8953500" y="2705100"/>
            <a:ext cx="13525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>
              <a:ext uri="{FF2B5EF4-FFF2-40B4-BE49-F238E27FC236}">
                <ns2:creationId id="{9148DDB3-5EA5-4EC7-896F-726BAAF88040}"/>
              </a:ext>
            </a:extLst>
          </p:cNvPr>
          <p:cNvSpPr>
            <a:spLocks noGrp="1"/>
          </p:cNvSpPr>
          <p:nvPr/>
        </p:nvSpPr>
        <p:spPr>
          <a:xfrm>
            <a:off x="8705850" y="3276600"/>
            <a:ext cx="184785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>
              <a:ext uri="{FF2B5EF4-FFF2-40B4-BE49-F238E27FC236}">
                <ns2:creationId id="{E248F788-B726-407B-9E5B-0931A5A83526}"/>
              </a:ext>
            </a:extLst>
          </p:cNvPr>
          <p:cNvSpPr>
            <a:spLocks noGrp="1"/>
          </p:cNvSpPr>
          <p:nvPr/>
        </p:nvSpPr>
        <p:spPr>
          <a:xfrm>
            <a:off x="2247900" y="4762500"/>
            <a:ext cx="7696200" cy="1123950"/>
          </a:xfrm>
          <a:prstGeom prst="roundRect">
            <a:avLst>
              <a:gd name="adj" fmla="val 847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8" name="">
            <a:extLst>
              <a:ext uri="{FF2B5EF4-FFF2-40B4-BE49-F238E27FC236}">
                <ns2:creationId id="{F61DD982-849B-43B2-AAD4-1079B8FA47C8}"/>
              </a:ext>
            </a:extLst>
          </p:cNvPr>
          <p:cNvSpPr>
            <a:spLocks noGrp="1"/>
          </p:cNvSpPr>
          <p:nvPr/>
        </p:nvSpPr>
        <p:spPr>
          <a:xfrm>
            <a:off x="241935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9" name="">
            <a:extLst>
              <a:ext uri="{FF2B5EF4-FFF2-40B4-BE49-F238E27FC236}">
                <ns2:creationId id="{018C4C0C-E576-4FFE-A8D1-6A84F33E086B}"/>
              </a:ext>
            </a:extLst>
          </p:cNvPr>
          <p:cNvSpPr>
            <a:spLocks noGrp="1"/>
          </p:cNvSpPr>
          <p:nvPr/>
        </p:nvSpPr>
        <p:spPr>
          <a:xfrm>
            <a:off x="259080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30" name="">
            <a:extLst>
              <a:ext uri="{FF2B5EF4-FFF2-40B4-BE49-F238E27FC236}">
                <ns2:creationId id="{B7DA4123-E70D-4B47-9150-CD52264FC156}"/>
              </a:ext>
            </a:extLst>
          </p:cNvPr>
          <p:cNvSpPr>
            <a:spLocks noGrp="1"/>
          </p:cNvSpPr>
          <p:nvPr/>
        </p:nvSpPr>
        <p:spPr>
          <a:xfrm>
            <a:off x="276225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2457450" y="5181600"/>
            <a:ext cx="72771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60096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>
              <a:ext uri="{FF2B5EF4-FFF2-40B4-BE49-F238E27FC236}">
                <ns2:creationId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ns3:creationId val="806973548"/>
      </p:ext>
    </p:extLst>
  </p:cSld>
</p:sld>
</file>

<file path=ppt/slides/slide5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">
            <a:extLst>
              <a:ext uri="{FF2B5EF4-FFF2-40B4-BE49-F238E27FC236}">
                <ns2:creationId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">
            <a:extLst>
              <a:ext uri="{FF2B5EF4-FFF2-40B4-BE49-F238E27FC236}">
                <ns2:creationId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">
            <a:extLst>
              <a:ext uri="{FF2B5EF4-FFF2-40B4-BE49-F238E27FC236}">
                <ns2:creationId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">
            <a:extLst>
              <a:ext uri="{FF2B5EF4-FFF2-40B4-BE49-F238E27FC236}">
                <ns2:creationId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">
            <a:extLst>
              <a:ext uri="{FF2B5EF4-FFF2-40B4-BE49-F238E27FC236}">
                <ns2:creationId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">
            <a:extLst>
              <a:ext uri="{FF2B5EF4-FFF2-40B4-BE49-F238E27FC236}">
                <ns2:creationId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">
            <a:extLst>
              <a:ext uri="{FF2B5EF4-FFF2-40B4-BE49-F238E27FC236}">
                <ns2:creationId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">
            <a:extLst>
              <a:ext uri="{FF2B5EF4-FFF2-40B4-BE49-F238E27FC236}">
                <ns2:creationId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9" name=""/>
          <p:cNvPicPr>
            <a:picLocks noChangeAspect="1"/>
          </p:cNvPicPr>
          <p:nvPr/>
        </p:nvPicPr>
        <p:blipFill>
          <a:blip r:embed="R1ebfd9e80c5140ef"/>
          <a:srcRect l="0" t="16" r="0" b="16"/>
          <a:stretch>
            <a:fillRect l="0" t="0" r="0" b="0"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ns4:creationId val="2131902067"/>
      </p:ext>
    </p:extLst>
  </p:cSld>
</p:sld>
</file>

<file path=ppt/slides/slide6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">
            <a:extLst>
              <a:ext uri="{FF2B5EF4-FFF2-40B4-BE49-F238E27FC236}">
                <ns2:creationId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">
            <a:extLst>
              <a:ext uri="{FF2B5EF4-FFF2-40B4-BE49-F238E27FC236}">
                <ns2:creationId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">
            <a:extLst>
              <a:ext uri="{FF2B5EF4-FFF2-40B4-BE49-F238E27FC236}">
                <ns2:creationId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">
            <a:extLst>
              <a:ext uri="{FF2B5EF4-FFF2-40B4-BE49-F238E27FC236}">
                <ns2:creationId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">
            <a:extLst>
              <a:ext uri="{FF2B5EF4-FFF2-40B4-BE49-F238E27FC236}">
                <ns2:creationId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">
            <a:extLst>
              <a:ext uri="{FF2B5EF4-FFF2-40B4-BE49-F238E27FC236}">
                <ns2:creationId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">
            <a:extLst>
              <a:ext uri="{FF2B5EF4-FFF2-40B4-BE49-F238E27FC236}">
                <ns2:creationId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">
            <a:extLst>
              <a:ext uri="{FF2B5EF4-FFF2-40B4-BE49-F238E27FC236}">
                <ns2:creationId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">
            <a:extLst>
              <a:ext uri="{FF2B5EF4-FFF2-40B4-BE49-F238E27FC236}">
                <ns2:creationId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">
            <a:extLst>
              <a:ext uri="{FF2B5EF4-FFF2-40B4-BE49-F238E27FC236}">
                <ns2:creationId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">
            <a:extLst>
              <a:ext uri="{FF2B5EF4-FFF2-40B4-BE49-F238E27FC236}">
                <ns2:creationId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">
            <a:extLst>
              <a:ext uri="{FF2B5EF4-FFF2-40B4-BE49-F238E27FC236}">
                <ns2:creationId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pic>
        <p:nvPicPr>
          <p:cNvPr id="38" name=""/>
          <p:cNvPicPr>
            <a:picLocks noChangeAspect="1"/>
          </p:cNvPicPr>
          <p:nvPr/>
        </p:nvPicPr>
        <p:blipFill>
          <a:blip r:embed="R3708d1e214e04e4a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">
            <a:extLst>
              <a:ext uri="{FF2B5EF4-FFF2-40B4-BE49-F238E27FC236}">
                <ns2:creationId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">
            <a:extLst>
              <a:ext uri="{FF2B5EF4-FFF2-40B4-BE49-F238E27FC236}">
                <ns2:creationId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ns4:creationId val="846947588"/>
      </p:ext>
    </p:extLst>
  </p:cSld>
</p:sld>
</file>

<file path=ppt/slides/slide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>
              <a:ext uri="{FF2B5EF4-FFF2-40B4-BE49-F238E27FC236}">
                <ns2:creationId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>
              <a:ext uri="{FF2B5EF4-FFF2-40B4-BE49-F238E27FC236}">
                <ns2:creationId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>
              <a:ext uri="{FF2B5EF4-FFF2-40B4-BE49-F238E27FC236}">
                <ns2:creationId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>
              <a:ext uri="{FF2B5EF4-FFF2-40B4-BE49-F238E27FC236}">
                <ns2:creationId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>
              <a:ext uri="{FF2B5EF4-FFF2-40B4-BE49-F238E27FC236}">
                <ns2:creationId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>
              <a:ext uri="{FF2B5EF4-FFF2-40B4-BE49-F238E27FC236}">
                <ns2:creationId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>
              <a:ext uri="{FF2B5EF4-FFF2-40B4-BE49-F238E27FC236}">
                <ns2:creationId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>
              <a:ext uri="{FF2B5EF4-FFF2-40B4-BE49-F238E27FC236}">
                <ns2:creationId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>
              <a:ext uri="{FF2B5EF4-FFF2-40B4-BE49-F238E27FC236}">
                <ns2:creationId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>
              <a:ext uri="{FF2B5EF4-FFF2-40B4-BE49-F238E27FC236}">
                <ns2:creationId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>
              <a:ext uri="{FF2B5EF4-FFF2-40B4-BE49-F238E27FC236}">
                <ns2:creationId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ns3:creationId val="441454557"/>
      </p:ext>
    </p:extLst>
  </p:cSld>
</p:sld>
</file>

<file path=ppt/slides/slide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>
              <a:ext uri="{FF2B5EF4-FFF2-40B4-BE49-F238E27FC236}">
                <ns2:creationId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>
              <a:ext uri="{FF2B5EF4-FFF2-40B4-BE49-F238E27FC236}">
                <ns2:creationId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>
              <a:ext uri="{FF2B5EF4-FFF2-40B4-BE49-F238E27FC236}">
                <ns2:creationId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>
              <a:ext uri="{FF2B5EF4-FFF2-40B4-BE49-F238E27FC236}">
                <ns2:creationId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>
              <a:ext uri="{FF2B5EF4-FFF2-40B4-BE49-F238E27FC236}">
                <ns2:creationId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>
              <a:ext uri="{FF2B5EF4-FFF2-40B4-BE49-F238E27FC236}">
                <ns2:creationId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>
              <a:ext uri="{FF2B5EF4-FFF2-40B4-BE49-F238E27FC236}">
                <ns2:creationId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>
              <a:ext uri="{FF2B5EF4-FFF2-40B4-BE49-F238E27FC236}">
                <ns2:creationId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>
              <a:ext uri="{FF2B5EF4-FFF2-40B4-BE49-F238E27FC236}">
                <ns2:creationId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>
              <a:ext uri="{FF2B5EF4-FFF2-40B4-BE49-F238E27FC236}">
                <ns2:creationId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>
              <a:ext uri="{FF2B5EF4-FFF2-40B4-BE49-F238E27FC236}">
                <ns2:creationId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>
              <a:ext uri="{FF2B5EF4-FFF2-40B4-BE49-F238E27FC236}">
                <ns2:creationId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>
              <a:ext uri="{FF2B5EF4-FFF2-40B4-BE49-F238E27FC236}">
                <ns2:creationId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ns3:creationId val="1924671920"/>
      </p:ext>
    </p:extLst>
  </p:cSld>
</p:sld>
</file>

<file path=ppt/slides/slide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>
              <a:ext uri="{FF2B5EF4-FFF2-40B4-BE49-F238E27FC236}">
                <ns2:creationId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>
              <a:ext uri="{FF2B5EF4-FFF2-40B4-BE49-F238E27FC236}">
                <ns2:creationId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>
              <a:ext uri="{FF2B5EF4-FFF2-40B4-BE49-F238E27FC236}">
                <ns2:creationId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>
              <a:ext uri="{FF2B5EF4-FFF2-40B4-BE49-F238E27FC236}">
                <ns2:creationId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>
              <a:ext uri="{FF2B5EF4-FFF2-40B4-BE49-F238E27FC236}">
                <ns2:creationId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>
              <a:ext uri="{FF2B5EF4-FFF2-40B4-BE49-F238E27FC236}">
                <ns2:creationId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>
              <a:ext uri="{FF2B5EF4-FFF2-40B4-BE49-F238E27FC236}">
                <ns2:creationId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>
              <a:ext uri="{FF2B5EF4-FFF2-40B4-BE49-F238E27FC236}">
                <ns2:creationId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>
              <a:ext uri="{FF2B5EF4-FFF2-40B4-BE49-F238E27FC236}">
                <ns2:creationId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>
              <a:ext uri="{FF2B5EF4-FFF2-40B4-BE49-F238E27FC236}">
                <ns2:creationId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ns3:creationId val="1910631368"/>
      </p:ext>
    </p:extLst>
  </p:cSld>
</p:sld>
</file>

<file path=ppt/slides/slide1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>
              <a:ext uri="{FF2B5EF4-FFF2-40B4-BE49-F238E27FC236}">
                <ns2:creationId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>
              <a:ext uri="{FF2B5EF4-FFF2-40B4-BE49-F238E27FC236}">
                <ns2:creationId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>
              <a:ext uri="{FF2B5EF4-FFF2-40B4-BE49-F238E27FC236}">
                <ns2:creationId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>
              <a:ext uri="{FF2B5EF4-FFF2-40B4-BE49-F238E27FC236}">
                <ns2:creationId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7" name="">
            <a:extLst>
              <a:ext uri="{FF2B5EF4-FFF2-40B4-BE49-F238E27FC236}">
                <ns2:creationId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>
              <a:ext uri="{FF2B5EF4-FFF2-40B4-BE49-F238E27FC236}">
                <ns2:creationId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0" name="">
            <a:extLst>
              <a:ext uri="{FF2B5EF4-FFF2-40B4-BE49-F238E27FC236}">
                <ns2:creationId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>
              <a:ext uri="{FF2B5EF4-FFF2-40B4-BE49-F238E27FC236}">
                <ns2:creationId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628900"/>
            <a:ext cx="32385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3" name="">
            <a:extLst>
              <a:ext uri="{FF2B5EF4-FFF2-40B4-BE49-F238E27FC236}">
                <ns2:creationId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>
              <a:ext uri="{FF2B5EF4-FFF2-40B4-BE49-F238E27FC236}">
                <ns2:creationId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3718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6" name="">
            <a:extLst>
              <a:ext uri="{FF2B5EF4-FFF2-40B4-BE49-F238E27FC236}">
                <ns2:creationId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7" name="">
            <a:extLst>
              <a:ext uri="{FF2B5EF4-FFF2-40B4-BE49-F238E27FC236}">
                <ns2:creationId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>
              <a:ext uri="{FF2B5EF4-FFF2-40B4-BE49-F238E27FC236}">
                <ns2:creationId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40957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19" name="">
            <a:extLst>
              <a:ext uri="{FF2B5EF4-FFF2-40B4-BE49-F238E27FC236}">
                <ns2:creationId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0" name="">
            <a:extLst>
              <a:ext uri="{FF2B5EF4-FFF2-40B4-BE49-F238E27FC236}">
                <ns2:creationId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>
              <a:ext uri="{FF2B5EF4-FFF2-40B4-BE49-F238E27FC236}">
                <ns2:creationId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819650"/>
            <a:ext cx="2171700" cy="-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22" name="">
            <a:extLst>
              <a:ext uri="{FF2B5EF4-FFF2-40B4-BE49-F238E27FC236}">
                <ns2:creationId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>
              <a:ext uri="{FF2B5EF4-FFF2-40B4-BE49-F238E27FC236}">
                <ns2:creationId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>
              <a:ext uri="{FF2B5EF4-FFF2-40B4-BE49-F238E27FC236}">
                <ns2:creationId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>
              <a:ext uri="{FF2B5EF4-FFF2-40B4-BE49-F238E27FC236}">
                <ns2:creationId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7" name="">
            <a:extLst>
              <a:ext uri="{FF2B5EF4-FFF2-40B4-BE49-F238E27FC236}">
                <ns2:creationId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>
              <a:ext uri="{FF2B5EF4-FFF2-40B4-BE49-F238E27FC236}">
                <ns2:creationId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>
              <a:ext uri="{FF2B5EF4-FFF2-40B4-BE49-F238E27FC236}">
                <ns2:creationId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0" name="">
            <a:extLst>
              <a:ext uri="{FF2B5EF4-FFF2-40B4-BE49-F238E27FC236}">
                <ns2:creationId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>
              <a:ext uri="{FF2B5EF4-FFF2-40B4-BE49-F238E27FC236}">
                <ns2:creationId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>
              <a:ext uri="{FF2B5EF4-FFF2-40B4-BE49-F238E27FC236}">
                <ns2:creationId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3" name="">
            <a:extLst>
              <a:ext uri="{FF2B5EF4-FFF2-40B4-BE49-F238E27FC236}">
                <ns2:creationId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>
              <a:ext uri="{FF2B5EF4-FFF2-40B4-BE49-F238E27FC236}">
                <ns2:creationId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4095750"/>
            <a:ext cx="201930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5" name="">
            <a:extLst>
              <a:ext uri="{FF2B5EF4-FFF2-40B4-BE49-F238E27FC236}">
                <ns2:creationId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36" name="">
            <a:extLst>
              <a:ext uri="{FF2B5EF4-FFF2-40B4-BE49-F238E27FC236}">
                <ns2:creationId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>
              <a:ext uri="{FF2B5EF4-FFF2-40B4-BE49-F238E27FC236}">
                <ns2:creationId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762500"/>
            <a:ext cx="201930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38" name="">
            <a:extLst>
              <a:ext uri="{FF2B5EF4-FFF2-40B4-BE49-F238E27FC236}">
                <ns2:creationId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>
              <a:ext uri="{FF2B5EF4-FFF2-40B4-BE49-F238E27FC236}">
                <ns2:creationId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>
              <a:ext uri="{FF2B5EF4-FFF2-40B4-BE49-F238E27FC236}">
                <ns2:creationId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>
              <a:ext uri="{FF2B5EF4-FFF2-40B4-BE49-F238E27FC236}">
                <ns2:creationId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>
              <a:ext uri="{FF2B5EF4-FFF2-40B4-BE49-F238E27FC236}">
                <ns2:creationId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3" name="">
            <a:extLst>
              <a:ext uri="{FF2B5EF4-FFF2-40B4-BE49-F238E27FC236}">
                <ns2:creationId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>
              <a:ext uri="{FF2B5EF4-FFF2-40B4-BE49-F238E27FC236}">
                <ns2:creationId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>
              <a:ext uri="{FF2B5EF4-FFF2-40B4-BE49-F238E27FC236}">
                <ns2:creationId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6" name="">
            <a:extLst>
              <a:ext uri="{FF2B5EF4-FFF2-40B4-BE49-F238E27FC236}">
                <ns2:creationId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>
              <a:ext uri="{FF2B5EF4-FFF2-40B4-BE49-F238E27FC236}">
                <ns2:creationId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>
              <a:ext uri="{FF2B5EF4-FFF2-40B4-BE49-F238E27FC236}">
                <ns2:creationId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9" name="">
            <a:extLst>
              <a:ext uri="{FF2B5EF4-FFF2-40B4-BE49-F238E27FC236}">
                <ns2:creationId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>
              <a:ext uri="{FF2B5EF4-FFF2-40B4-BE49-F238E27FC236}">
                <ns2:creationId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>
              <a:ext uri="{FF2B5EF4-FFF2-40B4-BE49-F238E27FC236}">
                <ns2:creationId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2" name="">
            <a:extLst>
              <a:ext uri="{FF2B5EF4-FFF2-40B4-BE49-F238E27FC236}">
                <ns2:creationId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>
              <a:ext uri="{FF2B5EF4-FFF2-40B4-BE49-F238E27FC236}">
                <ns2:creationId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848100"/>
            <a:ext cx="222885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4" name="">
            <a:extLst>
              <a:ext uri="{FF2B5EF4-FFF2-40B4-BE49-F238E27FC236}">
                <ns2:creationId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5" name="">
            <a:extLst>
              <a:ext uri="{FF2B5EF4-FFF2-40B4-BE49-F238E27FC236}">
                <ns2:creationId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>
              <a:ext uri="{FF2B5EF4-FFF2-40B4-BE49-F238E27FC236}">
                <ns2:creationId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514850"/>
            <a:ext cx="2228850" cy="-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57" name="">
            <a:extLst>
              <a:ext uri="{FF2B5EF4-FFF2-40B4-BE49-F238E27FC236}">
                <ns2:creationId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8" name="">
            <a:extLst>
              <a:ext uri="{FF2B5EF4-FFF2-40B4-BE49-F238E27FC236}">
                <ns2:creationId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>
              <a:ext uri="{FF2B5EF4-FFF2-40B4-BE49-F238E27FC236}">
                <ns2:creationId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5181600"/>
            <a:ext cx="2228850" cy="-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r>
              <a:t/>
            </a:r>
          </a:p>
        </p:txBody>
      </p:sp>
      <p:sp>
        <p:nvSpPr>
          <p:cNvPr id="60" name="">
            <a:extLst>
              <a:ext uri="{FF2B5EF4-FFF2-40B4-BE49-F238E27FC236}">
                <ns2:creationId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>
              <a:ext uri="{FF2B5EF4-FFF2-40B4-BE49-F238E27FC236}">
                <ns2:creationId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>
              <a:ext uri="{FF2B5EF4-FFF2-40B4-BE49-F238E27FC236}">
                <ns2:creationId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>
              <a:ext uri="{FF2B5EF4-FFF2-40B4-BE49-F238E27FC236}">
                <ns2:creationId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">
            <a:extLst>
              <a:ext uri="{FF2B5EF4-FFF2-40B4-BE49-F238E27FC236}">
                <ns2:creationId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>
              <a:ext uri="{FF2B5EF4-FFF2-40B4-BE49-F238E27FC236}">
                <ns2:creationId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ns3:creationId val="454514286"/>
      </p:ext>
    </p:extLst>
  </p:cSld>
</p:sld>
</file>

<file path=ppt/slides/slide1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>
              <a:ext uri="{FF2B5EF4-FFF2-40B4-BE49-F238E27FC236}">
                <ns2:creationId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>
              <a:ext uri="{FF2B5EF4-FFF2-40B4-BE49-F238E27FC236}">
                <ns2:creationId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>
              <a:ext uri="{FF2B5EF4-FFF2-40B4-BE49-F238E27FC236}">
                <ns2:creationId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>
              <a:ext uri="{FF2B5EF4-FFF2-40B4-BE49-F238E27FC236}">
                <ns2:creationId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>
              <a:ext uri="{FF2B5EF4-FFF2-40B4-BE49-F238E27FC236}">
                <ns2:creationId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>
              <a:ext uri="{FF2B5EF4-FFF2-40B4-BE49-F238E27FC236}">
                <ns2:creationId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>
              <a:ext uri="{FF2B5EF4-FFF2-40B4-BE49-F238E27FC236}">
                <ns2:creationId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ns3:creationId val="1167733342"/>
      </p:ext>
    </p:extLst>
  </p:cSld>
</p:sld>
</file>

<file path=ppt/slides/slide1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>
              <a:ext uri="{FF2B5EF4-FFF2-40B4-BE49-F238E27FC236}">
                <ns2:creationId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">
            <a:extLst>
              <a:ext uri="{FF2B5EF4-FFF2-40B4-BE49-F238E27FC236}">
                <ns2:creationId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>
              <a:ext uri="{FF2B5EF4-FFF2-40B4-BE49-F238E27FC236}">
                <ns2:creationId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>
              <a:ext uri="{FF2B5EF4-FFF2-40B4-BE49-F238E27FC236}">
                <ns2:creationId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>
              <a:ext uri="{FF2B5EF4-FFF2-40B4-BE49-F238E27FC236}">
                <ns2:creationId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>
              <a:ext uri="{FF2B5EF4-FFF2-40B4-BE49-F238E27FC236}">
                <ns2:creationId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>
              <a:ext uri="{FF2B5EF4-FFF2-40B4-BE49-F238E27FC236}">
                <ns2:creationId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>
              <a:ext uri="{FF2B5EF4-FFF2-40B4-BE49-F238E27FC236}">
                <ns2:creationId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">
            <a:extLst>
              <a:ext uri="{FF2B5EF4-FFF2-40B4-BE49-F238E27FC236}">
                <ns2:creationId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">
            <a:extLst>
              <a:ext uri="{FF2B5EF4-FFF2-40B4-BE49-F238E27FC236}">
                <ns2:creationId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ns3:creationId val="447981192"/>
      </p:ext>
    </p:extLst>
  </p:cSld>
</p:sld>
</file>

<file path=ppt/slides/slide1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>
              <a:ext uri="{FF2B5EF4-FFF2-40B4-BE49-F238E27FC236}">
                <ns2:creationId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>
              <a:ext uri="{FF2B5EF4-FFF2-40B4-BE49-F238E27FC236}">
                <ns2:creationId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>
              <a:ext uri="{FF2B5EF4-FFF2-40B4-BE49-F238E27FC236}">
                <ns2:creationId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>
              <a:ext uri="{FF2B5EF4-FFF2-40B4-BE49-F238E27FC236}">
                <ns2:creationId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>
              <a:ext uri="{FF2B5EF4-FFF2-40B4-BE49-F238E27FC236}">
                <ns2:creationId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>
              <a:ext uri="{FF2B5EF4-FFF2-40B4-BE49-F238E27FC236}">
                <ns2:creationId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>
              <a:ext uri="{FF2B5EF4-FFF2-40B4-BE49-F238E27FC236}">
                <ns2:creationId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>
              <a:ext uri="{FF2B5EF4-FFF2-40B4-BE49-F238E27FC236}">
                <ns2:creationId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3" name="">
            <a:extLst>
              <a:ext uri="{FF2B5EF4-FFF2-40B4-BE49-F238E27FC236}">
                <ns2:creationId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>
              <a:ext uri="{FF2B5EF4-FFF2-40B4-BE49-F238E27FC236}">
                <ns2:creationId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>
              <a:ext uri="{FF2B5EF4-FFF2-40B4-BE49-F238E27FC236}">
                <ns2:creationId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6" name="">
            <a:extLst>
              <a:ext uri="{FF2B5EF4-FFF2-40B4-BE49-F238E27FC236}">
                <ns2:creationId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>
              <a:ext uri="{FF2B5EF4-FFF2-40B4-BE49-F238E27FC236}">
                <ns2:creationId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>
              <a:ext uri="{FF2B5EF4-FFF2-40B4-BE49-F238E27FC236}">
                <ns2:creationId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>
              <a:ext uri="{FF2B5EF4-FFF2-40B4-BE49-F238E27FC236}">
                <ns2:creationId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ns3:creationId val="918179373"/>
      </p:ext>
    </p:extLst>
  </p:cSld>
</p:sld>
</file>

<file path=ppt/slides/slide1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>
              <a:ext uri="{FF2B5EF4-FFF2-40B4-BE49-F238E27FC236}">
                <ns2:creationId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noChangeAspect="1"/>
          </p:cNvPicPr>
          <p:nvPr/>
        </p:nvPicPr>
        <p:blipFill>
          <a:blip r:embed="Re9930037aae14927"/>
          <a:srcRect l="106" t="0" r="106" b="0"/>
          <a:stretch>
            <a:fillRect l="0" t="0" r="0" b="0"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">
            <a:extLst>
              <a:ext uri="{FF2B5EF4-FFF2-40B4-BE49-F238E27FC236}">
                <ns2:creationId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6" name="">
            <a:extLst>
              <a:ext uri="{FF2B5EF4-FFF2-40B4-BE49-F238E27FC236}">
                <ns2:creationId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>
              <a:ext uri="{FF2B5EF4-FFF2-40B4-BE49-F238E27FC236}">
                <ns2:creationId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>
              <a:ext uri="{FF2B5EF4-FFF2-40B4-BE49-F238E27FC236}">
                <ns2:creationId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0" name="">
            <a:extLst>
              <a:ext uri="{FF2B5EF4-FFF2-40B4-BE49-F238E27FC236}">
                <ns2:creationId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>
              <a:ext uri="{FF2B5EF4-FFF2-40B4-BE49-F238E27FC236}">
                <ns2:creationId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>
              <a:ext uri="{FF2B5EF4-FFF2-40B4-BE49-F238E27FC236}">
                <ns2:creationId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>
              <a:ext uri="{FF2B5EF4-FFF2-40B4-BE49-F238E27FC236}">
                <ns2:creationId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>
              <a:ext uri="{FF2B5EF4-FFF2-40B4-BE49-F238E27FC236}">
                <ns2:creationId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>
              <a:ext uri="{FF2B5EF4-FFF2-40B4-BE49-F238E27FC236}">
                <ns2:creationId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ns4:creationId val="791764038"/>
      </p:ext>
    </p:extLst>
  </p:cSld>
</p:sld>
</file>

<file path=ppt/slides/slide1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>
              <a:ext uri="{FF2B5EF4-FFF2-40B4-BE49-F238E27FC236}">
                <ns2:creationId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>
              <a:ext uri="{FF2B5EF4-FFF2-40B4-BE49-F238E27FC236}">
                <ns2:creationId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>
              <a:ext uri="{FF2B5EF4-FFF2-40B4-BE49-F238E27FC236}">
                <ns2:creationId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>
              <a:ext uri="{FF2B5EF4-FFF2-40B4-BE49-F238E27FC236}">
                <ns2:creationId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>
              <a:ext uri="{FF2B5EF4-FFF2-40B4-BE49-F238E27FC236}">
                <ns2:creationId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>
              <a:ext uri="{FF2B5EF4-FFF2-40B4-BE49-F238E27FC236}">
                <ns2:creationId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0" name="">
            <a:extLst>
              <a:ext uri="{FF2B5EF4-FFF2-40B4-BE49-F238E27FC236}">
                <ns2:creationId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>
              <a:ext uri="{FF2B5EF4-FFF2-40B4-BE49-F238E27FC236}">
                <ns2:creationId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ns3:creationId val="1124995252"/>
      </p:ext>
    </p:extLst>
  </p:cSld>
</p:sld>
</file>

<file path=ppt/slides/slide1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>
              <a:ext uri="{FF2B5EF4-FFF2-40B4-BE49-F238E27FC236}">
                <ns2:creationId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>
              <a:ext uri="{FF2B5EF4-FFF2-40B4-BE49-F238E27FC236}">
                <ns2:creationId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>
              <a:ext uri="{FF2B5EF4-FFF2-40B4-BE49-F238E27FC236}">
                <ns2:creationId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9" name="">
            <a:extLst>
              <a:ext uri="{FF2B5EF4-FFF2-40B4-BE49-F238E27FC236}">
                <ns2:creationId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">
            <a:extLst>
              <a:ext uri="{FF2B5EF4-FFF2-40B4-BE49-F238E27FC236}">
                <ns2:creationId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>
              <a:ext uri="{FF2B5EF4-FFF2-40B4-BE49-F238E27FC236}">
                <ns2:creationId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>
              <a:ext uri="{FF2B5EF4-FFF2-40B4-BE49-F238E27FC236}">
                <ns2:creationId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>
              <a:ext uri="{FF2B5EF4-FFF2-40B4-BE49-F238E27FC236}">
                <ns2:creationId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>
              <a:ext uri="{FF2B5EF4-FFF2-40B4-BE49-F238E27FC236}">
                <ns2:creationId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>
              <a:ext uri="{FF2B5EF4-FFF2-40B4-BE49-F238E27FC236}">
                <ns2:creationId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>
              <a:ext uri="{FF2B5EF4-FFF2-40B4-BE49-F238E27FC236}">
                <ns2:creationId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>
              <a:ext uri="{FF2B5EF4-FFF2-40B4-BE49-F238E27FC236}">
                <ns2:creationId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>
              <a:ext uri="{FF2B5EF4-FFF2-40B4-BE49-F238E27FC236}">
                <ns2:creationId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>
              <a:ext uri="{FF2B5EF4-FFF2-40B4-BE49-F238E27FC236}">
                <ns2:creationId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>
              <a:ext uri="{FF2B5EF4-FFF2-40B4-BE49-F238E27FC236}">
                <ns2:creationId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>
              <a:ext uri="{FF2B5EF4-FFF2-40B4-BE49-F238E27FC236}">
                <ns2:creationId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>
              <a:ext uri="{FF2B5EF4-FFF2-40B4-BE49-F238E27FC236}">
                <ns2:creationId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ns3:creationId val="2046573979"/>
      </p:ext>
    </p:extLst>
  </p:cSld>
</p:sld>
</file>

<file path=ppt/slides/slide1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>
              <a:ext uri="{FF2B5EF4-FFF2-40B4-BE49-F238E27FC236}">
                <ns2:creationId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>
              <a:ext uri="{FF2B5EF4-FFF2-40B4-BE49-F238E27FC236}">
                <ns2:creationId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>
              <a:ext uri="{FF2B5EF4-FFF2-40B4-BE49-F238E27FC236}">
                <ns2:creationId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>
              <a:ext uri="{FF2B5EF4-FFF2-40B4-BE49-F238E27FC236}">
                <ns2:creationId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9144000" y="18002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>
              <a:ext uri="{FF2B5EF4-FFF2-40B4-BE49-F238E27FC236}">
                <ns2:creationId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>
              <a:ext uri="{FF2B5EF4-FFF2-40B4-BE49-F238E27FC236}">
                <ns2:creationId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9144000" y="269557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16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>
              <a:ext uri="{FF2B5EF4-FFF2-40B4-BE49-F238E27FC236}">
                <ns2:creationId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>
              <a:ext uri="{FF2B5EF4-FFF2-40B4-BE49-F238E27FC236}">
                <ns2:creationId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9144000" y="35909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3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>
              <a:ext uri="{FF2B5EF4-FFF2-40B4-BE49-F238E27FC236}">
                <ns2:creationId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124450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>
              <a:ext uri="{FF2B5EF4-FFF2-40B4-BE49-F238E27FC236}">
                <ns2:creationId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">
            <a:extLst>
              <a:ext uri="{FF2B5EF4-FFF2-40B4-BE49-F238E27FC236}">
                <ns2:creationId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>
              <a:ext uri="{FF2B5EF4-FFF2-40B4-BE49-F238E27FC236}">
                <ns2:creationId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ns3:creationId val="592974525"/>
      </p:ext>
    </p:extLst>
  </p:cSld>
</p:sld>
</file>

<file path=ppt/slides/slide18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">
            <a:extLst>
              <a:ext uri="{FF2B5EF4-FFF2-40B4-BE49-F238E27FC236}">
                <ns2:creationId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">
            <a:extLst>
              <a:ext uri="{FF2B5EF4-FFF2-40B4-BE49-F238E27FC236}">
                <ns2:creationId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">
            <a:extLst>
              <a:ext uri="{FF2B5EF4-FFF2-40B4-BE49-F238E27FC236}">
                <ns2:creationId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">
            <a:extLst>
              <a:ext uri="{FF2B5EF4-FFF2-40B4-BE49-F238E27FC236}">
                <ns2:creationId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">
            <a:extLst>
              <a:ext uri="{FF2B5EF4-FFF2-40B4-BE49-F238E27FC236}">
                <ns2:creationId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">
            <a:extLst>
              <a:ext uri="{FF2B5EF4-FFF2-40B4-BE49-F238E27FC236}">
                <ns2:creationId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">
            <a:extLst>
              <a:ext uri="{FF2B5EF4-FFF2-40B4-BE49-F238E27FC236}">
                <ns2:creationId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">
            <a:extLst>
              <a:ext uri="{FF2B5EF4-FFF2-40B4-BE49-F238E27FC236}">
                <ns2:creationId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">
            <a:extLst>
              <a:ext uri="{FF2B5EF4-FFF2-40B4-BE49-F238E27FC236}">
                <ns2:creationId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">
            <a:extLst>
              <a:ext uri="{FF2B5EF4-FFF2-40B4-BE49-F238E27FC236}">
                <ns2:creationId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">
            <a:extLst>
              <a:ext uri="{FF2B5EF4-FFF2-40B4-BE49-F238E27FC236}">
                <ns2:creationId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">
            <a:extLst>
              <a:ext uri="{FF2B5EF4-FFF2-40B4-BE49-F238E27FC236}">
                <ns2:creationId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">
            <a:extLst>
              <a:ext uri="{FF2B5EF4-FFF2-40B4-BE49-F238E27FC236}">
                <ns2:creationId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">
            <a:extLst>
              <a:ext uri="{FF2B5EF4-FFF2-40B4-BE49-F238E27FC236}">
                <ns2:creationId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">
            <a:extLst>
              <a:ext uri="{FF2B5EF4-FFF2-40B4-BE49-F238E27FC236}">
                <ns2:creationId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">
            <a:extLst>
              <a:ext uri="{FF2B5EF4-FFF2-40B4-BE49-F238E27FC236}">
                <ns2:creationId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">
            <a:extLst>
              <a:ext uri="{FF2B5EF4-FFF2-40B4-BE49-F238E27FC236}">
                <ns2:creationId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">
            <a:extLst>
              <a:ext uri="{FF2B5EF4-FFF2-40B4-BE49-F238E27FC236}">
                <ns2:creationId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">
            <a:extLst>
              <a:ext uri="{FF2B5EF4-FFF2-40B4-BE49-F238E27FC236}">
                <ns2:creationId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">
            <a:extLst>
              <a:ext uri="{FF2B5EF4-FFF2-40B4-BE49-F238E27FC236}">
                <ns2:creationId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">
            <a:extLst>
              <a:ext uri="{FF2B5EF4-FFF2-40B4-BE49-F238E27FC236}">
                <ns2:creationId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">
            <a:extLst>
              <a:ext uri="{FF2B5EF4-FFF2-40B4-BE49-F238E27FC236}">
                <ns2:creationId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">
            <a:extLst>
              <a:ext uri="{FF2B5EF4-FFF2-40B4-BE49-F238E27FC236}">
                <ns2:creationId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">
            <a:extLst>
              <a:ext uri="{FF2B5EF4-FFF2-40B4-BE49-F238E27FC236}">
                <ns2:creationId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">
            <a:extLst>
              <a:ext uri="{FF2B5EF4-FFF2-40B4-BE49-F238E27FC236}">
                <ns2:creationId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">
            <a:extLst>
              <a:ext uri="{FF2B5EF4-FFF2-40B4-BE49-F238E27FC236}">
                <ns2:creationId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">
            <a:extLst>
              <a:ext uri="{FF2B5EF4-FFF2-40B4-BE49-F238E27FC236}">
                <ns2:creationId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>
              <a:ext uri="{FF2B5EF4-FFF2-40B4-BE49-F238E27FC236}">
                <ns2:creationId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">
            <a:extLst>
              <a:ext uri="{FF2B5EF4-FFF2-40B4-BE49-F238E27FC236}">
                <ns2:creationId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ns3:creationId val="1298833828"/>
      </p:ext>
    </p:extLst>
  </p:cSld>
</p:sld>
</file>

<file path=ppt/slides/slide19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>
              <a:ext uri="{FF2B5EF4-FFF2-40B4-BE49-F238E27FC236}">
                <ns2:creationId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>
              <a:ext uri="{FF2B5EF4-FFF2-40B4-BE49-F238E27FC236}">
                <ns2:creationId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>
              <a:ext uri="{FF2B5EF4-FFF2-40B4-BE49-F238E27FC236}">
                <ns2:creationId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5" name="">
            <a:extLst>
              <a:ext uri="{FF2B5EF4-FFF2-40B4-BE49-F238E27FC236}">
                <ns2:creationId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>
              <a:ext uri="{FF2B5EF4-FFF2-40B4-BE49-F238E27FC236}">
                <ns2:creationId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>
              <a:ext uri="{FF2B5EF4-FFF2-40B4-BE49-F238E27FC236}">
                <ns2:creationId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>
              <a:ext uri="{FF2B5EF4-FFF2-40B4-BE49-F238E27FC236}">
                <ns2:creationId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>
              <a:ext uri="{FF2B5EF4-FFF2-40B4-BE49-F238E27FC236}">
                <ns2:creationId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1" name="">
            <a:extLst>
              <a:ext uri="{FF2B5EF4-FFF2-40B4-BE49-F238E27FC236}">
                <ns2:creationId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>
              <a:ext uri="{FF2B5EF4-FFF2-40B4-BE49-F238E27FC236}">
                <ns2:creationId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>
              <a:ext uri="{FF2B5EF4-FFF2-40B4-BE49-F238E27FC236}">
                <ns2:creationId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4" name="">
            <a:extLst>
              <a:ext uri="{FF2B5EF4-FFF2-40B4-BE49-F238E27FC236}">
                <ns2:creationId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>
              <a:ext uri="{FF2B5EF4-FFF2-40B4-BE49-F238E27FC236}">
                <ns2:creationId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>
              <a:ext uri="{FF2B5EF4-FFF2-40B4-BE49-F238E27FC236}">
                <ns2:creationId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ns3:creationId val="1497110790"/>
      </p:ext>
    </p:extLst>
  </p:cSld>
</p:sld>
</file>

<file path=ppt/slides/slide20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>
              <a:ext uri="{FF2B5EF4-FFF2-40B4-BE49-F238E27FC236}">
                <ns2:creationId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>
              <a:ext uri="{FF2B5EF4-FFF2-40B4-BE49-F238E27FC236}">
                <ns2:creationId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>
              <a:ext uri="{FF2B5EF4-FFF2-40B4-BE49-F238E27FC236}">
                <ns2:creationId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>
              <a:ext uri="{FF2B5EF4-FFF2-40B4-BE49-F238E27FC236}">
                <ns2:creationId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8" name="">
            <a:extLst>
              <a:ext uri="{FF2B5EF4-FFF2-40B4-BE49-F238E27FC236}">
                <ns2:creationId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>
              <a:ext uri="{FF2B5EF4-FFF2-40B4-BE49-F238E27FC236}">
                <ns2:creationId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>
              <a:ext uri="{FF2B5EF4-FFF2-40B4-BE49-F238E27FC236}">
                <ns2:creationId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>
              <a:ext uri="{FF2B5EF4-FFF2-40B4-BE49-F238E27FC236}">
                <ns2:creationId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ns3:creationId val="1467912537"/>
      </p:ext>
    </p:extLst>
  </p:cSld>
</p:sld>
</file>

<file path=ppt/slides/slide21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>
              <a:ext uri="{FF2B5EF4-FFF2-40B4-BE49-F238E27FC236}">
                <ns2:creationId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>
              <a:ext uri="{FF2B5EF4-FFF2-40B4-BE49-F238E27FC236}">
                <ns2:creationId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>
              <a:ext uri="{FF2B5EF4-FFF2-40B4-BE49-F238E27FC236}">
                <ns2:creationId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>
              <a:ext uri="{FF2B5EF4-FFF2-40B4-BE49-F238E27FC236}">
                <ns2:creationId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>
              <a:ext uri="{FF2B5EF4-FFF2-40B4-BE49-F238E27FC236}">
                <ns2:creationId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>
              <a:ext uri="{FF2B5EF4-FFF2-40B4-BE49-F238E27FC236}">
                <ns2:creationId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44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>
              <a:ext uri="{FF2B5EF4-FFF2-40B4-BE49-F238E27FC236}">
                <ns2:creationId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>
              <a:ext uri="{FF2B5EF4-FFF2-40B4-BE49-F238E27FC236}">
                <ns2:creationId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13" name="">
            <a:extLst>
              <a:ext uri="{FF2B5EF4-FFF2-40B4-BE49-F238E27FC236}">
                <ns2:creationId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">
            <a:extLst>
              <a:ext uri="{FF2B5EF4-FFF2-40B4-BE49-F238E27FC236}">
                <ns2:creationId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373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>
              <a:ext uri="{FF2B5EF4-FFF2-40B4-BE49-F238E27FC236}">
                <ns2:creationId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">
            <a:extLst>
              <a:ext uri="{FF2B5EF4-FFF2-40B4-BE49-F238E27FC236}">
                <ns2:creationId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>
              <a:ext uri="{FF2B5EF4-FFF2-40B4-BE49-F238E27FC236}">
                <ns2:creationId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ns3:creationId val="1085389725"/>
      </p:ext>
    </p:extLst>
  </p:cSld>
</p:sld>
</file>

<file path=ppt/slides/slide22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>
              <a:ext uri="{FF2B5EF4-FFF2-40B4-BE49-F238E27FC236}">
                <ns2:creationId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>
              <a:ext uri="{FF2B5EF4-FFF2-40B4-BE49-F238E27FC236}">
                <ns2:creationId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>
              <a:ext uri="{FF2B5EF4-FFF2-40B4-BE49-F238E27FC236}">
                <ns2:creationId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>
              <a:ext uri="{FF2B5EF4-FFF2-40B4-BE49-F238E27FC236}">
                <ns2:creationId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>
              <a:ext uri="{FF2B5EF4-FFF2-40B4-BE49-F238E27FC236}">
                <ns2:creationId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>
              <a:ext uri="{FF2B5EF4-FFF2-40B4-BE49-F238E27FC236}">
                <ns2:creationId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>
              <a:ext uri="{FF2B5EF4-FFF2-40B4-BE49-F238E27FC236}">
                <ns2:creationId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5" name="">
            <a:extLst>
              <a:ext uri="{FF2B5EF4-FFF2-40B4-BE49-F238E27FC236}">
                <ns2:creationId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>
              <a:ext uri="{FF2B5EF4-FFF2-40B4-BE49-F238E27FC236}">
                <ns2:creationId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>
              <a:ext uri="{FF2B5EF4-FFF2-40B4-BE49-F238E27FC236}">
                <ns2:creationId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8" name="">
            <a:extLst>
              <a:ext uri="{FF2B5EF4-FFF2-40B4-BE49-F238E27FC236}">
                <ns2:creationId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>
              <a:ext uri="{FF2B5EF4-FFF2-40B4-BE49-F238E27FC236}">
                <ns2:creationId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>
              <a:ext uri="{FF2B5EF4-FFF2-40B4-BE49-F238E27FC236}">
                <ns2:creationId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21" name="">
            <a:extLst>
              <a:ext uri="{FF2B5EF4-FFF2-40B4-BE49-F238E27FC236}">
                <ns2:creationId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>
              <a:ext uri="{FF2B5EF4-FFF2-40B4-BE49-F238E27FC236}">
                <ns2:creationId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>
              <a:ext uri="{FF2B5EF4-FFF2-40B4-BE49-F238E27FC236}">
                <ns2:creationId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">
            <a:extLst>
              <a:ext uri="{FF2B5EF4-FFF2-40B4-BE49-F238E27FC236}">
                <ns2:creationId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>
              <a:ext uri="{FF2B5EF4-FFF2-40B4-BE49-F238E27FC236}">
                <ns2:creationId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ns3:creationId val="575777130"/>
      </p:ext>
    </p:extLst>
  </p:cSld>
</p:sld>
</file>

<file path=ppt/slides/slide23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>
              <a:ext uri="{FF2B5EF4-FFF2-40B4-BE49-F238E27FC236}">
                <ns2:creationId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>
              <a:ext uri="{FF2B5EF4-FFF2-40B4-BE49-F238E27FC236}">
                <ns2:creationId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>
              <a:ext uri="{FF2B5EF4-FFF2-40B4-BE49-F238E27FC236}">
                <ns2:creationId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>
              <a:ext uri="{FF2B5EF4-FFF2-40B4-BE49-F238E27FC236}">
                <ns2:creationId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>
              <a:ext uri="{FF2B5EF4-FFF2-40B4-BE49-F238E27FC236}">
                <ns2:creationId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ns3:creationId val="791865755"/>
      </p:ext>
    </p:extLst>
  </p:cSld>
</p:sld>
</file>

<file path=ppt/slides/slide24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>
              <a:ext uri="{FF2B5EF4-FFF2-40B4-BE49-F238E27FC236}">
                <ns2:creationId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>
              <a:ext uri="{FF2B5EF4-FFF2-40B4-BE49-F238E27FC236}">
                <ns2:creationId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>
              <a:ext uri="{FF2B5EF4-FFF2-40B4-BE49-F238E27FC236}">
                <ns2:creationId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>
              <a:ext uri="{FF2B5EF4-FFF2-40B4-BE49-F238E27FC236}">
                <ns2:creationId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>
              <a:ext uri="{FF2B5EF4-FFF2-40B4-BE49-F238E27FC236}">
                <ns2:creationId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ns3:creationId val="1209346954"/>
      </p:ext>
    </p:extLst>
  </p:cSld>
</p:sld>
</file>

<file path=ppt/slides/slide25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785A105-2B81-4B56-AE1D-EA18C41AC84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>
              <a:ext uri="{FF2B5EF4-FFF2-40B4-BE49-F238E27FC236}">
                <ns2:creationId id="{6CDB3B6A-D03E-46B2-B8A4-08F608B7F1A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>
              <a:ext uri="{FF2B5EF4-FFF2-40B4-BE49-F238E27FC236}">
                <ns2:creationId id="{F5065FCA-FFE9-4F18-A159-749E7EA57CF9}"/>
              </a:ext>
            </a:extLst>
          </p:cNvPr>
          <p:cNvSpPr>
            <a:spLocks noGrp="1"/>
          </p:cNvSpPr>
          <p:nvPr/>
        </p:nvSpPr>
        <p:spPr>
          <a:xfrm>
            <a:off x="95250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>
              <a:ext uri="{FF2B5EF4-FFF2-40B4-BE49-F238E27FC236}">
                <ns2:creationId id="{5ED22F91-AE3E-4429-947D-2A20D3E7CEB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>
              <a:ext uri="{FF2B5EF4-FFF2-40B4-BE49-F238E27FC236}">
                <ns2:creationId id="{654EEF8C-527C-4AFC-97B9-453F2A2C1957}"/>
              </a:ext>
            </a:extLst>
          </p:cNvPr>
          <p:cNvSpPr>
            <a:spLocks noGrp="1"/>
          </p:cNvSpPr>
          <p:nvPr/>
        </p:nvSpPr>
        <p:spPr>
          <a:xfrm>
            <a:off x="160020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>
              <a:ext uri="{FF2B5EF4-FFF2-40B4-BE49-F238E27FC236}">
                <ns2:creationId id="{47281EF3-17F6-4C62-8598-A960C19B733C}"/>
              </a:ext>
            </a:extLst>
          </p:cNvPr>
          <p:cNvSpPr>
            <a:spLocks noGrp="1"/>
          </p:cNvSpPr>
          <p:nvPr/>
        </p:nvSpPr>
        <p:spPr>
          <a:xfrm>
            <a:off x="160020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>
              <a:ext uri="{FF2B5EF4-FFF2-40B4-BE49-F238E27FC236}">
                <ns2:creationId id="{BC6BBCFB-6B21-46DD-BF50-32EF745D6392}"/>
              </a:ext>
            </a:extLst>
          </p:cNvPr>
          <p:cNvSpPr>
            <a:spLocks noGrp="1"/>
          </p:cNvSpPr>
          <p:nvPr/>
        </p:nvSpPr>
        <p:spPr>
          <a:xfrm>
            <a:off x="6496050" y="1733550"/>
            <a:ext cx="457200" cy="45720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>
              <a:ext uri="{FF2B5EF4-FFF2-40B4-BE49-F238E27FC236}">
                <ns2:creationId id="{E52B7A77-9158-4F1B-B9E9-33BCF94B29DD}"/>
              </a:ext>
            </a:extLst>
          </p:cNvPr>
          <p:cNvSpPr>
            <a:spLocks noGrp="1"/>
          </p:cNvSpPr>
          <p:nvPr/>
        </p:nvSpPr>
        <p:spPr>
          <a:xfrm>
            <a:off x="6496050" y="18573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>
              <a:ext uri="{FF2B5EF4-FFF2-40B4-BE49-F238E27FC236}">
                <ns2:creationId id="{B3910725-E66C-410D-955D-E5ABA6437A68}"/>
              </a:ext>
            </a:extLst>
          </p:cNvPr>
          <p:cNvSpPr>
            <a:spLocks noGrp="1"/>
          </p:cNvSpPr>
          <p:nvPr/>
        </p:nvSpPr>
        <p:spPr>
          <a:xfrm>
            <a:off x="7143750" y="15811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>
              <a:ext uri="{FF2B5EF4-FFF2-40B4-BE49-F238E27FC236}">
                <ns2:creationId id="{150B8307-1F3D-4DA2-870E-483B88B6C864}"/>
              </a:ext>
            </a:extLst>
          </p:cNvPr>
          <p:cNvSpPr>
            <a:spLocks noGrp="1"/>
          </p:cNvSpPr>
          <p:nvPr/>
        </p:nvSpPr>
        <p:spPr>
          <a:xfrm>
            <a:off x="7143750" y="19621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>
              <a:ext uri="{FF2B5EF4-FFF2-40B4-BE49-F238E27FC236}">
                <ns2:creationId id="{8FE36071-EFC3-4BB2-9935-32567E6F6670}"/>
              </a:ext>
            </a:extLst>
          </p:cNvPr>
          <p:cNvSpPr>
            <a:spLocks noGrp="1"/>
          </p:cNvSpPr>
          <p:nvPr/>
        </p:nvSpPr>
        <p:spPr>
          <a:xfrm>
            <a:off x="95250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59057127-868A-4BDB-9D8B-5DE6B72DBC54}"/>
              </a:ext>
            </a:extLst>
          </p:cNvPr>
          <p:cNvSpPr>
            <a:spLocks noGrp="1"/>
          </p:cNvSpPr>
          <p:nvPr/>
        </p:nvSpPr>
        <p:spPr>
          <a:xfrm>
            <a:off x="95250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>
              <a:ext uri="{FF2B5EF4-FFF2-40B4-BE49-F238E27FC236}">
                <ns2:creationId id="{40E0B583-8B59-407D-81C2-384A709A0D48}"/>
              </a:ext>
            </a:extLst>
          </p:cNvPr>
          <p:cNvSpPr>
            <a:spLocks noGrp="1"/>
          </p:cNvSpPr>
          <p:nvPr/>
        </p:nvSpPr>
        <p:spPr>
          <a:xfrm>
            <a:off x="160020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>
              <a:ext uri="{FF2B5EF4-FFF2-40B4-BE49-F238E27FC236}">
                <ns2:creationId id="{D21FE4F8-9DE1-421D-9687-6247580343E9}"/>
              </a:ext>
            </a:extLst>
          </p:cNvPr>
          <p:cNvSpPr>
            <a:spLocks noGrp="1"/>
          </p:cNvSpPr>
          <p:nvPr/>
        </p:nvSpPr>
        <p:spPr>
          <a:xfrm>
            <a:off x="160020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>
              <a:ext uri="{FF2B5EF4-FFF2-40B4-BE49-F238E27FC236}">
                <ns2:creationId id="{8CA81235-B0D1-4A90-BA75-954D4F5F9107}"/>
              </a:ext>
            </a:extLst>
          </p:cNvPr>
          <p:cNvSpPr>
            <a:spLocks noGrp="1"/>
          </p:cNvSpPr>
          <p:nvPr/>
        </p:nvSpPr>
        <p:spPr>
          <a:xfrm>
            <a:off x="6496050" y="3486150"/>
            <a:ext cx="457200" cy="4572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>
              <a:ext uri="{FF2B5EF4-FFF2-40B4-BE49-F238E27FC236}">
                <ns2:creationId id="{DFB85B9D-D89F-461F-B9F5-B3192BE0E2FF}"/>
              </a:ext>
            </a:extLst>
          </p:cNvPr>
          <p:cNvSpPr>
            <a:spLocks noGrp="1"/>
          </p:cNvSpPr>
          <p:nvPr/>
        </p:nvSpPr>
        <p:spPr>
          <a:xfrm>
            <a:off x="6496050" y="3609975"/>
            <a:ext cx="4572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371"/>
          </a:bodyPr>
          <a:lstStyle/>
          <a:p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>
              <a:ext uri="{FF2B5EF4-FFF2-40B4-BE49-F238E27FC236}">
                <ns2:creationId id="{CC187838-CB06-46F3-A419-7D3D1D1E5071}"/>
              </a:ext>
            </a:extLst>
          </p:cNvPr>
          <p:cNvSpPr>
            <a:spLocks noGrp="1"/>
          </p:cNvSpPr>
          <p:nvPr/>
        </p:nvSpPr>
        <p:spPr>
          <a:xfrm>
            <a:off x="7143750" y="3333750"/>
            <a:ext cx="3905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>
              <a:ext uri="{FF2B5EF4-FFF2-40B4-BE49-F238E27FC236}">
                <ns2:creationId id="{AC522391-7AB7-460E-8EBF-B63511E485DD}"/>
              </a:ext>
            </a:extLst>
          </p:cNvPr>
          <p:cNvSpPr>
            <a:spLocks noGrp="1"/>
          </p:cNvSpPr>
          <p:nvPr/>
        </p:nvSpPr>
        <p:spPr>
          <a:xfrm>
            <a:off x="7143750" y="3714750"/>
            <a:ext cx="39052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>
              <a:ext uri="{FF2B5EF4-FFF2-40B4-BE49-F238E27FC236}">
                <ns2:creationId id="{98A4247D-FE4D-4C10-9306-9B618288D947}"/>
              </a:ext>
            </a:extLst>
          </p:cNvPr>
          <p:cNvSpPr>
            <a:spLocks noGrp="1"/>
          </p:cNvSpPr>
          <p:nvPr/>
        </p:nvSpPr>
        <p:spPr>
          <a:xfrm>
            <a:off x="1257300" y="5029200"/>
            <a:ext cx="9677400" cy="952500"/>
          </a:xfrm>
          <a:prstGeom prst="roundRect">
            <a:avLst>
              <a:gd name="adj" fmla="val 10000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20" name="">
            <a:extLst>
              <a:ext uri="{FF2B5EF4-FFF2-40B4-BE49-F238E27FC236}">
                <ns2:creationId id="{CA76ADCA-5B68-44C2-8873-802D754678F4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21" name="">
            <a:extLst>
              <a:ext uri="{FF2B5EF4-FFF2-40B4-BE49-F238E27FC236}">
                <ns2:creationId id="{CFD713CB-4C14-4FC8-AECF-EF51C148CAAB}"/>
              </a:ext>
            </a:extLst>
          </p:cNvPr>
          <p:cNvSpPr>
            <a:spLocks noGrp="1"/>
          </p:cNvSpPr>
          <p:nvPr/>
        </p:nvSpPr>
        <p:spPr>
          <a:xfrm>
            <a:off x="1600200" y="5191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22" name="">
            <a:extLst>
              <a:ext uri="{FF2B5EF4-FFF2-40B4-BE49-F238E27FC236}">
                <ns2:creationId id="{F364F389-F718-4829-A8B5-667B2A8E1E96}"/>
              </a:ext>
            </a:extLst>
          </p:cNvPr>
          <p:cNvSpPr>
            <a:spLocks noGrp="1"/>
          </p:cNvSpPr>
          <p:nvPr/>
        </p:nvSpPr>
        <p:spPr>
          <a:xfrm>
            <a:off x="1771650" y="5191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23" name="">
            <a:extLst>
              <a:ext uri="{FF2B5EF4-FFF2-40B4-BE49-F238E27FC236}">
                <ns2:creationId id="{14F2CCEE-4655-4079-95F9-EB8F71838538}"/>
              </a:ext>
            </a:extLst>
          </p:cNvPr>
          <p:cNvSpPr>
            <a:spLocks noGrp="1"/>
          </p:cNvSpPr>
          <p:nvPr/>
        </p:nvSpPr>
        <p:spPr>
          <a:xfrm>
            <a:off x="1466850" y="5448300"/>
            <a:ext cx="92583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0128"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>
              <a:ext uri="{FF2B5EF4-FFF2-40B4-BE49-F238E27FC236}">
                <ns2:creationId id="{793B7D36-7886-4218-AC77-8A79E6E1B0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5" name="">
            <a:extLst>
              <a:ext uri="{FF2B5EF4-FFF2-40B4-BE49-F238E27FC236}">
                <ns2:creationId id="{E05C4E82-71DD-4AA6-84F4-6B20CDE78B9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>
              <a:ext uri="{FF2B5EF4-FFF2-40B4-BE49-F238E27FC236}">
                <ns2:creationId id="{61C55653-9566-4AC5-8B34-CF732B7D971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ns3:creationId val="1807398680"/>
      </p:ext>
    </p:extLst>
  </p:cSld>
</p:sld>
</file>

<file path=ppt/slides/slide26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>
              <a:ext uri="{FF2B5EF4-FFF2-40B4-BE49-F238E27FC236}">
                <ns2:creationId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>
              <a:ext uri="{FF2B5EF4-FFF2-40B4-BE49-F238E27FC236}">
                <ns2:creationId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/>
          <a:fillRef idx="0"/>
          <a:effectRef idx="6"/>
          <a:fontRef idx="major"/>
        </p:style>
      </p:sp>
      <p:sp>
        <p:nvSpPr>
          <p:cNvPr id="4" name="">
            <a:extLst>
              <a:ext uri="{FF2B5EF4-FFF2-40B4-BE49-F238E27FC236}">
                <ns2:creationId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">
            <a:extLst>
              <a:ext uri="{FF2B5EF4-FFF2-40B4-BE49-F238E27FC236}">
                <ns2:creationId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">
            <a:extLst>
              <a:ext uri="{FF2B5EF4-FFF2-40B4-BE49-F238E27FC236}">
                <ns2:creationId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">
            <a:extLst>
              <a:ext uri="{FF2B5EF4-FFF2-40B4-BE49-F238E27FC236}">
                <ns2:creationId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t/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>
              <a:ext uri="{FF2B5EF4-FFF2-40B4-BE49-F238E27FC236}">
                <ns2:creationId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9" name="">
            <a:extLst>
              <a:ext uri="{FF2B5EF4-FFF2-40B4-BE49-F238E27FC236}">
                <ns2:creationId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>
              <a:ext uri="{FF2B5EF4-FFF2-40B4-BE49-F238E27FC236}">
                <ns2:creationId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>
              <a:ext uri="{FF2B5EF4-FFF2-40B4-BE49-F238E27FC236}">
                <ns2:creationId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12" name="">
            <a:extLst>
              <a:ext uri="{FF2B5EF4-FFF2-40B4-BE49-F238E27FC236}">
                <ns2:creationId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>
              <a:ext uri="{FF2B5EF4-FFF2-40B4-BE49-F238E27FC236}">
                <ns2:creationId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>
              <a:ext uri="{FF2B5EF4-FFF2-40B4-BE49-F238E27FC236}">
                <ns2:creationId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">
            <a:extLst>
              <a:ext uri="{FF2B5EF4-FFF2-40B4-BE49-F238E27FC236}">
                <ns2:creationId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>
              <a:ext uri="{FF2B5EF4-FFF2-40B4-BE49-F238E27FC236}">
                <ns2:creationId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ns3:creationId val="105072459"/>
      </p:ext>
    </p:extLst>
  </p:cSld>
</p:sld>
</file>

<file path=ppt/slides/slide27.xml><?xml version="1.0" encoding="utf-8"?>
<p:sld xmlns:a="http://schemas.openxmlformats.org/drawingml/2006/main" xmlns:ns2="http://schemas.microsoft.com/office/drawing/2014/main" xmlns:ns3="http://schemas.microsoft.com/office/powerpoint/2010/main" xmlns:p="http://schemas.openxmlformats.org/presentationml/2006/main">
  <p:cSld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" name="">
            <a:extLst>
              <a:ext uri="{FF2B5EF4-FFF2-40B4-BE49-F238E27FC236}">
                <ns2:creationId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">
            <a:extLst>
              <a:ext uri="{FF2B5EF4-FFF2-40B4-BE49-F238E27FC236}">
                <ns2:creationId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Bonus：清理與 Nginx 自我檢查</a:t>
            </a:r>
          </a:p>
        </p:txBody>
      </p:sp>
      <p:sp>
        <p:nvSpPr>
          <p:cNvPr id="3" name="">
            <a:extLst>
              <a:ext uri="{FF2B5EF4-FFF2-40B4-BE49-F238E27FC236}">
                <ns2:creationId id="{BAD4DD0C-AB44-4DB1-A664-313AB63A2C32}"/>
              </a:ext>
            </a:extLst>
          </p:cNvPr>
          <p:cNvSpPr>
            <a:spLocks noGrp="1"/>
          </p:cNvSpPr>
          <p:nvPr/>
        </p:nvSpPr>
        <p:spPr>
          <a:xfrm>
            <a:off x="9144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4" name="">
            <a:extLst>
              <a:ext uri="{FF2B5EF4-FFF2-40B4-BE49-F238E27FC236}">
                <ns2:creationId id="{F79E48D5-BF1E-49DD-B337-8A74A5193B3F}"/>
              </a:ext>
            </a:extLst>
          </p:cNvPr>
          <p:cNvSpPr>
            <a:spLocks noGrp="1"/>
          </p:cNvSpPr>
          <p:nvPr/>
        </p:nvSpPr>
        <p:spPr>
          <a:xfrm>
            <a:off x="11430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>
              <a:ext uri="{FF2B5EF4-FFF2-40B4-BE49-F238E27FC236}">
                <ns2:creationId id="{93AB7213-19A9-4E3D-BB39-5993C645C901}"/>
              </a:ext>
            </a:extLst>
          </p:cNvPr>
          <p:cNvSpPr>
            <a:spLocks noGrp="1"/>
          </p:cNvSpPr>
          <p:nvPr/>
        </p:nvSpPr>
        <p:spPr>
          <a:xfrm>
            <a:off x="11430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>
              <a:ext uri="{FF2B5EF4-FFF2-40B4-BE49-F238E27FC236}">
                <ns2:creationId id="{1E695BE6-9D9D-442C-8186-97915C2EB928}"/>
              </a:ext>
            </a:extLst>
          </p:cNvPr>
          <p:cNvSpPr>
            <a:spLocks noGrp="1"/>
          </p:cNvSpPr>
          <p:nvPr/>
        </p:nvSpPr>
        <p:spPr>
          <a:xfrm>
            <a:off x="6515100" y="1676400"/>
            <a:ext cx="4762500" cy="2476500"/>
          </a:xfrm>
          <a:prstGeom prst="roundRect">
            <a:avLst>
              <a:gd name="adj" fmla="val 4615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/>
          <a:fillRef idx="0"/>
          <a:effectRef idx="4"/>
          <a:fontRef idx="major"/>
        </p:style>
      </p:sp>
      <p:sp>
        <p:nvSpPr>
          <p:cNvPr id="7" name="">
            <a:extLst>
              <a:ext uri="{FF2B5EF4-FFF2-40B4-BE49-F238E27FC236}">
                <ns2:creationId id="{A0F24D3E-6F01-4956-B8C7-0DB447A0F6EA}"/>
              </a:ext>
            </a:extLst>
          </p:cNvPr>
          <p:cNvSpPr>
            <a:spLocks noGrp="1"/>
          </p:cNvSpPr>
          <p:nvPr/>
        </p:nvSpPr>
        <p:spPr>
          <a:xfrm>
            <a:off x="6743700" y="1866900"/>
            <a:ext cx="4305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Bonus：Nginx 自我檢查</a:t>
            </a:r>
          </a:p>
        </p:txBody>
      </p:sp>
      <p:sp>
        <p:nvSpPr>
          <p:cNvPr id="8" name="">
            <a:extLst>
              <a:ext uri="{FF2B5EF4-FFF2-40B4-BE49-F238E27FC236}">
                <ns2:creationId id="{54266A0B-9CBD-475D-ABB6-8F2798F07920}"/>
              </a:ext>
            </a:extLst>
          </p:cNvPr>
          <p:cNvSpPr>
            <a:spLocks noGrp="1"/>
          </p:cNvSpPr>
          <p:nvPr/>
        </p:nvSpPr>
        <p:spPr>
          <a:xfrm>
            <a:off x="6743700" y="2266950"/>
            <a:ext cx="4305300" cy="1695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照著附錄指令，重新跑一次 Nginx 容器。</a:t>
            </a:r>
          </a:p>
          <a:p>
            <a:r>
              <a:t/>
            </a:r>
          </a:p>
          <a:p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換成 course-nginx-check / 8081:80，確認頁面、ps/logs 後清理。</a:t>
            </a:r>
          </a:p>
        </p:txBody>
      </p:sp>
      <p:sp>
        <p:nvSpPr>
          <p:cNvPr id="9" name="">
            <a:extLst>
              <a:ext uri="{FF2B5EF4-FFF2-40B4-BE49-F238E27FC236}">
                <ns2:creationId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>
              <a:ext uri="{FF2B5EF4-FFF2-40B4-BE49-F238E27FC236}">
                <ns2:creationId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979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>
              <a:ext uri="{FF2B5EF4-FFF2-40B4-BE49-F238E27FC236}">
                <ns2:creationId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">
            <a:extLst>
              <a:ext uri="{FF2B5EF4-FFF2-40B4-BE49-F238E27FC236}">
                <ns2:creationId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>
              <a:ext uri="{FF2B5EF4-FFF2-40B4-BE49-F238E27FC236}">
                <ns2:creationId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100000"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ns3:creationId val="1925916989"/>
      </p:ext>
    </p:extLst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起手式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狀態查看與清理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/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2026-06-21T16:11:39.9630000Z</dcterms:created>
  <dcterms:modified xsi:type="dcterms:W3CDTF">2026-06-21T16:11:39.9630000Z</dcterms:modified>
</coreProperties>
</file>