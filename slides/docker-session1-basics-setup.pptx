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01"/>
    <p:restoredTop sz="94652"/>
  </p:normalViewPr>
  <p:slideViewPr>
    <p:cSldViewPr snapToGrid="0">
      <p:cViewPr varScale="1">
        <p:scale>
          <a:sx n="100" d="100"/>
          <a:sy n="100" d="100"/>
        </p:scale>
        <p:origin x="3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3"/>
          <a:srcRect l="20297" r="20297"/>
          <a:stretch>
            <a:fillRect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86" lnSpcReduction="1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CONFIG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設定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609600" y="4778691"/>
            <a:ext cx="7277100" cy="15268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96"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3200" dirty="0" err="1">
                <a:solidFill>
                  <a:schemeClr val="tx2"/>
                </a:solidFill>
              </a:rPr>
              <a:t>wsl</a:t>
            </a:r>
            <a:r>
              <a:rPr lang="en" altLang="zh-TW" sz="3200" dirty="0">
                <a:solidFill>
                  <a:schemeClr val="tx2"/>
                </a:solidFill>
              </a:rPr>
              <a:t>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3200" dirty="0" err="1">
                <a:solidFill>
                  <a:schemeClr val="tx2"/>
                </a:solidFill>
                <a:latin typeface="Consolas"/>
                <a:cs typeface="Consolas"/>
              </a:rPr>
              <a:t>wsl</a:t>
            </a:r>
            <a:r>
              <a:rPr sz="3200" dirty="0">
                <a:solidFill>
                  <a:schemeClr val="tx2"/>
                </a:solidFill>
                <a:latin typeface="Consolas"/>
                <a:cs typeface="Consolas"/>
              </a:rPr>
              <a:t> </a:t>
            </a:r>
            <a:r>
              <a:rPr lang="en-US" sz="3200" dirty="0">
                <a:solidFill>
                  <a:schemeClr val="tx2"/>
                </a:solidFill>
                <a:latin typeface="Consolas"/>
                <a:cs typeface="Consolas"/>
              </a:rPr>
              <a:t>--install</a:t>
            </a:r>
            <a:endParaRPr sz="3200" dirty="0">
              <a:solidFill>
                <a:schemeClr val="tx2"/>
              </a:solidFill>
              <a:latin typeface="Consolas"/>
              <a:cs typeface="Consola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pic>
        <p:nvPicPr>
          <p:cNvPr id="44" name="圖片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5" y="1352550"/>
            <a:ext cx="3867690" cy="2267266"/>
          </a:xfrm>
          <a:prstGeom prst="rect">
            <a:avLst/>
          </a:prstGeom>
        </p:spPr>
      </p:pic>
      <p:pic>
        <p:nvPicPr>
          <p:cNvPr id="45" name="圖片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7017" y="1300499"/>
            <a:ext cx="4883381" cy="245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7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9" name="圖片 38"/>
          <p:cNvPicPr>
            <a:picLocks noChangeAspect="1"/>
          </p:cNvPicPr>
          <p:nvPr/>
        </p:nvPicPr>
        <p:blipFill>
          <a:blip r:embed="rId3"/>
          <a:srcRect t="16" b="16"/>
          <a:stretch>
            <a:fillRect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8" name="圖片 37"/>
          <p:cNvPicPr>
            <a:picLocks noChangeAspect="1"/>
          </p:cNvPicPr>
          <p:nvPr/>
        </p:nvPicPr>
        <p:blipFill>
          <a:blip r:embed="rId3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直線接點 17">
            <a:extLst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endParaRPr sz="18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 lnSpcReduction="2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697" lnSpcReduction="2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697" lnSpcReduction="2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>
          <a:blip r:embed="rId3"/>
          <a:srcRect l="106" r="106"/>
          <a:stretch>
            <a:fillRect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199" y="4914900"/>
            <a:ext cx="9182595" cy="99901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 lnSpcReduction="2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21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hello-world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dirty="0">
                <a:solidFill>
                  <a:srgbClr val="E5E7EB"/>
                </a:solidFill>
                <a:latin typeface="Consolas"/>
              </a:rPr>
              <a:t>docker run hello-world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拉取映像檔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</a:t>
            </a:r>
            <a:r>
              <a:rPr 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hello-world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查看本機映像檔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  <a:endParaRPr lang="en-US"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575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75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</a:t>
            </a:r>
            <a:r>
              <a:rPr 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ocker run hello-world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查看container</a:t>
            </a:r>
            <a:endParaRPr sz="1575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r>
              <a:rPr 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-a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刪除映像檔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</a:t>
            </a:r>
            <a:r>
              <a:rPr lang="en-US" sz="1575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abc123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rmi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hello-world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endParaRPr sz="17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7562850" y="19716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 Debian-based 版本，工具較多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體積通常最大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7562850" y="286702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Debian-based 版本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正式專案常用折衷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7562850" y="37623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Alpine-based，體積最小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套件相容性/編譯較容易踩坑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029200"/>
            <a:ext cx="842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完成標準：知道不是 Python 版本不同，而是底層 Linux 與內建工具不同，</a:t>
            </a:r>
          </a:p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造成 image 大小差異。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直線接點 31">
            <a:extLst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644" lnSpcReduction="20000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873" lnSpcReduction="2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86FBC810-74DC-4566-81F4-04563150E7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57E3ADD-4B9A-463D-8149-B73C4157658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PORT BASICS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B66645-D44C-4179-988E-CCB5B5B0A5F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電腦的 Port 在分什麼？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15F27D-4190-415D-BE65-11408F6E44D9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IP 是地址，Port 是門牌；同一台電腦可以同時跑網頁、資料庫、開發伺服器等服務。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F1FFA0F-8828-47E3-871F-169FBE6E8CB7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210971-EC83-419E-A410-9094996AC9E0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0 - 1023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DBB6F-FBB4-4B39-A839-1F50F61B769E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Well-known ports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1559CF-E331-4C30-9D57-DBCE9EE57CB7}"/>
              </a:ext>
            </a:extLst>
          </p:cNvPr>
          <p:cNvSpPr>
            <a:spLocks noGrp="1"/>
          </p:cNvSpPr>
          <p:nvPr/>
        </p:nvSpPr>
        <p:spPr>
          <a:xfrm>
            <a:off x="8953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系統與標準服務常用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HTTP、HTTPS、DNS、SSH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F317B04-5373-4B2F-9A28-CB56019A4EAF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47B0B0-7FD0-42D6-9F59-F074BCB081F9}"/>
              </a:ext>
            </a:extLst>
          </p:cNvPr>
          <p:cNvSpPr>
            <a:spLocks noGrp="1"/>
          </p:cNvSpPr>
          <p:nvPr/>
        </p:nvSpPr>
        <p:spPr>
          <a:xfrm>
            <a:off x="461010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1024 - 49151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3620C7-528C-4F47-AEB8-D77DCCC5CA67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Registered ports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A86E63-305C-4E51-B44E-19E556EB18B0}"/>
              </a:ext>
            </a:extLst>
          </p:cNvPr>
          <p:cNvSpPr>
            <a:spLocks noGrp="1"/>
          </p:cNvSpPr>
          <p:nvPr/>
        </p:nvSpPr>
        <p:spPr>
          <a:xfrm>
            <a:off x="461010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應用程式或資料庫常用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MySQL、PostgreSQL、Redis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54AB847-B026-489C-BD77-8A61354A1F95}"/>
              </a:ext>
            </a:extLst>
          </p:cNvPr>
          <p:cNvSpPr>
            <a:spLocks noGrp="1"/>
          </p:cNvSpPr>
          <p:nvPr/>
        </p:nvSpPr>
        <p:spPr>
          <a:xfrm>
            <a:off x="80962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C38E3E6-A990-403B-8859-0C16BF3ADA46}"/>
              </a:ext>
            </a:extLst>
          </p:cNvPr>
          <p:cNvSpPr>
            <a:spLocks noGrp="1"/>
          </p:cNvSpPr>
          <p:nvPr/>
        </p:nvSpPr>
        <p:spPr>
          <a:xfrm>
            <a:off x="83248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49152 - 65535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6B0236-8FED-4CF8-A6BF-7D5E2D59F741}"/>
              </a:ext>
            </a:extLst>
          </p:cNvPr>
          <p:cNvSpPr>
            <a:spLocks noGrp="1"/>
          </p:cNvSpPr>
          <p:nvPr/>
        </p:nvSpPr>
        <p:spPr>
          <a:xfrm>
            <a:off x="83248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Dynamic / private ports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9C8E43-CEEB-4259-82DC-EB9E7DED22F5}"/>
              </a:ext>
            </a:extLst>
          </p:cNvPr>
          <p:cNvSpPr>
            <a:spLocks noGrp="1"/>
          </p:cNvSpPr>
          <p:nvPr/>
        </p:nvSpPr>
        <p:spPr>
          <a:xfrm>
            <a:off x="83248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系統暫時分配給程式連線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通常不用手動指定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08C3F2D-B360-4743-A700-74C2845AB907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常見例子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CC530C31-32D1-4FC0-B1B0-5D9AC5AE0724}"/>
              </a:ext>
            </a:extLst>
          </p:cNvPr>
          <p:cNvSpPr>
            <a:spLocks noGrp="1"/>
          </p:cNvSpPr>
          <p:nvPr/>
        </p:nvSpPr>
        <p:spPr>
          <a:xfrm>
            <a:off x="6667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F0A128-A6F6-4EA9-9441-38B12959B299}"/>
              </a:ext>
            </a:extLst>
          </p:cNvPr>
          <p:cNvSpPr>
            <a:spLocks noGrp="1"/>
          </p:cNvSpPr>
          <p:nvPr/>
        </p:nvSpPr>
        <p:spPr>
          <a:xfrm>
            <a:off x="8382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431167F-F0CD-4199-A2E0-5303DD36F2F8}"/>
              </a:ext>
            </a:extLst>
          </p:cNvPr>
          <p:cNvSpPr>
            <a:spLocks noGrp="1"/>
          </p:cNvSpPr>
          <p:nvPr/>
        </p:nvSpPr>
        <p:spPr>
          <a:xfrm>
            <a:off x="15430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SSH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5A0CD248-7022-4934-B68E-9A65FD35C87A}"/>
              </a:ext>
            </a:extLst>
          </p:cNvPr>
          <p:cNvSpPr>
            <a:spLocks noGrp="1"/>
          </p:cNvSpPr>
          <p:nvPr/>
        </p:nvSpPr>
        <p:spPr>
          <a:xfrm>
            <a:off x="34480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7112FD-6FA5-41A8-9E6D-6ED5CE6CDC47}"/>
              </a:ext>
            </a:extLst>
          </p:cNvPr>
          <p:cNvSpPr>
            <a:spLocks noGrp="1"/>
          </p:cNvSpPr>
          <p:nvPr/>
        </p:nvSpPr>
        <p:spPr>
          <a:xfrm>
            <a:off x="36195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3C1B7C-CFA9-46EE-AB57-56422A69682E}"/>
              </a:ext>
            </a:extLst>
          </p:cNvPr>
          <p:cNvSpPr>
            <a:spLocks noGrp="1"/>
          </p:cNvSpPr>
          <p:nvPr/>
        </p:nvSpPr>
        <p:spPr>
          <a:xfrm>
            <a:off x="43243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DNS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C1B01625-3706-40A8-9204-BA2FF21C8929}"/>
              </a:ext>
            </a:extLst>
          </p:cNvPr>
          <p:cNvSpPr>
            <a:spLocks noGrp="1"/>
          </p:cNvSpPr>
          <p:nvPr/>
        </p:nvSpPr>
        <p:spPr>
          <a:xfrm>
            <a:off x="62293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6F49330-21F0-44AC-983B-414BDEC1DCC2}"/>
              </a:ext>
            </a:extLst>
          </p:cNvPr>
          <p:cNvSpPr>
            <a:spLocks noGrp="1"/>
          </p:cNvSpPr>
          <p:nvPr/>
        </p:nvSpPr>
        <p:spPr>
          <a:xfrm>
            <a:off x="64008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9EAB3DE-08FE-4A3B-8280-05499FCEE8DB}"/>
              </a:ext>
            </a:extLst>
          </p:cNvPr>
          <p:cNvSpPr>
            <a:spLocks noGrp="1"/>
          </p:cNvSpPr>
          <p:nvPr/>
        </p:nvSpPr>
        <p:spPr>
          <a:xfrm>
            <a:off x="71056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0F8D4CC2-5EAA-408F-820C-59EFD66558C3}"/>
              </a:ext>
            </a:extLst>
          </p:cNvPr>
          <p:cNvSpPr>
            <a:spLocks noGrp="1"/>
          </p:cNvSpPr>
          <p:nvPr/>
        </p:nvSpPr>
        <p:spPr>
          <a:xfrm>
            <a:off x="90106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6FFC1AD-13A1-4BD7-95FB-B22F77FC67F4}"/>
              </a:ext>
            </a:extLst>
          </p:cNvPr>
          <p:cNvSpPr>
            <a:spLocks noGrp="1"/>
          </p:cNvSpPr>
          <p:nvPr/>
        </p:nvSpPr>
        <p:spPr>
          <a:xfrm>
            <a:off x="91821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443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2E33CA5-EAEC-4F4F-AA2F-896C6001ECC8}"/>
              </a:ext>
            </a:extLst>
          </p:cNvPr>
          <p:cNvSpPr>
            <a:spLocks noGrp="1"/>
          </p:cNvSpPr>
          <p:nvPr/>
        </p:nvSpPr>
        <p:spPr>
          <a:xfrm>
            <a:off x="98869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HTTPS</a:t>
            </a: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1B0C3A9-91C2-4A1C-8EFE-4470F72827E5}"/>
              </a:ext>
            </a:extLst>
          </p:cNvPr>
          <p:cNvSpPr>
            <a:spLocks noGrp="1"/>
          </p:cNvSpPr>
          <p:nvPr/>
        </p:nvSpPr>
        <p:spPr>
          <a:xfrm>
            <a:off x="6667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AE681B2-208D-4A1C-97E8-9F0DF56168CA}"/>
              </a:ext>
            </a:extLst>
          </p:cNvPr>
          <p:cNvSpPr>
            <a:spLocks noGrp="1"/>
          </p:cNvSpPr>
          <p:nvPr/>
        </p:nvSpPr>
        <p:spPr>
          <a:xfrm>
            <a:off x="8382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3000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0E8D5CD-AE8A-4D47-9F41-5E3535B6CEAB}"/>
              </a:ext>
            </a:extLst>
          </p:cNvPr>
          <p:cNvSpPr>
            <a:spLocks noGrp="1"/>
          </p:cNvSpPr>
          <p:nvPr/>
        </p:nvSpPr>
        <p:spPr>
          <a:xfrm>
            <a:off x="15430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前端開發</a:t>
            </a: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4B213212-488E-4C1A-B61A-81E7D467C3D9}"/>
              </a:ext>
            </a:extLst>
          </p:cNvPr>
          <p:cNvSpPr>
            <a:spLocks noGrp="1"/>
          </p:cNvSpPr>
          <p:nvPr/>
        </p:nvSpPr>
        <p:spPr>
          <a:xfrm>
            <a:off x="34480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08FD100-C2A5-43E5-A325-8BE15D3A9D83}"/>
              </a:ext>
            </a:extLst>
          </p:cNvPr>
          <p:cNvSpPr>
            <a:spLocks noGrp="1"/>
          </p:cNvSpPr>
          <p:nvPr/>
        </p:nvSpPr>
        <p:spPr>
          <a:xfrm>
            <a:off x="36195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3306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53FF2E-B120-4AEB-8E7E-948588CB3FEC}"/>
              </a:ext>
            </a:extLst>
          </p:cNvPr>
          <p:cNvSpPr>
            <a:spLocks noGrp="1"/>
          </p:cNvSpPr>
          <p:nvPr/>
        </p:nvSpPr>
        <p:spPr>
          <a:xfrm>
            <a:off x="43243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MySQL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29BF1199-897E-40DF-BA42-6E061B7AF875}"/>
              </a:ext>
            </a:extLst>
          </p:cNvPr>
          <p:cNvSpPr>
            <a:spLocks noGrp="1"/>
          </p:cNvSpPr>
          <p:nvPr/>
        </p:nvSpPr>
        <p:spPr>
          <a:xfrm>
            <a:off x="62293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FF5E5DA-F439-4463-A75A-6D81298D9A1A}"/>
              </a:ext>
            </a:extLst>
          </p:cNvPr>
          <p:cNvSpPr>
            <a:spLocks noGrp="1"/>
          </p:cNvSpPr>
          <p:nvPr/>
        </p:nvSpPr>
        <p:spPr>
          <a:xfrm>
            <a:off x="64008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5000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406861D-1DF2-4C49-AF3A-66ACA1CF8DDC}"/>
              </a:ext>
            </a:extLst>
          </p:cNvPr>
          <p:cNvSpPr>
            <a:spLocks noGrp="1"/>
          </p:cNvSpPr>
          <p:nvPr/>
        </p:nvSpPr>
        <p:spPr>
          <a:xfrm>
            <a:off x="71056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Flask</a:t>
            </a: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794FC71-1337-4CAB-91F2-4CE7D8DDB794}"/>
              </a:ext>
            </a:extLst>
          </p:cNvPr>
          <p:cNvSpPr>
            <a:spLocks noGrp="1"/>
          </p:cNvSpPr>
          <p:nvPr/>
        </p:nvSpPr>
        <p:spPr>
          <a:xfrm>
            <a:off x="90106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AC02F23-BF09-42C4-8EE2-F5C3D9BF4E11}"/>
              </a:ext>
            </a:extLst>
          </p:cNvPr>
          <p:cNvSpPr>
            <a:spLocks noGrp="1"/>
          </p:cNvSpPr>
          <p:nvPr/>
        </p:nvSpPr>
        <p:spPr>
          <a:xfrm>
            <a:off x="91821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8080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8ED283-23B1-4855-91C5-485B0236C613}"/>
              </a:ext>
            </a:extLst>
          </p:cNvPr>
          <p:cNvSpPr>
            <a:spLocks noGrp="1"/>
          </p:cNvSpPr>
          <p:nvPr/>
        </p:nvSpPr>
        <p:spPr>
          <a:xfrm>
            <a:off x="98869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開發/測試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1A4FBBF-0AEE-4F08-82DE-E9AB75B40FE3}"/>
              </a:ext>
            </a:extLst>
          </p:cNvPr>
          <p:cNvSpPr>
            <a:spLocks noGrp="1"/>
          </p:cNvSpPr>
          <p:nvPr/>
        </p:nvSpPr>
        <p:spPr>
          <a:xfrm>
            <a:off x="1562100" y="5848350"/>
            <a:ext cx="906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localhost:8080 = 連到自己電腦的 8080 號門</a:t>
            </a:r>
          </a:p>
        </p:txBody>
      </p:sp>
      <p:sp>
        <p:nvSpPr>
          <p:cNvPr id="43" name="直線接點 42">
            <a:extLst>
              <a:ext uri="{FF2B5EF4-FFF2-40B4-BE49-F238E27FC236}">
                <a16:creationId xmlns:a16="http://schemas.microsoft.com/office/drawing/2014/main" id="{A0C83322-E5A4-492E-A36A-23377F37872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80E48C1-CB91-4532-9511-B8B5E956128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1708B5D-EEC6-45DA-A931-8F3E28CECA5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70524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FDD0134E-A573-40AD-9827-4E1055C45C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22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B90A9E-86BA-4699-AD20-979EB9721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rPr>
              <a:t>CHECK LOCAL PORTS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FD1BA1E-9F0C-4644-BE6E-29F669AA21A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76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怎麼看本機有哪些 Port 正在用？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FBB0C84-938B-43AB-AE14-35CDA8F14C0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容器啟動失敗時，先確認要用的主機 port 有沒有被其他程式佔用。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DE0172-EC58-41AF-8C5D-690E8AAE3239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FA25DE3-861E-497F-BE6E-8E4C1798F98F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4C8B1D3-C718-4B06-8A5A-AA8938ADC3DE}"/>
              </a:ext>
            </a:extLst>
          </p:cNvPr>
          <p:cNvSpPr>
            <a:spLocks noGrp="1"/>
          </p:cNvSpPr>
          <p:nvPr/>
        </p:nvSpPr>
        <p:spPr>
          <a:xfrm>
            <a:off x="108585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BDCE00D9-103B-4706-A116-342254E6053D}"/>
              </a:ext>
            </a:extLst>
          </p:cNvPr>
          <p:cNvSpPr>
            <a:spLocks noGrp="1"/>
          </p:cNvSpPr>
          <p:nvPr/>
        </p:nvSpPr>
        <p:spPr>
          <a:xfrm>
            <a:off x="127635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C053A9-7FD7-49B4-8881-D185E5041195}"/>
              </a:ext>
            </a:extLst>
          </p:cNvPr>
          <p:cNvSpPr>
            <a:spLocks noGrp="1"/>
          </p:cNvSpPr>
          <p:nvPr/>
        </p:nvSpPr>
        <p:spPr>
          <a:xfrm>
            <a:off x="89535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Windows PowerShell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0394F0-CAA8-4EA1-A780-841251231679}"/>
              </a:ext>
            </a:extLst>
          </p:cNvPr>
          <p:cNvSpPr>
            <a:spLocks noGrp="1"/>
          </p:cNvSpPr>
          <p:nvPr/>
        </p:nvSpPr>
        <p:spPr>
          <a:xfrm>
            <a:off x="91440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LISTENING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tasklist /FI "PID eq 1234"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DE26FF-30AF-4D61-B1DF-7D34D42CCAE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最後一欄是 PID，再用 tasklist 查是哪個程式。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A0F05AA-093D-4BD3-A204-A9513E697B62}"/>
              </a:ext>
            </a:extLst>
          </p:cNvPr>
          <p:cNvSpPr>
            <a:spLocks noGrp="1"/>
          </p:cNvSpPr>
          <p:nvPr/>
        </p:nvSpPr>
        <p:spPr>
          <a:xfrm>
            <a:off x="628650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E146EFD-11B8-4263-A4FD-B67F94D4182C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8518E4D-1CEE-406E-B2AB-4ECDB3E4BC6D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1467B097-83E1-475F-885D-75592BB1EA8A}"/>
              </a:ext>
            </a:extLst>
          </p:cNvPr>
          <p:cNvSpPr>
            <a:spLocks noGrp="1"/>
          </p:cNvSpPr>
          <p:nvPr/>
        </p:nvSpPr>
        <p:spPr>
          <a:xfrm>
            <a:off x="689610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4AF6B8-3161-44E0-A3A2-4FD218B04F61}"/>
              </a:ext>
            </a:extLst>
          </p:cNvPr>
          <p:cNvSpPr>
            <a:spLocks noGrp="1"/>
          </p:cNvSpPr>
          <p:nvPr/>
        </p:nvSpPr>
        <p:spPr>
          <a:xfrm>
            <a:off x="651510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macOS Terminal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B47F73-9D94-4380-A1ED-89F5D6C4C8DE}"/>
              </a:ext>
            </a:extLst>
          </p:cNvPr>
          <p:cNvSpPr>
            <a:spLocks noGrp="1"/>
          </p:cNvSpPr>
          <p:nvPr/>
        </p:nvSpPr>
        <p:spPr>
          <a:xfrm>
            <a:off x="653415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 -sTCP:LISTEN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BD78E84-4090-4B43-8813-9C8833400B3B}"/>
              </a:ext>
            </a:extLst>
          </p:cNvPr>
          <p:cNvSpPr>
            <a:spLocks noGrp="1"/>
          </p:cNvSpPr>
          <p:nvPr/>
        </p:nvSpPr>
        <p:spPr>
          <a:xfrm>
            <a:off x="653415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LISTEN 代表這個 port 正在等外部連線。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EF8C7512-CDF7-45C1-BA4A-95E035246200}"/>
              </a:ext>
            </a:extLst>
          </p:cNvPr>
          <p:cNvSpPr>
            <a:spLocks noGrp="1"/>
          </p:cNvSpPr>
          <p:nvPr/>
        </p:nvSpPr>
        <p:spPr>
          <a:xfrm>
            <a:off x="1600200" y="5353050"/>
            <a:ext cx="8991600" cy="590550"/>
          </a:xfrm>
          <a:prstGeom prst="roundRect">
            <a:avLst>
              <a:gd name="adj" fmla="val 19355"/>
            </a:avLst>
          </a:prstGeom>
          <a:solidFill>
            <a:srgbClr val="10233E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62A3E3-A4AB-4DE4-BCE5-D0FB70CF9D80}"/>
              </a:ext>
            </a:extLst>
          </p:cNvPr>
          <p:cNvSpPr>
            <a:spLocks noGrp="1"/>
          </p:cNvSpPr>
          <p:nvPr/>
        </p:nvSpPr>
        <p:spPr>
          <a:xfrm>
            <a:off x="1847850" y="5534025"/>
            <a:ext cx="849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如果 8080 被佔用，就換主機 port：  -p 8081:80</a:t>
            </a:r>
          </a:p>
        </p:txBody>
      </p:sp>
      <p:sp>
        <p:nvSpPr>
          <p:cNvPr id="21" name="直線接點 20">
            <a:extLst>
              <a:ext uri="{FF2B5EF4-FFF2-40B4-BE49-F238E27FC236}">
                <a16:creationId xmlns:a16="http://schemas.microsoft.com/office/drawing/2014/main" id="{297B62DC-310D-4561-BB5D-A011565F32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9E9928E-7731-4DC4-B0E5-DA1B5585302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588455A-DBAF-4E62-B58F-EA6EDCB94E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02081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59742C2A-EFB3-424F-AD90-1C9FAEB49B2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41A1CE8-285B-4538-A3C2-C9C446401E9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4C95CC9-AA50-43A2-896C-04AFE1CF330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D891131-894D-4A41-8A8F-272A9486F744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9FFC6D9-08BA-450E-97C4-B7E66C2F27B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849442E-8242-4DEA-B8F9-84504B7F66D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200B3A9-FE69-4864-A975-03AD455C3E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25004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80" lnSpcReduction="1000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bash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C7EF252-EEA4-4B5E-8F71-AE5890EBFCF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7A9051-0D0D-4822-8931-7D161BA2740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510C2E2-47FF-4B91-86F9-219954E0960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42A649-68C6-441F-88E6-6E3760503092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40C0E791-A9C9-45F4-8AB1-DC2BEF2DB05F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容器（進入 Nginx 容器）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bash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```bash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1C9F331-2153-4516-A960-6384389F9F7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576D19CF-2225-4AFF-B3F0-FCA79EA3701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84432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9977042-1153-4D94-9E2E-7C8D209F56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F04A59A-A243-4B9B-A12C-E2203FCB9FA2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7CD4A7D-93CF-428B-A69E-D2D772DC52C8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7855A7A-7BFB-4939-8D6E-A1A701C7C46E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7543C23-7499-46BF-9FD7-94CB2AFAB86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BCE7681-F540-42C7-81A7-AE0C957F5DD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C942740E-05F6-42D9-AABF-C628356AC93A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217459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  <a:endParaRPr lang="en-US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my-web</a:t>
            </a:r>
            <a:endParaRPr lang="en-US"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lang="en-US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rmi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my-image</a:t>
            </a:r>
            <a:b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</a:br>
            <a:endParaRPr lang="en-US"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1658</Words>
  <Application>Microsoft Macintosh PowerPoint</Application>
  <DocSecurity>0</DocSecurity>
  <PresentationFormat>寬螢幕</PresentationFormat>
  <Paragraphs>477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6" baseType="lpstr">
      <vt:lpstr>Microsoft JhengHei</vt:lpstr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5</cp:revision>
  <dcterms:created xsi:type="dcterms:W3CDTF">2026-06-23T07:58:48Z</dcterms:created>
  <dcterms:modified xsi:type="dcterms:W3CDTF">2026-06-24T02:17:55Z</dcterms:modified>
</cp:coreProperties>
</file>