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f1da5ea2fdb34683" /><ns0:Relationship Type="http://schemas.openxmlformats.org/officeDocument/2006/relationships/extended-properties" Target="/docProps/app.xml" Id="R513b682bd1e44b4a" /><ns0:Relationship Type="http://schemas.openxmlformats.org/officeDocument/2006/relationships/officeDocument" Target="/ppt/presentation.xml" Id="R6003ce180e574f8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9d95461ccd5a435d"/>
  </p:sldMasterIdLst>
  <p:notesMasterIdLst>
    <p:notesMasterId xmlns:r="http://schemas.openxmlformats.org/officeDocument/2006/relationships" r:id="Re7c72efc286f43a9"/>
  </p:notesMasterIdLst>
  <p:sldIdLst>
    <p:sldId xmlns:r="http://schemas.openxmlformats.org/officeDocument/2006/relationships" id="256" r:id="R534a20be6a554624"/>
    <p:sldId xmlns:r="http://schemas.openxmlformats.org/officeDocument/2006/relationships" id="257" r:id="R85c70f84879a4812"/>
    <p:sldId xmlns:r="http://schemas.openxmlformats.org/officeDocument/2006/relationships" id="258" r:id="R7874a43df70e48cb"/>
    <p:sldId xmlns:r="http://schemas.openxmlformats.org/officeDocument/2006/relationships" id="259" r:id="Re99b3704889f4d49"/>
    <p:sldId xmlns:r="http://schemas.openxmlformats.org/officeDocument/2006/relationships" id="260" r:id="R3236acdfcab64870"/>
    <p:sldId xmlns:r="http://schemas.openxmlformats.org/officeDocument/2006/relationships" id="261" r:id="R64bbdd81cd314281"/>
    <p:sldId xmlns:r="http://schemas.openxmlformats.org/officeDocument/2006/relationships" id="262" r:id="R6d3793b2232145df"/>
    <p:sldId xmlns:r="http://schemas.openxmlformats.org/officeDocument/2006/relationships" id="263" r:id="Rc0ae04078daa441c"/>
    <p:sldId xmlns:r="http://schemas.openxmlformats.org/officeDocument/2006/relationships" id="264" r:id="R3a357448888548ed"/>
    <p:sldId xmlns:r="http://schemas.openxmlformats.org/officeDocument/2006/relationships" id="265" r:id="Rc8b84611a13249ad"/>
    <p:sldId xmlns:r="http://schemas.openxmlformats.org/officeDocument/2006/relationships" id="266" r:id="R13a519ccef9e4d67"/>
    <p:sldId xmlns:r="http://schemas.openxmlformats.org/officeDocument/2006/relationships" id="267" r:id="Rfab575397dc2490f"/>
    <p:sldId xmlns:r="http://schemas.openxmlformats.org/officeDocument/2006/relationships" id="268" r:id="R41cb82ad261f454c"/>
    <p:sldId xmlns:r="http://schemas.openxmlformats.org/officeDocument/2006/relationships" id="269" r:id="R51dc3817afe045b5"/>
    <p:sldId xmlns:r="http://schemas.openxmlformats.org/officeDocument/2006/relationships" id="270" r:id="Re8af338f0f9e4a6d"/>
    <p:sldId xmlns:r="http://schemas.openxmlformats.org/officeDocument/2006/relationships" id="271" r:id="Rdb3f5a3796534bd7"/>
    <p:sldId xmlns:r="http://schemas.openxmlformats.org/officeDocument/2006/relationships" id="272" r:id="R6ee63b6ecda0406c"/>
    <p:sldId xmlns:r="http://schemas.openxmlformats.org/officeDocument/2006/relationships" id="273" r:id="R32181bae7ddf4814"/>
    <p:sldId xmlns:r="http://schemas.openxmlformats.org/officeDocument/2006/relationships" id="274" r:id="R280fb19bbba24d46"/>
    <p:sldId xmlns:r="http://schemas.openxmlformats.org/officeDocument/2006/relationships" id="275" r:id="Re7909a35720f4790"/>
    <p:sldId xmlns:r="http://schemas.openxmlformats.org/officeDocument/2006/relationships" id="276" r:id="Rad7faa5a408b4e58"/>
    <p:sldId xmlns:r="http://schemas.openxmlformats.org/officeDocument/2006/relationships" id="277" r:id="R48e424fea76c4627"/>
    <p:sldId xmlns:r="http://schemas.openxmlformats.org/officeDocument/2006/relationships" id="278" r:id="Rf14069a11143499b"/>
    <p:sldId xmlns:r="http://schemas.openxmlformats.org/officeDocument/2006/relationships" id="279" r:id="R8c2bfe1ccc954101"/>
    <p:sldId xmlns:r="http://schemas.openxmlformats.org/officeDocument/2006/relationships" id="280" r:id="R8b3293098fd74ef5"/>
    <p:sldId xmlns:r="http://schemas.openxmlformats.org/officeDocument/2006/relationships" id="281" r:id="Reb2a6ab6c203454b"/>
    <p:sldId xmlns:r="http://schemas.openxmlformats.org/officeDocument/2006/relationships" id="282" r:id="Rbd1f54cec190419b"/>
    <p:sldId id="283" r:id="rId1"/>
    <p:sldId id="284" r:id="rId2"/>
    <p:sldId id="285" r:id="rId3"/>
    <p:sldId id="286" r:id="rId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cfe55e569e904312" /><ns0:Relationship Type="http://schemas.openxmlformats.org/officeDocument/2006/relationships/slideMaster" Target="/ppt/slideMasters/slideMaster1.xml" Id="R9d95461ccd5a435d" /><ns0:Relationship Type="http://schemas.openxmlformats.org/officeDocument/2006/relationships/presProps" Target="/ppt/presProps.xml" Id="R656f31f095f7482f" /><ns0:Relationship Type="http://schemas.openxmlformats.org/officeDocument/2006/relationships/tableStyles" Target="/ppt/tableStyles.xml" Id="Rdd76de7e196b43ef" /><ns0:Relationship Type="http://schemas.openxmlformats.org/officeDocument/2006/relationships/slide" Target="/ppt/slides/slide1.xml" Id="R534a20be6a554624" /><ns0:Relationship Type="http://schemas.openxmlformats.org/officeDocument/2006/relationships/slide" Target="/ppt/slides/slide2.xml" Id="R85c70f84879a4812" /><ns0:Relationship Type="http://schemas.openxmlformats.org/officeDocument/2006/relationships/slide" Target="/ppt/slides/slide3.xml" Id="R7874a43df70e48cb" /><ns0:Relationship Type="http://schemas.openxmlformats.org/officeDocument/2006/relationships/slide" Target="/ppt/slides/slide4.xml" Id="Re99b3704889f4d49" /><ns0:Relationship Type="http://schemas.openxmlformats.org/officeDocument/2006/relationships/slide" Target="/ppt/slides/slide5.xml" Id="R3236acdfcab64870" /><ns0:Relationship Type="http://schemas.openxmlformats.org/officeDocument/2006/relationships/slide" Target="/ppt/slides/slide6.xml" Id="R64bbdd81cd314281" /><ns0:Relationship Type="http://schemas.openxmlformats.org/officeDocument/2006/relationships/slide" Target="/ppt/slides/slide7.xml" Id="R6d3793b2232145df" /><ns0:Relationship Type="http://schemas.openxmlformats.org/officeDocument/2006/relationships/slide" Target="/ppt/slides/slide8.xml" Id="Rc0ae04078daa441c" /><ns0:Relationship Type="http://schemas.openxmlformats.org/officeDocument/2006/relationships/slide" Target="/ppt/slides/slide9.xml" Id="R3a357448888548ed" /><ns0:Relationship Type="http://schemas.openxmlformats.org/officeDocument/2006/relationships/slide" Target="/ppt/slides/slide10.xml" Id="Rc8b84611a13249ad" /><ns0:Relationship Type="http://schemas.openxmlformats.org/officeDocument/2006/relationships/slide" Target="/ppt/slides/slide11.xml" Id="R13a519ccef9e4d67" /><ns0:Relationship Type="http://schemas.openxmlformats.org/officeDocument/2006/relationships/slide" Target="/ppt/slides/slide12.xml" Id="Rfab575397dc2490f" /><ns0:Relationship Type="http://schemas.openxmlformats.org/officeDocument/2006/relationships/slide" Target="/ppt/slides/slide13.xml" Id="R41cb82ad261f454c" /><ns0:Relationship Type="http://schemas.openxmlformats.org/officeDocument/2006/relationships/slide" Target="/ppt/slides/slide14.xml" Id="R51dc3817afe045b5" /><ns0:Relationship Type="http://schemas.openxmlformats.org/officeDocument/2006/relationships/slide" Target="/ppt/slides/slide15.xml" Id="Re8af338f0f9e4a6d" /><ns0:Relationship Type="http://schemas.openxmlformats.org/officeDocument/2006/relationships/slide" Target="/ppt/slides/slide16.xml" Id="Rdb3f5a3796534bd7" /><ns0:Relationship Type="http://schemas.openxmlformats.org/officeDocument/2006/relationships/slide" Target="/ppt/slides/slide17.xml" Id="R6ee63b6ecda0406c" /><ns0:Relationship Type="http://schemas.openxmlformats.org/officeDocument/2006/relationships/slide" Target="/ppt/slides/slide18.xml" Id="R32181bae7ddf4814" /><ns0:Relationship Type="http://schemas.openxmlformats.org/officeDocument/2006/relationships/slide" Target="/ppt/slides/slide19.xml" Id="R280fb19bbba24d46" /><ns0:Relationship Type="http://schemas.openxmlformats.org/officeDocument/2006/relationships/slide" Target="/ppt/slides/slide20.xml" Id="Re7909a35720f4790" /><ns0:Relationship Type="http://schemas.openxmlformats.org/officeDocument/2006/relationships/slide" Target="/ppt/slides/slide21.xml" Id="Rad7faa5a408b4e58" /><ns0:Relationship Type="http://schemas.openxmlformats.org/officeDocument/2006/relationships/slide" Target="/ppt/slides/slide22.xml" Id="R48e424fea76c4627" /><ns0:Relationship Type="http://schemas.openxmlformats.org/officeDocument/2006/relationships/slide" Target="/ppt/slides/slide23.xml" Id="Rf14069a11143499b" /><ns0:Relationship Type="http://schemas.openxmlformats.org/officeDocument/2006/relationships/slide" Target="/ppt/slides/slide24.xml" Id="R8c2bfe1ccc954101" /><ns0:Relationship Type="http://schemas.openxmlformats.org/officeDocument/2006/relationships/slide" Target="/ppt/slides/slide25.xml" Id="R8b3293098fd74ef5" /><ns0:Relationship Type="http://schemas.openxmlformats.org/officeDocument/2006/relationships/slide" Target="/ppt/slides/slide26.xml" Id="Reb2a6ab6c203454b" /><ns0:Relationship Type="http://schemas.openxmlformats.org/officeDocument/2006/relationships/slide" Target="/ppt/slides/slide27.xml" Id="Rbd1f54cec190419b" /><ns0:Relationship Type="http://schemas.openxmlformats.org/officeDocument/2006/relationships/slide" Target="/ppt/slides/slide28.xml" Id="rId1" /><ns0:Relationship Type="http://schemas.openxmlformats.org/officeDocument/2006/relationships/slide" Target="/ppt/slides/slide29.xml" Id="rId2" /><ns0:Relationship Type="http://schemas.openxmlformats.org/officeDocument/2006/relationships/slide" Target="/ppt/slides/slide30.xml" Id="rId3" /><ns0:Relationship Type="http://schemas.openxmlformats.org/officeDocument/2006/relationships/slide" Target="/ppt/slides/slide31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80300ee4edf464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979aa49a344146d3" /><ns0:Relationship Type="http://schemas.openxmlformats.org/officeDocument/2006/relationships/slideLayout" Target="/ppt/slideLayouts/slideLayout1.xml" Id="R20204951928248db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204951928248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e7b6c1a514448c" /><ns0:Relationship Type="http://schemas.openxmlformats.org/officeDocument/2006/relationships/image" Target="/ppt/media/image.png" Id="R7cc59e1cf8f44cda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d52537bb440e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5e82f274004fc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bf33782a9043df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db1bda33d943dc" /><ns0:Relationship Type="http://schemas.openxmlformats.org/officeDocument/2006/relationships/image" Target="/ppt/media/image2.png" Id="R1ebfd9e80c5140e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19e185bbba4eb6" /><ns0:Relationship Type="http://schemas.openxmlformats.org/officeDocument/2006/relationships/image" Target="/ppt/media/image3.png" Id="R3708d1e214e04e4a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47ea9c4173423f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712c87b2ee427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55d2d18ed84e3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737caaee8049d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99ca8f42604984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c1b73e11e84a2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86c2a3cf94955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59cb54771c4f49" /><ns0:Relationship Type="http://schemas.openxmlformats.org/officeDocument/2006/relationships/image" Target="/ppt/media/image4.png" Id="Re9930037aae1492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c4a0a88175476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6913dcd8374618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dae9d64889499b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584866a7d14a4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ba17963b744a9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2891771f974252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c0b48d86234a7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b891ccff98e46d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1d5a4c24eb41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b52778df80400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302ce89a184695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bac301bd754efa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9b41d5412b45b4" /></ns0: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7cc59e1cf8f44cda"/>
          <a:srcRect l="20297" t="0" r="20297" b="0"/>
          <a:stretch>
            <a:fillRect l="0" t="0" r="0" b="0"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>
              <a:ext uri="{FF2B5EF4-FFF2-40B4-BE49-F238E27FC236}">
                <ns2:creationId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">
            <a:extLst>
              <a:ext uri="{FF2B5EF4-FFF2-40B4-BE49-F238E27FC236}">
                <ns2:creationId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>
              <a:ext uri="{FF2B5EF4-FFF2-40B4-BE49-F238E27FC236}">
                <ns2:creationId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286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">
            <a:extLst>
              <a:ext uri="{FF2B5EF4-FFF2-40B4-BE49-F238E27FC236}">
                <ns2:creationId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211649079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>
              <a:ext uri="{FF2B5EF4-FFF2-40B4-BE49-F238E27FC236}">
                <ns2:creationId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">
            <a:extLst>
              <a:ext uri="{FF2B5EF4-FFF2-40B4-BE49-F238E27FC236}">
                <ns2:creationId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">
            <a:extLst>
              <a:ext uri="{FF2B5EF4-FFF2-40B4-BE49-F238E27FC236}">
                <ns2:creationId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">
            <a:extLst>
              <a:ext uri="{FF2B5EF4-FFF2-40B4-BE49-F238E27FC236}">
                <ns2:creationId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">
            <a:extLst>
              <a:ext uri="{FF2B5EF4-FFF2-40B4-BE49-F238E27FC236}">
                <ns2:creationId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>
              <a:ext uri="{FF2B5EF4-FFF2-40B4-BE49-F238E27FC236}">
                <ns2:creationId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>
              <a:ext uri="{FF2B5EF4-FFF2-40B4-BE49-F238E27FC236}">
                <ns2:creationId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">
            <a:extLst>
              <a:ext uri="{FF2B5EF4-FFF2-40B4-BE49-F238E27FC236}">
                <ns2:creationId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>
              <a:ext uri="{FF2B5EF4-FFF2-40B4-BE49-F238E27FC236}">
                <ns2:creationId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567597398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>
              <a:ext uri="{FF2B5EF4-FFF2-40B4-BE49-F238E27FC236}">
                <ns2:creationId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>
              <a:ext uri="{FF2B5EF4-FFF2-40B4-BE49-F238E27FC236}">
                <ns2:creationId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>
              <a:ext uri="{FF2B5EF4-FFF2-40B4-BE49-F238E27FC236}">
                <ns2:creationId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>
              <a:ext uri="{FF2B5EF4-FFF2-40B4-BE49-F238E27FC236}">
                <ns2:creationId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>
              <a:ext uri="{FF2B5EF4-FFF2-40B4-BE49-F238E27FC236}">
                <ns2:creationId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>
              <a:ext uri="{FF2B5EF4-FFF2-40B4-BE49-F238E27FC236}">
                <ns2:creationId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>
              <a:ext uri="{FF2B5EF4-FFF2-40B4-BE49-F238E27FC236}">
                <ns2:creationId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>
              <a:ext uri="{FF2B5EF4-FFF2-40B4-BE49-F238E27FC236}">
                <ns2:creationId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>
              <a:ext uri="{FF2B5EF4-FFF2-40B4-BE49-F238E27FC236}">
                <ns2:creationId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>
              <a:ext uri="{FF2B5EF4-FFF2-40B4-BE49-F238E27FC236}">
                <ns2:creationId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>
              <a:ext uri="{FF2B5EF4-FFF2-40B4-BE49-F238E27FC236}">
                <ns2:creationId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>
              <a:ext uri="{FF2B5EF4-FFF2-40B4-BE49-F238E27FC236}">
                <ns2:creationId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>
              <a:ext uri="{FF2B5EF4-FFF2-40B4-BE49-F238E27FC236}">
                <ns2:creationId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162810450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>
              <a:ext uri="{FF2B5EF4-FFF2-40B4-BE49-F238E27FC236}">
                <ns2:creationId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>
              <a:ext uri="{FF2B5EF4-FFF2-40B4-BE49-F238E27FC236}">
                <ns2:creationId id="{8F1A5176-881D-4BA4-B803-9F2A406A2729}"/>
              </a:ext>
            </a:extLst>
          </p:cNvPr>
          <p:cNvSpPr>
            <a:spLocks noGrp="1"/>
          </p:cNvSpPr>
          <p:nvPr/>
        </p:nvSpPr>
        <p:spPr>
          <a:xfrm>
            <a:off x="8191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7A62021-0E33-4A51-BFD4-1277D7654DD6}"/>
              </a:ext>
            </a:extLst>
          </p:cNvPr>
          <p:cNvSpPr>
            <a:spLocks noGrp="1"/>
          </p:cNvSpPr>
          <p:nvPr/>
        </p:nvSpPr>
        <p:spPr>
          <a:xfrm>
            <a:off x="8191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55B62F0-803B-42E4-9DFE-5EFDCE53DD07}"/>
              </a:ext>
            </a:extLst>
          </p:cNvPr>
          <p:cNvSpPr>
            <a:spLocks noGrp="1"/>
          </p:cNvSpPr>
          <p:nvPr/>
        </p:nvSpPr>
        <p:spPr>
          <a:xfrm>
            <a:off x="15430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B432EE0-4489-4E1D-B8D2-76C36DBFEA1B}"/>
              </a:ext>
            </a:extLst>
          </p:cNvPr>
          <p:cNvSpPr>
            <a:spLocks noGrp="1"/>
          </p:cNvSpPr>
          <p:nvPr/>
        </p:nvSpPr>
        <p:spPr>
          <a:xfrm>
            <a:off x="4191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>
              <a:ext uri="{FF2B5EF4-FFF2-40B4-BE49-F238E27FC236}">
                <ns2:creationId id="{55181617-1E08-4189-A24A-ADA415584490}"/>
              </a:ext>
            </a:extLst>
          </p:cNvPr>
          <p:cNvSpPr>
            <a:spLocks noGrp="1"/>
          </p:cNvSpPr>
          <p:nvPr/>
        </p:nvSpPr>
        <p:spPr>
          <a:xfrm>
            <a:off x="1714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>
              <a:ext uri="{FF2B5EF4-FFF2-40B4-BE49-F238E27FC236}">
                <ns2:creationId id="{E836A342-B6AF-4B6E-B357-9EE53044E900}"/>
              </a:ext>
            </a:extLst>
          </p:cNvPr>
          <p:cNvSpPr>
            <a:spLocks noGrp="1"/>
          </p:cNvSpPr>
          <p:nvPr/>
        </p:nvSpPr>
        <p:spPr>
          <a:xfrm>
            <a:off x="29527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3BAF1CE-8985-445C-B5B9-A0D700D43EAE}"/>
              </a:ext>
            </a:extLst>
          </p:cNvPr>
          <p:cNvSpPr>
            <a:spLocks noGrp="1"/>
          </p:cNvSpPr>
          <p:nvPr/>
        </p:nvSpPr>
        <p:spPr>
          <a:xfrm>
            <a:off x="29527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CD24CA93-E8BE-4832-BAFE-0EFCDF84B670}"/>
              </a:ext>
            </a:extLst>
          </p:cNvPr>
          <p:cNvSpPr>
            <a:spLocks noGrp="1"/>
          </p:cNvSpPr>
          <p:nvPr/>
        </p:nvSpPr>
        <p:spPr>
          <a:xfrm>
            <a:off x="36766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4910E73-D086-4180-8283-32BA627F7A44}"/>
              </a:ext>
            </a:extLst>
          </p:cNvPr>
          <p:cNvSpPr>
            <a:spLocks noGrp="1"/>
          </p:cNvSpPr>
          <p:nvPr/>
        </p:nvSpPr>
        <p:spPr>
          <a:xfrm>
            <a:off x="25527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>
              <a:ext uri="{FF2B5EF4-FFF2-40B4-BE49-F238E27FC236}">
                <ns2:creationId id="{21B7962C-67BA-4226-A849-D4F063379187}"/>
              </a:ext>
            </a:extLst>
          </p:cNvPr>
          <p:cNvSpPr>
            <a:spLocks noGrp="1"/>
          </p:cNvSpPr>
          <p:nvPr/>
        </p:nvSpPr>
        <p:spPr>
          <a:xfrm>
            <a:off x="23050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>
              <a:ext uri="{FF2B5EF4-FFF2-40B4-BE49-F238E27FC236}">
                <ns2:creationId id="{298FDFCB-C803-4DB8-9517-417E5C0CBB66}"/>
              </a:ext>
            </a:extLst>
          </p:cNvPr>
          <p:cNvSpPr>
            <a:spLocks noGrp="1"/>
          </p:cNvSpPr>
          <p:nvPr/>
        </p:nvSpPr>
        <p:spPr>
          <a:xfrm>
            <a:off x="50863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0590CB9D-BAFA-465E-88DA-8192E266D946}"/>
              </a:ext>
            </a:extLst>
          </p:cNvPr>
          <p:cNvSpPr>
            <a:spLocks noGrp="1"/>
          </p:cNvSpPr>
          <p:nvPr/>
        </p:nvSpPr>
        <p:spPr>
          <a:xfrm>
            <a:off x="50863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EB1C3371-E6B8-4968-8DD9-D91CE3B7AA18}"/>
              </a:ext>
            </a:extLst>
          </p:cNvPr>
          <p:cNvSpPr>
            <a:spLocks noGrp="1"/>
          </p:cNvSpPr>
          <p:nvPr/>
        </p:nvSpPr>
        <p:spPr>
          <a:xfrm>
            <a:off x="58102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D2C5ACF-E284-4FFC-9157-8922246C36BB}"/>
              </a:ext>
            </a:extLst>
          </p:cNvPr>
          <p:cNvSpPr>
            <a:spLocks noGrp="1"/>
          </p:cNvSpPr>
          <p:nvPr/>
        </p:nvSpPr>
        <p:spPr>
          <a:xfrm>
            <a:off x="46863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>
              <a:ext uri="{FF2B5EF4-FFF2-40B4-BE49-F238E27FC236}">
                <ns2:creationId id="{5C6957D7-D047-4647-B92A-C9DC84CBC9E4}"/>
              </a:ext>
            </a:extLst>
          </p:cNvPr>
          <p:cNvSpPr>
            <a:spLocks noGrp="1"/>
          </p:cNvSpPr>
          <p:nvPr/>
        </p:nvSpPr>
        <p:spPr>
          <a:xfrm>
            <a:off x="44386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>
              <a:ext uri="{FF2B5EF4-FFF2-40B4-BE49-F238E27FC236}">
                <ns2:creationId id="{33F972D7-5321-43EC-880A-6C44178E7C68}"/>
              </a:ext>
            </a:extLst>
          </p:cNvPr>
          <p:cNvSpPr>
            <a:spLocks noGrp="1"/>
          </p:cNvSpPr>
          <p:nvPr/>
        </p:nvSpPr>
        <p:spPr>
          <a:xfrm>
            <a:off x="72199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3DE2A867-6C37-44A7-9D7B-80D7B4573092}"/>
              </a:ext>
            </a:extLst>
          </p:cNvPr>
          <p:cNvSpPr>
            <a:spLocks noGrp="1"/>
          </p:cNvSpPr>
          <p:nvPr/>
        </p:nvSpPr>
        <p:spPr>
          <a:xfrm>
            <a:off x="72199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4603E2A8-F74D-4F8D-9D47-EFE1C3B9EB12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E9937E25-D99C-4B59-91D1-FB6DF9C70A25}"/>
              </a:ext>
            </a:extLst>
          </p:cNvPr>
          <p:cNvSpPr>
            <a:spLocks noGrp="1"/>
          </p:cNvSpPr>
          <p:nvPr/>
        </p:nvSpPr>
        <p:spPr>
          <a:xfrm>
            <a:off x="68199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>
              <a:ext uri="{FF2B5EF4-FFF2-40B4-BE49-F238E27FC236}">
                <ns2:creationId id="{9704FED2-839F-43E2-AAC1-16812F60D84E}"/>
              </a:ext>
            </a:extLst>
          </p:cNvPr>
          <p:cNvSpPr>
            <a:spLocks noGrp="1"/>
          </p:cNvSpPr>
          <p:nvPr/>
        </p:nvSpPr>
        <p:spPr>
          <a:xfrm>
            <a:off x="65722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>
              <a:ext uri="{FF2B5EF4-FFF2-40B4-BE49-F238E27FC236}">
                <ns2:creationId id="{129C2D9F-B0E8-499D-979D-2D0882662BAF}"/>
              </a:ext>
            </a:extLst>
          </p:cNvPr>
          <p:cNvSpPr>
            <a:spLocks noGrp="1"/>
          </p:cNvSpPr>
          <p:nvPr/>
        </p:nvSpPr>
        <p:spPr>
          <a:xfrm>
            <a:off x="93535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425B39-3680-4DC8-B24C-4D24B887BFA2}"/>
              </a:ext>
            </a:extLst>
          </p:cNvPr>
          <p:cNvSpPr>
            <a:spLocks noGrp="1"/>
          </p:cNvSpPr>
          <p:nvPr/>
        </p:nvSpPr>
        <p:spPr>
          <a:xfrm>
            <a:off x="93535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ns2:creationId id="{07D0BEDF-F4BC-4DF7-AAE6-93BD5335F275}"/>
              </a:ext>
            </a:extLst>
          </p:cNvPr>
          <p:cNvSpPr>
            <a:spLocks noGrp="1"/>
          </p:cNvSpPr>
          <p:nvPr/>
        </p:nvSpPr>
        <p:spPr>
          <a:xfrm>
            <a:off x="89535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>
              <a:ext uri="{FF2B5EF4-FFF2-40B4-BE49-F238E27FC236}">
                <ns2:creationId id="{9148DDB3-5EA5-4EC7-896F-726BAAF88040}"/>
              </a:ext>
            </a:extLst>
          </p:cNvPr>
          <p:cNvSpPr>
            <a:spLocks noGrp="1"/>
          </p:cNvSpPr>
          <p:nvPr/>
        </p:nvSpPr>
        <p:spPr>
          <a:xfrm>
            <a:off x="87058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>
              <a:ext uri="{FF2B5EF4-FFF2-40B4-BE49-F238E27FC236}">
                <ns2:creationId id="{E248F788-B726-407B-9E5B-0931A5A83526}"/>
              </a:ext>
            </a:extLst>
          </p:cNvPr>
          <p:cNvSpPr>
            <a:spLocks noGrp="1"/>
          </p:cNvSpPr>
          <p:nvPr/>
        </p:nvSpPr>
        <p:spPr>
          <a:xfrm>
            <a:off x="2247900" y="4762500"/>
            <a:ext cx="76962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8" name="">
            <a:extLst>
              <a:ext uri="{FF2B5EF4-FFF2-40B4-BE49-F238E27FC236}">
                <ns2:creationId id="{F61DD982-849B-43B2-AAD4-1079B8FA47C8}"/>
              </a:ext>
            </a:extLst>
          </p:cNvPr>
          <p:cNvSpPr>
            <a:spLocks noGrp="1"/>
          </p:cNvSpPr>
          <p:nvPr/>
        </p:nvSpPr>
        <p:spPr>
          <a:xfrm>
            <a:off x="24193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018C4C0C-E576-4FFE-A8D1-6A84F33E086B}"/>
              </a:ext>
            </a:extLst>
          </p:cNvPr>
          <p:cNvSpPr>
            <a:spLocks noGrp="1"/>
          </p:cNvSpPr>
          <p:nvPr/>
        </p:nvSpPr>
        <p:spPr>
          <a:xfrm>
            <a:off x="25908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7DA4123-E70D-4B47-9150-CD52264FC156}"/>
              </a:ext>
            </a:extLst>
          </p:cNvPr>
          <p:cNvSpPr>
            <a:spLocks noGrp="1"/>
          </p:cNvSpPr>
          <p:nvPr/>
        </p:nvSpPr>
        <p:spPr>
          <a:xfrm>
            <a:off x="27622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2457450" y="5181600"/>
            <a:ext cx="727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>
              <a:ext uri="{FF2B5EF4-FFF2-40B4-BE49-F238E27FC236}">
                <ns2:creationId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>
              <a:ext uri="{FF2B5EF4-FFF2-40B4-BE49-F238E27FC236}">
                <ns2:creationId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806973548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">
            <a:extLst>
              <a:ext uri="{FF2B5EF4-FFF2-40B4-BE49-F238E27FC236}">
                <ns2:creationId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">
            <a:extLst>
              <a:ext uri="{FF2B5EF4-FFF2-40B4-BE49-F238E27FC236}">
                <ns2:creationId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">
            <a:extLst>
              <a:ext uri="{FF2B5EF4-FFF2-40B4-BE49-F238E27FC236}">
                <ns2:creationId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">
            <a:extLst>
              <a:ext uri="{FF2B5EF4-FFF2-40B4-BE49-F238E27FC236}">
                <ns2:creationId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">
            <a:extLst>
              <a:ext uri="{FF2B5EF4-FFF2-40B4-BE49-F238E27FC236}">
                <ns2:creationId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">
            <a:extLst>
              <a:ext uri="{FF2B5EF4-FFF2-40B4-BE49-F238E27FC236}">
                <ns2:creationId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">
            <a:extLst>
              <a:ext uri="{FF2B5EF4-FFF2-40B4-BE49-F238E27FC236}">
                <ns2:creationId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">
            <a:extLst>
              <a:ext uri="{FF2B5EF4-FFF2-40B4-BE49-F238E27FC236}">
                <ns2:creationId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">
            <a:extLst>
              <a:ext uri="{FF2B5EF4-FFF2-40B4-BE49-F238E27FC236}">
                <ns2:creationId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pic>
        <p:nvPicPr>
          <p:cNvPr id="39" name=""/>
          <p:cNvPicPr>
            <a:picLocks noChangeAspect="1"/>
          </p:cNvPicPr>
          <p:nvPr/>
        </p:nvPicPr>
        <p:blipFill>
          <a:blip r:embed="R1ebfd9e80c5140ef"/>
          <a:srcRect l="0" t="16" r="0" b="16"/>
          <a:stretch>
            <a:fillRect l="0" t="0" r="0" b="0"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ns2:creationId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ns4:creationId val="2131902067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">
            <a:extLst>
              <a:ext uri="{FF2B5EF4-FFF2-40B4-BE49-F238E27FC236}">
                <ns2:creationId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">
            <a:extLst>
              <a:ext uri="{FF2B5EF4-FFF2-40B4-BE49-F238E27FC236}">
                <ns2:creationId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">
            <a:extLst>
              <a:ext uri="{FF2B5EF4-FFF2-40B4-BE49-F238E27FC236}">
                <ns2:creationId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">
            <a:extLst>
              <a:ext uri="{FF2B5EF4-FFF2-40B4-BE49-F238E27FC236}">
                <ns2:creationId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">
            <a:extLst>
              <a:ext uri="{FF2B5EF4-FFF2-40B4-BE49-F238E27FC236}">
                <ns2:creationId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">
            <a:extLst>
              <a:ext uri="{FF2B5EF4-FFF2-40B4-BE49-F238E27FC236}">
                <ns2:creationId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">
            <a:extLst>
              <a:ext uri="{FF2B5EF4-FFF2-40B4-BE49-F238E27FC236}">
                <ns2:creationId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">
            <a:extLst>
              <a:ext uri="{FF2B5EF4-FFF2-40B4-BE49-F238E27FC236}">
                <ns2:creationId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">
            <a:extLst>
              <a:ext uri="{FF2B5EF4-FFF2-40B4-BE49-F238E27FC236}">
                <ns2:creationId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pic>
        <p:nvPicPr>
          <p:cNvPr id="38" name=""/>
          <p:cNvPicPr>
            <a:picLocks noChangeAspect="1"/>
          </p:cNvPicPr>
          <p:nvPr/>
        </p:nvPicPr>
        <p:blipFill>
          <a:blip r:embed="R3708d1e214e04e4a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ns2:creationId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">
            <a:extLst>
              <a:ext uri="{FF2B5EF4-FFF2-40B4-BE49-F238E27FC236}">
                <ns2:creationId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ns4:creationId val="846947588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>
              <a:ext uri="{FF2B5EF4-FFF2-40B4-BE49-F238E27FC236}">
                <ns2:creationId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>
              <a:ext uri="{FF2B5EF4-FFF2-40B4-BE49-F238E27FC236}">
                <ns2:creationId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>
              <a:ext uri="{FF2B5EF4-FFF2-40B4-BE49-F238E27FC236}">
                <ns2:creationId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>
              <a:ext uri="{FF2B5EF4-FFF2-40B4-BE49-F238E27FC236}">
                <ns2:creationId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>
              <a:ext uri="{FF2B5EF4-FFF2-40B4-BE49-F238E27FC236}">
                <ns2:creationId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>
              <a:ext uri="{FF2B5EF4-FFF2-40B4-BE49-F238E27FC236}">
                <ns2:creationId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>
              <a:ext uri="{FF2B5EF4-FFF2-40B4-BE49-F238E27FC236}">
                <ns2:creationId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>
              <a:ext uri="{FF2B5EF4-FFF2-40B4-BE49-F238E27FC236}">
                <ns2:creationId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>
              <a:ext uri="{FF2B5EF4-FFF2-40B4-BE49-F238E27FC236}">
                <ns2:creationId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>
              <a:ext uri="{FF2B5EF4-FFF2-40B4-BE49-F238E27FC236}">
                <ns2:creationId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441454557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>
              <a:ext uri="{FF2B5EF4-FFF2-40B4-BE49-F238E27FC236}">
                <ns2:creationId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>
              <a:ext uri="{FF2B5EF4-FFF2-40B4-BE49-F238E27FC236}">
                <ns2:creationId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>
              <a:ext uri="{FF2B5EF4-FFF2-40B4-BE49-F238E27FC236}">
                <ns2:creationId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>
              <a:ext uri="{FF2B5EF4-FFF2-40B4-BE49-F238E27FC236}">
                <ns2:creationId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>
              <a:ext uri="{FF2B5EF4-FFF2-40B4-BE49-F238E27FC236}">
                <ns2:creationId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>
              <a:ext uri="{FF2B5EF4-FFF2-40B4-BE49-F238E27FC236}">
                <ns2:creationId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ns2:creationId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>
              <a:ext uri="{FF2B5EF4-FFF2-40B4-BE49-F238E27FC236}">
                <ns2:creationId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>
              <a:ext uri="{FF2B5EF4-FFF2-40B4-BE49-F238E27FC236}">
                <ns2:creationId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>
              <a:ext uri="{FF2B5EF4-FFF2-40B4-BE49-F238E27FC236}">
                <ns2:creationId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ns2:creationId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>
              <a:ext uri="{FF2B5EF4-FFF2-40B4-BE49-F238E27FC236}">
                <ns2:creationId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924671920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>
              <a:ext uri="{FF2B5EF4-FFF2-40B4-BE49-F238E27FC236}">
                <ns2:creationId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>
              <a:ext uri="{FF2B5EF4-FFF2-40B4-BE49-F238E27FC236}">
                <ns2:creationId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>
              <a:ext uri="{FF2B5EF4-FFF2-40B4-BE49-F238E27FC236}">
                <ns2:creationId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>
              <a:ext uri="{FF2B5EF4-FFF2-40B4-BE49-F238E27FC236}">
                <ns2:creationId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>
              <a:ext uri="{FF2B5EF4-FFF2-40B4-BE49-F238E27FC236}">
                <ns2:creationId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>
              <a:ext uri="{FF2B5EF4-FFF2-40B4-BE49-F238E27FC236}">
                <ns2:creationId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>
              <a:ext uri="{FF2B5EF4-FFF2-40B4-BE49-F238E27FC236}">
                <ns2:creationId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>
              <a:ext uri="{FF2B5EF4-FFF2-40B4-BE49-F238E27FC236}">
                <ns2:creationId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>
              <a:ext uri="{FF2B5EF4-FFF2-40B4-BE49-F238E27FC236}">
                <ns2:creationId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>
              <a:ext uri="{FF2B5EF4-FFF2-40B4-BE49-F238E27FC236}">
                <ns2:creationId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91063136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>
              <a:ext uri="{FF2B5EF4-FFF2-40B4-BE49-F238E27FC236}">
                <ns2:creationId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>
              <a:ext uri="{FF2B5EF4-FFF2-40B4-BE49-F238E27FC236}">
                <ns2:creationId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>
              <a:ext uri="{FF2B5EF4-FFF2-40B4-BE49-F238E27FC236}">
                <ns2:creationId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628900"/>
            <a:ext cx="32385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7" name="">
            <a:extLst>
              <a:ext uri="{FF2B5EF4-FFF2-40B4-BE49-F238E27FC236}">
                <ns2:creationId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>
              <a:ext uri="{FF2B5EF4-FFF2-40B4-BE49-F238E27FC236}">
                <ns2:creationId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628900"/>
            <a:ext cx="32385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0" name="">
            <a:extLst>
              <a:ext uri="{FF2B5EF4-FFF2-40B4-BE49-F238E27FC236}">
                <ns2:creationId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>
              <a:ext uri="{FF2B5EF4-FFF2-40B4-BE49-F238E27FC236}">
                <ns2:creationId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32385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3" name="">
            <a:extLst>
              <a:ext uri="{FF2B5EF4-FFF2-40B4-BE49-F238E27FC236}">
                <ns2:creationId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>
              <a:ext uri="{FF2B5EF4-FFF2-40B4-BE49-F238E27FC236}">
                <ns2:creationId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371850"/>
            <a:ext cx="217170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6" name="">
            <a:extLst>
              <a:ext uri="{FF2B5EF4-FFF2-40B4-BE49-F238E27FC236}">
                <ns2:creationId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7" name="">
            <a:extLst>
              <a:ext uri="{FF2B5EF4-FFF2-40B4-BE49-F238E27FC236}">
                <ns2:creationId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>
              <a:ext uri="{FF2B5EF4-FFF2-40B4-BE49-F238E27FC236}">
                <ns2:creationId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4095750"/>
            <a:ext cx="217170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9" name="">
            <a:extLst>
              <a:ext uri="{FF2B5EF4-FFF2-40B4-BE49-F238E27FC236}">
                <ns2:creationId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>
              <a:ext uri="{FF2B5EF4-FFF2-40B4-BE49-F238E27FC236}">
                <ns2:creationId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819650"/>
            <a:ext cx="217170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22" name="">
            <a:extLst>
              <a:ext uri="{FF2B5EF4-FFF2-40B4-BE49-F238E27FC236}">
                <ns2:creationId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>
              <a:ext uri="{FF2B5EF4-FFF2-40B4-BE49-F238E27FC236}">
                <ns2:creationId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>
              <a:ext uri="{FF2B5EF4-FFF2-40B4-BE49-F238E27FC236}">
                <ns2:creationId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>
              <a:ext uri="{FF2B5EF4-FFF2-40B4-BE49-F238E27FC236}">
                <ns2:creationId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7" name="">
            <a:extLst>
              <a:ext uri="{FF2B5EF4-FFF2-40B4-BE49-F238E27FC236}">
                <ns2:creationId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>
              <a:ext uri="{FF2B5EF4-FFF2-40B4-BE49-F238E27FC236}">
                <ns2:creationId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>
              <a:ext uri="{FF2B5EF4-FFF2-40B4-BE49-F238E27FC236}">
                <ns2:creationId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0" name="">
            <a:extLst>
              <a:ext uri="{FF2B5EF4-FFF2-40B4-BE49-F238E27FC236}">
                <ns2:creationId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>
              <a:ext uri="{FF2B5EF4-FFF2-40B4-BE49-F238E27FC236}">
                <ns2:creationId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>
              <a:ext uri="{FF2B5EF4-FFF2-40B4-BE49-F238E27FC236}">
                <ns2:creationId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3" name="">
            <a:extLst>
              <a:ext uri="{FF2B5EF4-FFF2-40B4-BE49-F238E27FC236}">
                <ns2:creationId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>
              <a:ext uri="{FF2B5EF4-FFF2-40B4-BE49-F238E27FC236}">
                <ns2:creationId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4095750"/>
            <a:ext cx="201930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35" name="">
            <a:extLst>
              <a:ext uri="{FF2B5EF4-FFF2-40B4-BE49-F238E27FC236}">
                <ns2:creationId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6" name="">
            <a:extLst>
              <a:ext uri="{FF2B5EF4-FFF2-40B4-BE49-F238E27FC236}">
                <ns2:creationId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>
              <a:ext uri="{FF2B5EF4-FFF2-40B4-BE49-F238E27FC236}">
                <ns2:creationId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762500"/>
            <a:ext cx="201930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38" name="">
            <a:extLst>
              <a:ext uri="{FF2B5EF4-FFF2-40B4-BE49-F238E27FC236}">
                <ns2:creationId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>
              <a:ext uri="{FF2B5EF4-FFF2-40B4-BE49-F238E27FC236}">
                <ns2:creationId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>
              <a:ext uri="{FF2B5EF4-FFF2-40B4-BE49-F238E27FC236}">
                <ns2:creationId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>
              <a:ext uri="{FF2B5EF4-FFF2-40B4-BE49-F238E27FC236}">
                <ns2:creationId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3" name="">
            <a:extLst>
              <a:ext uri="{FF2B5EF4-FFF2-40B4-BE49-F238E27FC236}">
                <ns2:creationId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>
              <a:ext uri="{FF2B5EF4-FFF2-40B4-BE49-F238E27FC236}">
                <ns2:creationId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>
              <a:ext uri="{FF2B5EF4-FFF2-40B4-BE49-F238E27FC236}">
                <ns2:creationId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6" name="">
            <a:extLst>
              <a:ext uri="{FF2B5EF4-FFF2-40B4-BE49-F238E27FC236}">
                <ns2:creationId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>
              <a:ext uri="{FF2B5EF4-FFF2-40B4-BE49-F238E27FC236}">
                <ns2:creationId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>
              <a:ext uri="{FF2B5EF4-FFF2-40B4-BE49-F238E27FC236}">
                <ns2:creationId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9" name="">
            <a:extLst>
              <a:ext uri="{FF2B5EF4-FFF2-40B4-BE49-F238E27FC236}">
                <ns2:creationId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>
              <a:ext uri="{FF2B5EF4-FFF2-40B4-BE49-F238E27FC236}">
                <ns2:creationId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>
              <a:ext uri="{FF2B5EF4-FFF2-40B4-BE49-F238E27FC236}">
                <ns2:creationId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2" name="">
            <a:extLst>
              <a:ext uri="{FF2B5EF4-FFF2-40B4-BE49-F238E27FC236}">
                <ns2:creationId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>
              <a:ext uri="{FF2B5EF4-FFF2-40B4-BE49-F238E27FC236}">
                <ns2:creationId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848100"/>
            <a:ext cx="222885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54" name="">
            <a:extLst>
              <a:ext uri="{FF2B5EF4-FFF2-40B4-BE49-F238E27FC236}">
                <ns2:creationId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5" name="">
            <a:extLst>
              <a:ext uri="{FF2B5EF4-FFF2-40B4-BE49-F238E27FC236}">
                <ns2:creationId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>
              <a:ext uri="{FF2B5EF4-FFF2-40B4-BE49-F238E27FC236}">
                <ns2:creationId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514850"/>
            <a:ext cx="222885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57" name="">
            <a:extLst>
              <a:ext uri="{FF2B5EF4-FFF2-40B4-BE49-F238E27FC236}">
                <ns2:creationId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8" name="">
            <a:extLst>
              <a:ext uri="{FF2B5EF4-FFF2-40B4-BE49-F238E27FC236}">
                <ns2:creationId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>
              <a:ext uri="{FF2B5EF4-FFF2-40B4-BE49-F238E27FC236}">
                <ns2:creationId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5181600"/>
            <a:ext cx="2228850" cy="-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60" name="">
            <a:extLst>
              <a:ext uri="{FF2B5EF4-FFF2-40B4-BE49-F238E27FC236}">
                <ns2:creationId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>
              <a:ext uri="{FF2B5EF4-FFF2-40B4-BE49-F238E27FC236}">
                <ns2:creationId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>
              <a:ext uri="{FF2B5EF4-FFF2-40B4-BE49-F238E27FC236}">
                <ns2:creationId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>
              <a:ext uri="{FF2B5EF4-FFF2-40B4-BE49-F238E27FC236}">
                <ns2:creationId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">
            <a:extLst>
              <a:ext uri="{FF2B5EF4-FFF2-40B4-BE49-F238E27FC236}">
                <ns2:creationId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>
              <a:ext uri="{FF2B5EF4-FFF2-40B4-BE49-F238E27FC236}">
                <ns2:creationId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454514286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>
              <a:ext uri="{FF2B5EF4-FFF2-40B4-BE49-F238E27FC236}">
                <ns2:creationId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>
              <a:ext uri="{FF2B5EF4-FFF2-40B4-BE49-F238E27FC236}">
                <ns2:creationId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>
              <a:ext uri="{FF2B5EF4-FFF2-40B4-BE49-F238E27FC236}">
                <ns2:creationId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>
              <a:ext uri="{FF2B5EF4-FFF2-40B4-BE49-F238E27FC236}">
                <ns2:creationId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>
              <a:ext uri="{FF2B5EF4-FFF2-40B4-BE49-F238E27FC236}">
                <ns2:creationId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>
              <a:ext uri="{FF2B5EF4-FFF2-40B4-BE49-F238E27FC236}">
                <ns2:creationId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167733342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>
              <a:ext uri="{FF2B5EF4-FFF2-40B4-BE49-F238E27FC236}">
                <ns2:creationId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">
            <a:extLst>
              <a:ext uri="{FF2B5EF4-FFF2-40B4-BE49-F238E27FC236}">
                <ns2:creationId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>
              <a:ext uri="{FF2B5EF4-FFF2-40B4-BE49-F238E27FC236}">
                <ns2:creationId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>
              <a:ext uri="{FF2B5EF4-FFF2-40B4-BE49-F238E27FC236}">
                <ns2:creationId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>
              <a:ext uri="{FF2B5EF4-FFF2-40B4-BE49-F238E27FC236}">
                <ns2:creationId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>
              <a:ext uri="{FF2B5EF4-FFF2-40B4-BE49-F238E27FC236}">
                <ns2:creationId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>
              <a:ext uri="{FF2B5EF4-FFF2-40B4-BE49-F238E27FC236}">
                <ns2:creationId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>
              <a:ext uri="{FF2B5EF4-FFF2-40B4-BE49-F238E27FC236}">
                <ns2:creationId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">
            <a:extLst>
              <a:ext uri="{FF2B5EF4-FFF2-40B4-BE49-F238E27FC236}">
                <ns2:creationId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">
            <a:extLst>
              <a:ext uri="{FF2B5EF4-FFF2-40B4-BE49-F238E27FC236}">
                <ns2:creationId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447981192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>
              <a:ext uri="{FF2B5EF4-FFF2-40B4-BE49-F238E27FC236}">
                <ns2:creationId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>
              <a:ext uri="{FF2B5EF4-FFF2-40B4-BE49-F238E27FC236}">
                <ns2:creationId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>
              <a:ext uri="{FF2B5EF4-FFF2-40B4-BE49-F238E27FC236}">
                <ns2:creationId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>
              <a:ext uri="{FF2B5EF4-FFF2-40B4-BE49-F238E27FC236}">
                <ns2:creationId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>
              <a:ext uri="{FF2B5EF4-FFF2-40B4-BE49-F238E27FC236}">
                <ns2:creationId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>
              <a:ext uri="{FF2B5EF4-FFF2-40B4-BE49-F238E27FC236}">
                <ns2:creationId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>
              <a:ext uri="{FF2B5EF4-FFF2-40B4-BE49-F238E27FC236}">
                <ns2:creationId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>
              <a:ext uri="{FF2B5EF4-FFF2-40B4-BE49-F238E27FC236}">
                <ns2:creationId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>
              <a:ext uri="{FF2B5EF4-FFF2-40B4-BE49-F238E27FC236}">
                <ns2:creationId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>
              <a:ext uri="{FF2B5EF4-FFF2-40B4-BE49-F238E27FC236}">
                <ns2:creationId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>
              <a:ext uri="{FF2B5EF4-FFF2-40B4-BE49-F238E27FC236}">
                <ns2:creationId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>
              <a:ext uri="{FF2B5EF4-FFF2-40B4-BE49-F238E27FC236}">
                <ns2:creationId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>
              <a:ext uri="{FF2B5EF4-FFF2-40B4-BE49-F238E27FC236}">
                <ns2:creationId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918179373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>
              <a:ext uri="{FF2B5EF4-FFF2-40B4-BE49-F238E27FC236}">
                <ns2:creationId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"/>
          <p:cNvPicPr>
            <a:picLocks noChangeAspect="1"/>
          </p:cNvPicPr>
          <p:nvPr/>
        </p:nvPicPr>
        <p:blipFill>
          <a:blip r:embed="Re9930037aae14927"/>
          <a:srcRect l="106" t="0" r="106" b="0"/>
          <a:stretch>
            <a:fillRect l="0" t="0" r="0" b="0"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>
              <a:ext uri="{FF2B5EF4-FFF2-40B4-BE49-F238E27FC236}">
                <ns2:creationId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>
              <a:ext uri="{FF2B5EF4-FFF2-40B4-BE49-F238E27FC236}">
                <ns2:creationId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>
              <a:ext uri="{FF2B5EF4-FFF2-40B4-BE49-F238E27FC236}">
                <ns2:creationId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>
              <a:ext uri="{FF2B5EF4-FFF2-40B4-BE49-F238E27FC236}">
                <ns2:creationId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>
              <a:ext uri="{FF2B5EF4-FFF2-40B4-BE49-F238E27FC236}">
                <ns2:creationId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>
              <a:ext uri="{FF2B5EF4-FFF2-40B4-BE49-F238E27FC236}">
                <ns2:creationId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>
              <a:ext uri="{FF2B5EF4-FFF2-40B4-BE49-F238E27FC236}">
                <ns2:creationId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4:creationId val="791764038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>
              <a:ext uri="{FF2B5EF4-FFF2-40B4-BE49-F238E27FC236}">
                <ns2:creationId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>
              <a:ext uri="{FF2B5EF4-FFF2-40B4-BE49-F238E27FC236}">
                <ns2:creationId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>
              <a:ext uri="{FF2B5EF4-FFF2-40B4-BE49-F238E27FC236}">
                <ns2:creationId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>
              <a:ext uri="{FF2B5EF4-FFF2-40B4-BE49-F238E27FC236}">
                <ns2:creationId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>
              <a:ext uri="{FF2B5EF4-FFF2-40B4-BE49-F238E27FC236}">
                <ns2:creationId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>
              <a:ext uri="{FF2B5EF4-FFF2-40B4-BE49-F238E27FC236}">
                <ns2:creationId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7234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>
              <a:ext uri="{FF2B5EF4-FFF2-40B4-BE49-F238E27FC236}">
                <ns2:creationId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>
              <a:ext uri="{FF2B5EF4-FFF2-40B4-BE49-F238E27FC236}">
                <ns2:creationId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12499525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>
              <a:ext uri="{FF2B5EF4-FFF2-40B4-BE49-F238E27FC236}">
                <ns2:creationId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>
              <a:ext uri="{FF2B5EF4-FFF2-40B4-BE49-F238E27FC236}">
                <ns2:creationId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>
              <a:ext uri="{FF2B5EF4-FFF2-40B4-BE49-F238E27FC236}">
                <ns2:creationId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>
              <a:ext uri="{FF2B5EF4-FFF2-40B4-BE49-F238E27FC236}">
                <ns2:creationId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>
              <a:ext uri="{FF2B5EF4-FFF2-40B4-BE49-F238E27FC236}">
                <ns2:creationId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>
              <a:ext uri="{FF2B5EF4-FFF2-40B4-BE49-F238E27FC236}">
                <ns2:creationId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>
              <a:ext uri="{FF2B5EF4-FFF2-40B4-BE49-F238E27FC236}">
                <ns2:creationId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>
              <a:ext uri="{FF2B5EF4-FFF2-40B4-BE49-F238E27FC236}">
                <ns2:creationId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>
              <a:ext uri="{FF2B5EF4-FFF2-40B4-BE49-F238E27FC236}">
                <ns2:creationId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>
              <a:ext uri="{FF2B5EF4-FFF2-40B4-BE49-F238E27FC236}">
                <ns2:creationId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>
              <a:ext uri="{FF2B5EF4-FFF2-40B4-BE49-F238E27FC236}">
                <ns2:creationId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>
              <a:ext uri="{FF2B5EF4-FFF2-40B4-BE49-F238E27FC236}">
                <ns2:creationId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>
              <a:ext uri="{FF2B5EF4-FFF2-40B4-BE49-F238E27FC236}">
                <ns2:creationId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2046573979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>
              <a:ext uri="{FF2B5EF4-FFF2-40B4-BE49-F238E27FC236}">
                <ns2:creationId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>
              <a:ext uri="{FF2B5EF4-FFF2-40B4-BE49-F238E27FC236}">
                <ns2:creationId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>
              <a:ext uri="{FF2B5EF4-FFF2-40B4-BE49-F238E27FC236}">
                <ns2:creationId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9144000" y="18002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>
              <a:ext uri="{FF2B5EF4-FFF2-40B4-BE49-F238E27FC236}">
                <ns2:creationId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9144000" y="269557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16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>
              <a:ext uri="{FF2B5EF4-FFF2-40B4-BE49-F238E27FC236}">
                <ns2:creationId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>
              <a:ext uri="{FF2B5EF4-FFF2-40B4-BE49-F238E27FC236}">
                <ns2:creationId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9144000" y="35909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203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>
              <a:ext uri="{FF2B5EF4-FFF2-40B4-BE49-F238E27FC236}">
                <ns2:creationId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124450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>
              <a:ext uri="{FF2B5EF4-FFF2-40B4-BE49-F238E27FC236}">
                <ns2:creationId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592974525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">
            <a:extLst>
              <a:ext uri="{FF2B5EF4-FFF2-40B4-BE49-F238E27FC236}">
                <ns2:creationId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">
            <a:extLst>
              <a:ext uri="{FF2B5EF4-FFF2-40B4-BE49-F238E27FC236}">
                <ns2:creationId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">
            <a:extLst>
              <a:ext uri="{FF2B5EF4-FFF2-40B4-BE49-F238E27FC236}">
                <ns2:creationId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">
            <a:extLst>
              <a:ext uri="{FF2B5EF4-FFF2-40B4-BE49-F238E27FC236}">
                <ns2:creationId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">
            <a:extLst>
              <a:ext uri="{FF2B5EF4-FFF2-40B4-BE49-F238E27FC236}">
                <ns2:creationId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">
            <a:extLst>
              <a:ext uri="{FF2B5EF4-FFF2-40B4-BE49-F238E27FC236}">
                <ns2:creationId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">
            <a:extLst>
              <a:ext uri="{FF2B5EF4-FFF2-40B4-BE49-F238E27FC236}">
                <ns2:creationId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">
            <a:extLst>
              <a:ext uri="{FF2B5EF4-FFF2-40B4-BE49-F238E27FC236}">
                <ns2:creationId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">
            <a:extLst>
              <a:ext uri="{FF2B5EF4-FFF2-40B4-BE49-F238E27FC236}">
                <ns2:creationId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">
            <a:extLst>
              <a:ext uri="{FF2B5EF4-FFF2-40B4-BE49-F238E27FC236}">
                <ns2:creationId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">
            <a:extLst>
              <a:ext uri="{FF2B5EF4-FFF2-40B4-BE49-F238E27FC236}">
                <ns2:creationId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">
            <a:extLst>
              <a:ext uri="{FF2B5EF4-FFF2-40B4-BE49-F238E27FC236}">
                <ns2:creationId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">
            <a:extLst>
              <a:ext uri="{FF2B5EF4-FFF2-40B4-BE49-F238E27FC236}">
                <ns2:creationId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">
            <a:extLst>
              <a:ext uri="{FF2B5EF4-FFF2-40B4-BE49-F238E27FC236}">
                <ns2:creationId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">
            <a:extLst>
              <a:ext uri="{FF2B5EF4-FFF2-40B4-BE49-F238E27FC236}">
                <ns2:creationId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">
            <a:extLst>
              <a:ext uri="{FF2B5EF4-FFF2-40B4-BE49-F238E27FC236}">
                <ns2:creationId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>
              <a:ext uri="{FF2B5EF4-FFF2-40B4-BE49-F238E27FC236}">
                <ns2:creationId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">
            <a:extLst>
              <a:ext uri="{FF2B5EF4-FFF2-40B4-BE49-F238E27FC236}">
                <ns2:creationId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">
            <a:extLst>
              <a:ext uri="{FF2B5EF4-FFF2-40B4-BE49-F238E27FC236}">
                <ns2:creationId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2:creationId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">
            <a:extLst>
              <a:ext uri="{FF2B5EF4-FFF2-40B4-BE49-F238E27FC236}">
                <ns2:creationId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">
            <a:extLst>
              <a:ext uri="{FF2B5EF4-FFF2-40B4-BE49-F238E27FC236}">
                <ns2:creationId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">
            <a:extLst>
              <a:ext uri="{FF2B5EF4-FFF2-40B4-BE49-F238E27FC236}">
                <ns2:creationId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">
            <a:extLst>
              <a:ext uri="{FF2B5EF4-FFF2-40B4-BE49-F238E27FC236}">
                <ns2:creationId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ns3:creationId val="129883382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>
              <a:ext uri="{FF2B5EF4-FFF2-40B4-BE49-F238E27FC236}">
                <ns2:creationId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>
              <a:ext uri="{FF2B5EF4-FFF2-40B4-BE49-F238E27FC236}">
                <ns2:creationId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>
              <a:ext uri="{FF2B5EF4-FFF2-40B4-BE49-F238E27FC236}">
                <ns2:creationId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>
              <a:ext uri="{FF2B5EF4-FFF2-40B4-BE49-F238E27FC236}">
                <ns2:creationId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>
              <a:ext uri="{FF2B5EF4-FFF2-40B4-BE49-F238E27FC236}">
                <ns2:creationId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>
              <a:ext uri="{FF2B5EF4-FFF2-40B4-BE49-F238E27FC236}">
                <ns2:creationId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>
              <a:ext uri="{FF2B5EF4-FFF2-40B4-BE49-F238E27FC236}">
                <ns2:creationId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>
              <a:ext uri="{FF2B5EF4-FFF2-40B4-BE49-F238E27FC236}">
                <ns2:creationId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>
              <a:ext uri="{FF2B5EF4-FFF2-40B4-BE49-F238E27FC236}">
                <ns2:creationId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>
              <a:ext uri="{FF2B5EF4-FFF2-40B4-BE49-F238E27FC236}">
                <ns2:creationId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497110790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>
              <a:ext uri="{FF2B5EF4-FFF2-40B4-BE49-F238E27FC236}">
                <ns2:creationId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>
              <a:ext uri="{FF2B5EF4-FFF2-40B4-BE49-F238E27FC236}">
                <ns2:creationId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>
              <a:ext uri="{FF2B5EF4-FFF2-40B4-BE49-F238E27FC236}">
                <ns2:creationId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>
              <a:ext uri="{FF2B5EF4-FFF2-40B4-BE49-F238E27FC236}">
                <ns2:creationId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>
              <a:ext uri="{FF2B5EF4-FFF2-40B4-BE49-F238E27FC236}">
                <ns2:creationId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>
              <a:ext uri="{FF2B5EF4-FFF2-40B4-BE49-F238E27FC236}">
                <ns2:creationId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>
              <a:ext uri="{FF2B5EF4-FFF2-40B4-BE49-F238E27FC236}">
                <ns2:creationId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146791253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>
              <a:ext uri="{FF2B5EF4-FFF2-40B4-BE49-F238E27FC236}">
                <ns2:creationId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>
              <a:ext uri="{FF2B5EF4-FFF2-40B4-BE49-F238E27FC236}">
                <ns2:creationId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>
              <a:ext uri="{FF2B5EF4-FFF2-40B4-BE49-F238E27FC236}">
                <ns2:creationId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>
              <a:ext uri="{FF2B5EF4-FFF2-40B4-BE49-F238E27FC236}">
                <ns2:creationId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>
              <a:ext uri="{FF2B5EF4-FFF2-40B4-BE49-F238E27FC236}">
                <ns2:creationId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44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>
              <a:ext uri="{FF2B5EF4-FFF2-40B4-BE49-F238E27FC236}">
                <ns2:creationId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>
              <a:ext uri="{FF2B5EF4-FFF2-40B4-BE49-F238E27FC236}">
                <ns2:creationId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373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>
              <a:ext uri="{FF2B5EF4-FFF2-40B4-BE49-F238E27FC236}">
                <ns2:creationId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085389725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>
              <a:ext uri="{FF2B5EF4-FFF2-40B4-BE49-F238E27FC236}">
                <ns2:creationId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>
              <a:ext uri="{FF2B5EF4-FFF2-40B4-BE49-F238E27FC236}">
                <ns2:creationId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>
              <a:ext uri="{FF2B5EF4-FFF2-40B4-BE49-F238E27FC236}">
                <ns2:creationId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>
              <a:ext uri="{FF2B5EF4-FFF2-40B4-BE49-F238E27FC236}">
                <ns2:creationId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>
              <a:ext uri="{FF2B5EF4-FFF2-40B4-BE49-F238E27FC236}">
                <ns2:creationId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>
              <a:ext uri="{FF2B5EF4-FFF2-40B4-BE49-F238E27FC236}">
                <ns2:creationId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>
              <a:ext uri="{FF2B5EF4-FFF2-40B4-BE49-F238E27FC236}">
                <ns2:creationId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>
              <a:ext uri="{FF2B5EF4-FFF2-40B4-BE49-F238E27FC236}">
                <ns2:creationId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>
              <a:ext uri="{FF2B5EF4-FFF2-40B4-BE49-F238E27FC236}">
                <ns2:creationId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>
              <a:ext uri="{FF2B5EF4-FFF2-40B4-BE49-F238E27FC236}">
                <ns2:creationId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>
              <a:ext uri="{FF2B5EF4-FFF2-40B4-BE49-F238E27FC236}">
                <ns2:creationId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>
              <a:ext uri="{FF2B5EF4-FFF2-40B4-BE49-F238E27FC236}">
                <ns2:creationId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575777130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>
              <a:ext uri="{FF2B5EF4-FFF2-40B4-BE49-F238E27FC236}">
                <ns2:creationId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>
              <a:ext uri="{FF2B5EF4-FFF2-40B4-BE49-F238E27FC236}">
                <ns2:creationId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>
              <a:ext uri="{FF2B5EF4-FFF2-40B4-BE49-F238E27FC236}">
                <ns2:creationId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>
              <a:ext uri="{FF2B5EF4-FFF2-40B4-BE49-F238E27FC236}">
                <ns2:creationId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>
              <a:ext uri="{FF2B5EF4-FFF2-40B4-BE49-F238E27FC236}">
                <ns2:creationId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791865755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>
              <a:ext uri="{FF2B5EF4-FFF2-40B4-BE49-F238E27FC236}">
                <ns2:creationId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>
              <a:ext uri="{FF2B5EF4-FFF2-40B4-BE49-F238E27FC236}">
                <ns2:creationId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>
              <a:ext uri="{FF2B5EF4-FFF2-40B4-BE49-F238E27FC236}">
                <ns2:creationId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>
              <a:ext uri="{FF2B5EF4-FFF2-40B4-BE49-F238E27FC236}">
                <ns2:creationId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>
              <a:ext uri="{FF2B5EF4-FFF2-40B4-BE49-F238E27FC236}">
                <ns2:creationId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209346954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85A105-2B81-4B56-AE1D-EA18C41AC84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6CDB3B6A-D03E-46B2-B8A4-08F608B7F1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>
              <a:ext uri="{FF2B5EF4-FFF2-40B4-BE49-F238E27FC236}">
                <ns2:creationId id="{F5065FCA-FFE9-4F18-A159-749E7EA57CF9}"/>
              </a:ext>
            </a:extLst>
          </p:cNvPr>
          <p:cNvSpPr>
            <a:spLocks noGrp="1"/>
          </p:cNvSpPr>
          <p:nvPr/>
        </p:nvSpPr>
        <p:spPr>
          <a:xfrm>
            <a:off x="95250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ED22F91-AE3E-4429-947D-2A20D3E7CEB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654EEF8C-527C-4AFC-97B9-453F2A2C1957}"/>
              </a:ext>
            </a:extLst>
          </p:cNvPr>
          <p:cNvSpPr>
            <a:spLocks noGrp="1"/>
          </p:cNvSpPr>
          <p:nvPr/>
        </p:nvSpPr>
        <p:spPr>
          <a:xfrm>
            <a:off x="160020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>
              <a:ext uri="{FF2B5EF4-FFF2-40B4-BE49-F238E27FC236}">
                <ns2:creationId id="{47281EF3-17F6-4C62-8598-A960C19B733C}"/>
              </a:ext>
            </a:extLst>
          </p:cNvPr>
          <p:cNvSpPr>
            <a:spLocks noGrp="1"/>
          </p:cNvSpPr>
          <p:nvPr/>
        </p:nvSpPr>
        <p:spPr>
          <a:xfrm>
            <a:off x="160020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>
              <a:ext uri="{FF2B5EF4-FFF2-40B4-BE49-F238E27FC236}">
                <ns2:creationId id="{BC6BBCFB-6B21-46DD-BF50-32EF745D6392}"/>
              </a:ext>
            </a:extLst>
          </p:cNvPr>
          <p:cNvSpPr>
            <a:spLocks noGrp="1"/>
          </p:cNvSpPr>
          <p:nvPr/>
        </p:nvSpPr>
        <p:spPr>
          <a:xfrm>
            <a:off x="649605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E52B7A77-9158-4F1B-B9E9-33BCF94B29DD}"/>
              </a:ext>
            </a:extLst>
          </p:cNvPr>
          <p:cNvSpPr>
            <a:spLocks noGrp="1"/>
          </p:cNvSpPr>
          <p:nvPr/>
        </p:nvSpPr>
        <p:spPr>
          <a:xfrm>
            <a:off x="649605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B3910725-E66C-410D-955D-E5ABA6437A68}"/>
              </a:ext>
            </a:extLst>
          </p:cNvPr>
          <p:cNvSpPr>
            <a:spLocks noGrp="1"/>
          </p:cNvSpPr>
          <p:nvPr/>
        </p:nvSpPr>
        <p:spPr>
          <a:xfrm>
            <a:off x="714375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>
              <a:ext uri="{FF2B5EF4-FFF2-40B4-BE49-F238E27FC236}">
                <ns2:creationId id="{150B8307-1F3D-4DA2-870E-483B88B6C864}"/>
              </a:ext>
            </a:extLst>
          </p:cNvPr>
          <p:cNvSpPr>
            <a:spLocks noGrp="1"/>
          </p:cNvSpPr>
          <p:nvPr/>
        </p:nvSpPr>
        <p:spPr>
          <a:xfrm>
            <a:off x="714375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>
              <a:ext uri="{FF2B5EF4-FFF2-40B4-BE49-F238E27FC236}">
                <ns2:creationId id="{8FE36071-EFC3-4BB2-9935-32567E6F6670}"/>
              </a:ext>
            </a:extLst>
          </p:cNvPr>
          <p:cNvSpPr>
            <a:spLocks noGrp="1"/>
          </p:cNvSpPr>
          <p:nvPr/>
        </p:nvSpPr>
        <p:spPr>
          <a:xfrm>
            <a:off x="95250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9057127-868A-4BDB-9D8B-5DE6B72DBC54}"/>
              </a:ext>
            </a:extLst>
          </p:cNvPr>
          <p:cNvSpPr>
            <a:spLocks noGrp="1"/>
          </p:cNvSpPr>
          <p:nvPr/>
        </p:nvSpPr>
        <p:spPr>
          <a:xfrm>
            <a:off x="95250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40E0B583-8B59-407D-81C2-384A709A0D48}"/>
              </a:ext>
            </a:extLst>
          </p:cNvPr>
          <p:cNvSpPr>
            <a:spLocks noGrp="1"/>
          </p:cNvSpPr>
          <p:nvPr/>
        </p:nvSpPr>
        <p:spPr>
          <a:xfrm>
            <a:off x="160020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>
              <a:ext uri="{FF2B5EF4-FFF2-40B4-BE49-F238E27FC236}">
                <ns2:creationId id="{D21FE4F8-9DE1-421D-9687-6247580343E9}"/>
              </a:ext>
            </a:extLst>
          </p:cNvPr>
          <p:cNvSpPr>
            <a:spLocks noGrp="1"/>
          </p:cNvSpPr>
          <p:nvPr/>
        </p:nvSpPr>
        <p:spPr>
          <a:xfrm>
            <a:off x="160020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>
              <a:ext uri="{FF2B5EF4-FFF2-40B4-BE49-F238E27FC236}">
                <ns2:creationId id="{8CA81235-B0D1-4A90-BA75-954D4F5F9107}"/>
              </a:ext>
            </a:extLst>
          </p:cNvPr>
          <p:cNvSpPr>
            <a:spLocks noGrp="1"/>
          </p:cNvSpPr>
          <p:nvPr/>
        </p:nvSpPr>
        <p:spPr>
          <a:xfrm>
            <a:off x="649605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DFB85B9D-D89F-461F-B9F5-B3192BE0E2FF}"/>
              </a:ext>
            </a:extLst>
          </p:cNvPr>
          <p:cNvSpPr>
            <a:spLocks noGrp="1"/>
          </p:cNvSpPr>
          <p:nvPr/>
        </p:nvSpPr>
        <p:spPr>
          <a:xfrm>
            <a:off x="649605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CC187838-CB06-46F3-A419-7D3D1D1E5071}"/>
              </a:ext>
            </a:extLst>
          </p:cNvPr>
          <p:cNvSpPr>
            <a:spLocks noGrp="1"/>
          </p:cNvSpPr>
          <p:nvPr/>
        </p:nvSpPr>
        <p:spPr>
          <a:xfrm>
            <a:off x="71437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>
              <a:ext uri="{FF2B5EF4-FFF2-40B4-BE49-F238E27FC236}">
                <ns2:creationId id="{AC522391-7AB7-460E-8EBF-B63511E485DD}"/>
              </a:ext>
            </a:extLst>
          </p:cNvPr>
          <p:cNvSpPr>
            <a:spLocks noGrp="1"/>
          </p:cNvSpPr>
          <p:nvPr/>
        </p:nvSpPr>
        <p:spPr>
          <a:xfrm>
            <a:off x="714375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>
              <a:ext uri="{FF2B5EF4-FFF2-40B4-BE49-F238E27FC236}">
                <ns2:creationId id="{98A4247D-FE4D-4C10-9306-9B618288D947}"/>
              </a:ext>
            </a:extLst>
          </p:cNvPr>
          <p:cNvSpPr>
            <a:spLocks noGrp="1"/>
          </p:cNvSpPr>
          <p:nvPr/>
        </p:nvSpPr>
        <p:spPr>
          <a:xfrm>
            <a:off x="1257300" y="5029200"/>
            <a:ext cx="9677400" cy="9525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0" name="">
            <a:extLst>
              <a:ext uri="{FF2B5EF4-FFF2-40B4-BE49-F238E27FC236}">
                <ns2:creationId id="{CA76ADCA-5B68-44C2-8873-802D754678F4}"/>
              </a:ext>
            </a:extLst>
          </p:cNvPr>
          <p:cNvSpPr>
            <a:spLocks noGrp="1"/>
          </p:cNvSpPr>
          <p:nvPr/>
        </p:nvSpPr>
        <p:spPr>
          <a:xfrm>
            <a:off x="1428750" y="5191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CFD713CB-4C14-4FC8-AECF-EF51C148CAAB}"/>
              </a:ext>
            </a:extLst>
          </p:cNvPr>
          <p:cNvSpPr>
            <a:spLocks noGrp="1"/>
          </p:cNvSpPr>
          <p:nvPr/>
        </p:nvSpPr>
        <p:spPr>
          <a:xfrm>
            <a:off x="1600200" y="5191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F364F389-F718-4829-A8B5-667B2A8E1E96}"/>
              </a:ext>
            </a:extLst>
          </p:cNvPr>
          <p:cNvSpPr>
            <a:spLocks noGrp="1"/>
          </p:cNvSpPr>
          <p:nvPr/>
        </p:nvSpPr>
        <p:spPr>
          <a:xfrm>
            <a:off x="1771650" y="5191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14F2CCEE-4655-4079-95F9-EB8F71838538}"/>
              </a:ext>
            </a:extLst>
          </p:cNvPr>
          <p:cNvSpPr>
            <a:spLocks noGrp="1"/>
          </p:cNvSpPr>
          <p:nvPr/>
        </p:nvSpPr>
        <p:spPr>
          <a:xfrm>
            <a:off x="1466850" y="5448300"/>
            <a:ext cx="9258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>
              <a:ext uri="{FF2B5EF4-FFF2-40B4-BE49-F238E27FC236}">
                <ns2:creationId id="{793B7D36-7886-4218-AC77-8A79E6E1B0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E05C4E82-71DD-4AA6-84F4-6B20CDE78B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>
              <a:ext uri="{FF2B5EF4-FFF2-40B4-BE49-F238E27FC236}">
                <ns2:creationId id="{61C55653-9566-4AC5-8B34-CF732B7D971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807398680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>
              <a:ext uri="{FF2B5EF4-FFF2-40B4-BE49-F238E27FC236}">
                <ns2:creationId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>
              <a:ext uri="{FF2B5EF4-FFF2-40B4-BE49-F238E27FC236}">
                <ns2:creationId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>
              <a:ext uri="{FF2B5EF4-FFF2-40B4-BE49-F238E27FC236}">
                <ns2:creationId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>
              <a:ext uri="{FF2B5EF4-FFF2-40B4-BE49-F238E27FC236}">
                <ns2:creationId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>
              <a:ext uri="{FF2B5EF4-FFF2-40B4-BE49-F238E27FC236}">
                <ns2:creationId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>
              <a:ext uri="{FF2B5EF4-FFF2-40B4-BE49-F238E27FC236}">
                <ns2:creationId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>
              <a:ext uri="{FF2B5EF4-FFF2-40B4-BE49-F238E27FC236}">
                <ns2:creationId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>
              <a:ext uri="{FF2B5EF4-FFF2-40B4-BE49-F238E27FC236}">
                <ns2:creationId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05072459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">
            <a:extLst>
              <a:ext uri="{FF2B5EF4-FFF2-40B4-BE49-F238E27FC236}">
                <ns2:creationId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Bonus：清理與 Nginx 自我檢查</a:t>
            </a:r>
          </a:p>
        </p:txBody>
      </p:sp>
      <p:sp>
        <p:nvSpPr>
          <p:cNvPr id="3" name="">
            <a:extLst>
              <a:ext uri="{FF2B5EF4-FFF2-40B4-BE49-F238E27FC236}">
                <ns2:creationId id="{BAD4DD0C-AB44-4DB1-A664-313AB63A2C32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79E48D5-BF1E-49DD-B337-8A74A5193B3F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>
              <a:ext uri="{FF2B5EF4-FFF2-40B4-BE49-F238E27FC236}">
                <ns2:creationId id="{93AB7213-19A9-4E3D-BB39-5993C645C901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>
              <a:ext uri="{FF2B5EF4-FFF2-40B4-BE49-F238E27FC236}">
                <ns2:creationId id="{1E695BE6-9D9D-442C-8186-97915C2EB928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0F24D3E-6F01-4956-B8C7-0DB447A0F6EA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Bonus：Nginx 自我檢查</a:t>
            </a:r>
          </a:p>
        </p:txBody>
      </p:sp>
      <p:sp>
        <p:nvSpPr>
          <p:cNvPr id="8" name="">
            <a:extLst>
              <a:ext uri="{FF2B5EF4-FFF2-40B4-BE49-F238E27FC236}">
                <ns2:creationId id="{54266A0B-9CBD-475D-ABB6-8F2798F07920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照著附錄指令，重新跑一次 Nginx 容器。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換成 course-nginx-check / 8081:80，確認頁面、ps/logs 後清理。</a:t>
            </a:r>
          </a:p>
        </p:txBody>
      </p:sp>
      <p:sp>
        <p:nvSpPr>
          <p:cNvPr id="9" name="">
            <a:extLst>
              <a:ext uri="{FF2B5EF4-FFF2-40B4-BE49-F238E27FC236}">
                <ns2:creationId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979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>
              <a:ext uri="{FF2B5EF4-FFF2-40B4-BE49-F238E27FC236}">
                <ns2:creationId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1925916989"/>
      </p:ext>
    </p:extLst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: Nginx 起手式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1: Nginx 起手式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Code 1/4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: 進入 Nginx 容器檢查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2: 進入 Nginx 容器檢查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Code 2/4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3: 進入 Nginx 容器檢查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3: 進入 Nginx 容器檢查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Code 3/4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4: 狀態查看與清理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4: 狀態查看與清理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Code 4/4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2026-06-21T16:11:39.9630000Z</dcterms:created>
  <dcterms:modified xsi:type="dcterms:W3CDTF">2026-06-21T16:11:39.9630000Z</dcterms:modified>
</coreProperties>
</file>