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7d9f29fcaa9e4f22" /><ns0:Relationship Type="http://schemas.openxmlformats.org/officeDocument/2006/relationships/extended-properties" Target="/docProps/app.xml" Id="R84edaf79d3e34d62" /><ns0:Relationship Type="http://schemas.openxmlformats.org/officeDocument/2006/relationships/officeDocument" Target="/ppt/presentation.xml" Id="R423b4c55fcb046d7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0723807342234ed7"/>
  </p:sldMasterIdLst>
  <p:sldIdLst>
    <p:sldId xmlns:r="http://schemas.openxmlformats.org/officeDocument/2006/relationships" id="256" r:id="R3bb9ed9246724c7f"/>
    <p:sldId xmlns:r="http://schemas.openxmlformats.org/officeDocument/2006/relationships" id="257" r:id="R9d8c0d038f1347bb"/>
    <p:sldId xmlns:r="http://schemas.openxmlformats.org/officeDocument/2006/relationships" id="258" r:id="R4d06066d07d640f1"/>
    <p:sldId xmlns:r="http://schemas.openxmlformats.org/officeDocument/2006/relationships" id="259" r:id="R5db12356fad84f33"/>
    <p:sldId xmlns:r="http://schemas.openxmlformats.org/officeDocument/2006/relationships" id="260" r:id="Ra37fad4c4c6c4a8d"/>
    <p:sldId xmlns:r="http://schemas.openxmlformats.org/officeDocument/2006/relationships" id="261" r:id="R3c069a58dc974fb2"/>
    <p:sldId xmlns:r="http://schemas.openxmlformats.org/officeDocument/2006/relationships" id="262" r:id="Rbf41462062bc44aa"/>
    <p:sldId xmlns:r="http://schemas.openxmlformats.org/officeDocument/2006/relationships" id="263" r:id="Rb7fe58702fa94ddf"/>
    <p:sldId xmlns:r="http://schemas.openxmlformats.org/officeDocument/2006/relationships" id="264" r:id="R6b580d0fb54c4500"/>
    <p:sldId xmlns:r="http://schemas.openxmlformats.org/officeDocument/2006/relationships" id="265" r:id="R374a33a5772f4baf"/>
    <p:sldId xmlns:r="http://schemas.openxmlformats.org/officeDocument/2006/relationships" id="266" r:id="Rbe91b6361ebd4547"/>
    <p:sldId xmlns:r="http://schemas.openxmlformats.org/officeDocument/2006/relationships" id="267" r:id="Rbb116402c2304750"/>
    <p:sldId xmlns:r="http://schemas.openxmlformats.org/officeDocument/2006/relationships" id="268" r:id="R5d962329b29e470e"/>
    <p:sldId xmlns:r="http://schemas.openxmlformats.org/officeDocument/2006/relationships" id="269" r:id="R524228ef67314c5a"/>
    <p:sldId xmlns:r="http://schemas.openxmlformats.org/officeDocument/2006/relationships" id="270" r:id="Re7a68d2696234a37"/>
    <p:sldId xmlns:r="http://schemas.openxmlformats.org/officeDocument/2006/relationships" id="271" r:id="R02c6b63a90f24ef6"/>
    <p:sldId xmlns:r="http://schemas.openxmlformats.org/officeDocument/2006/relationships" id="272" r:id="Re1288fe984a44e8d"/>
    <p:sldId xmlns:r="http://schemas.openxmlformats.org/officeDocument/2006/relationships" id="273" r:id="R583bc90f82f244ad"/>
    <p:sldId xmlns:r="http://schemas.openxmlformats.org/officeDocument/2006/relationships" id="274" r:id="R24070ba0cbe24522"/>
    <p:sldId xmlns:r="http://schemas.openxmlformats.org/officeDocument/2006/relationships" id="275" r:id="Rda47fcacbc8d4b3d"/>
    <p:sldId xmlns:r="http://schemas.openxmlformats.org/officeDocument/2006/relationships" id="276" r:id="Rceeebe22d6444bf5"/>
    <p:sldId xmlns:r="http://schemas.openxmlformats.org/officeDocument/2006/relationships" id="277" r:id="Ra84af5a49278411f"/>
    <p:sldId xmlns:r="http://schemas.openxmlformats.org/officeDocument/2006/relationships" id="278" r:id="R78bed099d3124ee8"/>
    <p:sldId xmlns:r="http://schemas.openxmlformats.org/officeDocument/2006/relationships" id="279" r:id="R48380da907be4173"/>
    <p:sldId xmlns:r="http://schemas.openxmlformats.org/officeDocument/2006/relationships" id="280" r:id="Rff72ae626e744568"/>
    <p:sldId xmlns:r="http://schemas.openxmlformats.org/officeDocument/2006/relationships" id="281" r:id="R9e0c904148e04b18"/>
    <p:sldId xmlns:r="http://schemas.openxmlformats.org/officeDocument/2006/relationships" id="282" r:id="Rdf2355019ff041de"/>
    <p:sldId xmlns:r="http://schemas.openxmlformats.org/officeDocument/2006/relationships" id="283" r:id="R41fc3d396b3544b5"/>
    <p:sldId xmlns:r="http://schemas.openxmlformats.org/officeDocument/2006/relationships" id="284" r:id="Rd7627dfebde64855"/>
    <p:sldId xmlns:r="http://schemas.openxmlformats.org/officeDocument/2006/relationships" id="285" r:id="R09b6550b11a34661"/>
    <p:sldId id="286" r:id="rId1"/>
    <p:sldId id="287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2c6ea1e5daaa42d8" /><ns0:Relationship Type="http://schemas.openxmlformats.org/officeDocument/2006/relationships/slideMaster" Target="/ppt/slideMasters/slideMaster1.xml" Id="R0723807342234ed7" /><ns0:Relationship Type="http://schemas.openxmlformats.org/officeDocument/2006/relationships/presProps" Target="/ppt/presProps.xml" Id="R78b50578aaa048f9" /><ns0:Relationship Type="http://schemas.openxmlformats.org/officeDocument/2006/relationships/tableStyles" Target="/ppt/tableStyles.xml" Id="Rf1bf8c1f60bf418b" /><ns0:Relationship Type="http://schemas.openxmlformats.org/officeDocument/2006/relationships/slide" Target="/ppt/slides/slide1.xml" Id="R3bb9ed9246724c7f" /><ns0:Relationship Type="http://schemas.openxmlformats.org/officeDocument/2006/relationships/slide" Target="/ppt/slides/slide2.xml" Id="R9d8c0d038f1347bb" /><ns0:Relationship Type="http://schemas.openxmlformats.org/officeDocument/2006/relationships/slide" Target="/ppt/slides/slide3.xml" Id="R4d06066d07d640f1" /><ns0:Relationship Type="http://schemas.openxmlformats.org/officeDocument/2006/relationships/slide" Target="/ppt/slides/slide4.xml" Id="R5db12356fad84f33" /><ns0:Relationship Type="http://schemas.openxmlformats.org/officeDocument/2006/relationships/slide" Target="/ppt/slides/slide5.xml" Id="Ra37fad4c4c6c4a8d" /><ns0:Relationship Type="http://schemas.openxmlformats.org/officeDocument/2006/relationships/slide" Target="/ppt/slides/slide6.xml" Id="R3c069a58dc974fb2" /><ns0:Relationship Type="http://schemas.openxmlformats.org/officeDocument/2006/relationships/slide" Target="/ppt/slides/slide7.xml" Id="Rbf41462062bc44aa" /><ns0:Relationship Type="http://schemas.openxmlformats.org/officeDocument/2006/relationships/slide" Target="/ppt/slides/slide8.xml" Id="Rb7fe58702fa94ddf" /><ns0:Relationship Type="http://schemas.openxmlformats.org/officeDocument/2006/relationships/slide" Target="/ppt/slides/slide9.xml" Id="R6b580d0fb54c4500" /><ns0:Relationship Type="http://schemas.openxmlformats.org/officeDocument/2006/relationships/slide" Target="/ppt/slides/slide10.xml" Id="R374a33a5772f4baf" /><ns0:Relationship Type="http://schemas.openxmlformats.org/officeDocument/2006/relationships/slide" Target="/ppt/slides/slide11.xml" Id="Rbe91b6361ebd4547" /><ns0:Relationship Type="http://schemas.openxmlformats.org/officeDocument/2006/relationships/slide" Target="/ppt/slides/slide12.xml" Id="Rbb116402c2304750" /><ns0:Relationship Type="http://schemas.openxmlformats.org/officeDocument/2006/relationships/slide" Target="/ppt/slides/slide13.xml" Id="R5d962329b29e470e" /><ns0:Relationship Type="http://schemas.openxmlformats.org/officeDocument/2006/relationships/slide" Target="/ppt/slides/slide14.xml" Id="R524228ef67314c5a" /><ns0:Relationship Type="http://schemas.openxmlformats.org/officeDocument/2006/relationships/slide" Target="/ppt/slides/slide15.xml" Id="Re7a68d2696234a37" /><ns0:Relationship Type="http://schemas.openxmlformats.org/officeDocument/2006/relationships/slide" Target="/ppt/slides/slide16.xml" Id="R02c6b63a90f24ef6" /><ns0:Relationship Type="http://schemas.openxmlformats.org/officeDocument/2006/relationships/slide" Target="/ppt/slides/slide17.xml" Id="Re1288fe984a44e8d" /><ns0:Relationship Type="http://schemas.openxmlformats.org/officeDocument/2006/relationships/slide" Target="/ppt/slides/slide18.xml" Id="R583bc90f82f244ad" /><ns0:Relationship Type="http://schemas.openxmlformats.org/officeDocument/2006/relationships/slide" Target="/ppt/slides/slide19.xml" Id="R24070ba0cbe24522" /><ns0:Relationship Type="http://schemas.openxmlformats.org/officeDocument/2006/relationships/slide" Target="/ppt/slides/slide20.xml" Id="Rda47fcacbc8d4b3d" /><ns0:Relationship Type="http://schemas.openxmlformats.org/officeDocument/2006/relationships/slide" Target="/ppt/slides/slide21.xml" Id="Rceeebe22d6444bf5" /><ns0:Relationship Type="http://schemas.openxmlformats.org/officeDocument/2006/relationships/slide" Target="/ppt/slides/slide22.xml" Id="Ra84af5a49278411f" /><ns0:Relationship Type="http://schemas.openxmlformats.org/officeDocument/2006/relationships/slide" Target="/ppt/slides/slide23.xml" Id="R78bed099d3124ee8" /><ns0:Relationship Type="http://schemas.openxmlformats.org/officeDocument/2006/relationships/slide" Target="/ppt/slides/slide24.xml" Id="R48380da907be4173" /><ns0:Relationship Type="http://schemas.openxmlformats.org/officeDocument/2006/relationships/slide" Target="/ppt/slides/slide25.xml" Id="Rff72ae626e744568" /><ns0:Relationship Type="http://schemas.openxmlformats.org/officeDocument/2006/relationships/slide" Target="/ppt/slides/slide26.xml" Id="R9e0c904148e04b18" /><ns0:Relationship Type="http://schemas.openxmlformats.org/officeDocument/2006/relationships/slide" Target="/ppt/slides/slide27.xml" Id="Rdf2355019ff041de" /><ns0:Relationship Type="http://schemas.openxmlformats.org/officeDocument/2006/relationships/slide" Target="/ppt/slides/slide28.xml" Id="R41fc3d396b3544b5" /><ns0:Relationship Type="http://schemas.openxmlformats.org/officeDocument/2006/relationships/slide" Target="/ppt/slides/slide29.xml" Id="Rd7627dfebde64855" /><ns0:Relationship Type="http://schemas.openxmlformats.org/officeDocument/2006/relationships/slide" Target="/ppt/slides/slide30.xml" Id="R09b6550b11a34661" /><ns0:Relationship Type="http://schemas.openxmlformats.org/officeDocument/2006/relationships/slide" Target="/ppt/slides/slide31.xml" Id="rId1" /><ns0:Relationship Type="http://schemas.openxmlformats.org/officeDocument/2006/relationships/slide" Target="/ppt/slides/slide32.xml" Id="rId2" /><ns0:Relationship Type="http://schemas.openxmlformats.org/officeDocument/2006/relationships/slide" Target="/ppt/slides/slide33.xml" Id="rId3" /><ns0:Relationship Type="http://schemas.openxmlformats.org/officeDocument/2006/relationships/slide" Target="/ppt/slides/slide34.xml" Id="rId4" /><ns0:Relationship Type="http://schemas.openxmlformats.org/officeDocument/2006/relationships/slide" Target="/ppt/slides/slide35.xml" Id="rId5" /><ns0:Relationship Type="http://schemas.openxmlformats.org/officeDocument/2006/relationships/slide" Target="/ppt/slides/slide36.xml" Id="rId6" /><ns0:Relationship Type="http://schemas.openxmlformats.org/officeDocument/2006/relationships/slide" Target="/ppt/slides/slide37.xml" Id="rId7" /><ns0:Relationship Type="http://schemas.openxmlformats.org/officeDocument/2006/relationships/slide" Target="/ppt/slides/slide38.xml" Id="rId8" /><ns0:Relationship Type="http://schemas.openxmlformats.org/officeDocument/2006/relationships/slide" Target="/ppt/slides/slide39.xml" Id="rId9" /><ns0:Relationship Type="http://schemas.openxmlformats.org/officeDocument/2006/relationships/slide" Target="/ppt/slides/slide40.xml" Id="rId10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583bddc003db4201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a20cc98abb9e4972" /><ns0:Relationship Type="http://schemas.openxmlformats.org/officeDocument/2006/relationships/slideLayout" Target="/ppt/slideLayouts/slideLayout1.xml" Id="Re7bd5bbd427647a2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bd5bbd427647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9ebc1439e194f9c" /><ns0:Relationship Type="http://schemas.openxmlformats.org/officeDocument/2006/relationships/image" Target="/ppt/media/image.png" Id="Reb40fc6fcb2a4fe0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07ba92dc2e41dc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25e7e5518a41f3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c946f5b52340d3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84d75a16914009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e4a4c9d5ef478f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df518ca1784ba7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3798946ab2468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3f97d26e8e4e74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a89b029f62471e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4aa79c6ad642d0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50b384a3e04116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914383b30a4997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dab6143596471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2a7963c4d744be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d08e95b9544c93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c34f0ec56d4f0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26d6631ee54292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29d6463f744ade" /><ns0:Relationship Type="http://schemas.openxmlformats.org/officeDocument/2006/relationships/image" Target="/ppt/media/image2.png" Id="R213470133bbf470c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2a8960f5c6489a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4f9acfb8664da2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2d3ee61c2d4493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383a840d544c70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d40bec923e48aa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8da9231cd44f11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cea8bd695f472e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9ac666099a413c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f6a43c0fd44720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f17407034b44399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20f95b27d548bb" /></ns0: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9BAF8CC-A11E-4B41-A4AC-BEAF420C0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eb40fc6fcb2a4fe0"/>
          <a:srcRect l="18968" t="0" r="18968" b="0"/>
          <a:stretch>
            <a:fillRect l="0" t="0" r="0" b="0"/>
          </a:stretch>
        </p:blipFill>
        <p:spPr>
          <a:xfrm>
            <a:off x="4629150" y="0"/>
            <a:ext cx="756285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01D6F607-9DF1-4376-A659-533EE507A4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BF6BF591-D149-46FE-8B21-8F613E69C0F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1336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68E6193-FA12-4F3C-BCAD-9B7316512F7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">
            <a:extLst>
              <a:ext uri="{FF2B5EF4-FFF2-40B4-BE49-F238E27FC236}">
                <ns2:creationId id="{1EB42F13-0BF4-4EE2-A7FB-4D0BF71C70E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">
            <a:extLst>
              <a:ext uri="{FF2B5EF4-FFF2-40B4-BE49-F238E27FC236}">
                <ns2:creationId id="{1BB0E5B7-E26C-4A7E-BF4F-DEFF9866631F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">
            <a:extLst>
              <a:ext uri="{FF2B5EF4-FFF2-40B4-BE49-F238E27FC236}">
                <ns2:creationId id="{01EDCAFA-44E6-4D62-BF3B-52B489AA847A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3FA5798-34B6-4643-8689-3D47C6F7750E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docker-compose.yml 一次管理多個服務。</a:t>
            </a:r>
          </a:p>
        </p:txBody>
      </p:sp>
      <p:sp>
        <p:nvSpPr>
          <p:cNvPr id="10" name="">
            <a:extLst>
              <a:ext uri="{FF2B5EF4-FFF2-40B4-BE49-F238E27FC236}">
                <ns2:creationId id="{03E8AD43-5323-4B3C-8FD3-4195D2E2589F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1340926976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34F06D7-789F-4A23-A029-BC561ACDBD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926BA731-CCCA-4AD1-B7A2-04A2F07EFB0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937B5D27-67B3-41F4-94C7-3456D934EC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03D4BE2-AD85-49AA-A1FB-BC499C3DE621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5146FB1B-B3E2-437B-ACF7-3CE54206F277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34475FFC-9791-42B4-A123-156FB2346B25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">
            <a:extLst>
              <a:ext uri="{FF2B5EF4-FFF2-40B4-BE49-F238E27FC236}">
                <ns2:creationId id="{5816264B-EAFE-42A2-846E-A2BFDEB6F73F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">
            <a:extLst>
              <a:ext uri="{FF2B5EF4-FFF2-40B4-BE49-F238E27FC236}">
                <ns2:creationId id="{524BE0D8-0ECB-494C-82F3-8BB6AF520F3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483B011-082D-40BD-B526-8734582BD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6EAD48E5-36B9-4081-A402-865CD45C06D1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3E879886-7B99-414F-8401-4E55F8EC216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FA5ABFF-337F-4C58-9212-BDD3955F7C99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A2417B24-338C-482C-8986-39EFF8CA1EEC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">
            <a:extLst>
              <a:ext uri="{FF2B5EF4-FFF2-40B4-BE49-F238E27FC236}">
                <ns2:creationId id="{3FDE4EEB-E7F3-4884-9518-A32B57389E7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docker-compose.yml，一鍵啟動。</a:t>
            </a:r>
          </a:p>
        </p:txBody>
      </p:sp>
      <p:sp>
        <p:nvSpPr>
          <p:cNvPr id="15" name="">
            <a:extLst>
              <a:ext uri="{FF2B5EF4-FFF2-40B4-BE49-F238E27FC236}">
                <ns2:creationId id="{2CA3A8DB-1510-418D-BEDA-F0C25D639689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89B3C8F-028A-498A-A201-AB7D834105E3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ABC9131E-883D-4CF5-81D7-1BAB8DAFA2A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DAA681F4-6485-4BFA-8180-1E7D191CE9A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F855E961-F165-4A28-9E1F-D339150AA8BF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76B858FA-C719-4BD0-BCBA-052994314DD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">
            <a:extLst>
              <a:ext uri="{FF2B5EF4-FFF2-40B4-BE49-F238E27FC236}">
                <ns2:creationId id="{EE275480-66EE-42F5-ACEA-11973F23E7A4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+ MySQL、多版本 MySQL、Docker Hub 探索與清理。</a:t>
            </a:r>
          </a:p>
        </p:txBody>
      </p:sp>
      <p:sp>
        <p:nvSpPr>
          <p:cNvPr id="22" name="">
            <a:extLst>
              <a:ext uri="{FF2B5EF4-FFF2-40B4-BE49-F238E27FC236}">
                <ns2:creationId id="{4E560534-4529-4484-8FAD-68CB6BDDB12C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5528E40B-8166-48BF-8F2C-667C64348C46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D109D5A4-3BB7-40F1-8F85-40E7A8853EE4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">
            <a:extLst>
              <a:ext uri="{FF2B5EF4-FFF2-40B4-BE49-F238E27FC236}">
                <ns2:creationId id="{5E7DC6F5-2ECA-4F81-A444-561AFCF28CB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7926A291-E480-4889-90BB-EF37789E292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">
            <a:extLst>
              <a:ext uri="{FF2B5EF4-FFF2-40B4-BE49-F238E27FC236}">
                <ns2:creationId id="{E2976B8E-2450-4EDC-92BA-7DBD4F9FD31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452460499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661F470-52D5-47B4-A0F8-71DB8F905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">
            <a:extLst>
              <a:ext uri="{FF2B5EF4-FFF2-40B4-BE49-F238E27FC236}">
                <ns2:creationId id="{84EC5C02-AD6D-4658-AD29-D60488B1FB9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">
            <a:extLst>
              <a:ext uri="{FF2B5EF4-FFF2-40B4-BE49-F238E27FC236}">
                <ns2:creationId id="{84091940-2C1B-4AE7-A64C-1EB19223E9A3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8814CE1-9013-479D-9BF9-64A3BF4630AB}"/>
              </a:ext>
            </a:extLst>
          </p:cNvPr>
          <p:cNvSpPr>
            <a:spLocks noGrp="1"/>
          </p:cNvSpPr>
          <p:nvPr/>
        </p:nvSpPr>
        <p:spPr>
          <a:xfrm>
            <a:off x="108585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">
            <a:extLst>
              <a:ext uri="{FF2B5EF4-FFF2-40B4-BE49-F238E27FC236}">
                <ns2:creationId id="{2331935A-DE10-4807-8E85-422712FB9CDE}"/>
              </a:ext>
            </a:extLst>
          </p:cNvPr>
          <p:cNvSpPr>
            <a:spLocks noGrp="1"/>
          </p:cNvSpPr>
          <p:nvPr/>
        </p:nvSpPr>
        <p:spPr>
          <a:xfrm>
            <a:off x="108585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">
            <a:extLst>
              <a:ext uri="{FF2B5EF4-FFF2-40B4-BE49-F238E27FC236}">
                <ns2:creationId id="{A6DF5EE0-3A95-466A-9E83-F9358242F704}"/>
              </a:ext>
            </a:extLst>
          </p:cNvPr>
          <p:cNvSpPr>
            <a:spLocks noGrp="1"/>
          </p:cNvSpPr>
          <p:nvPr/>
        </p:nvSpPr>
        <p:spPr>
          <a:xfrm>
            <a:off x="693420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6FEF763-6D5F-4BB8-ACF6-BF32B2D6A1E6}"/>
              </a:ext>
            </a:extLst>
          </p:cNvPr>
          <p:cNvSpPr>
            <a:spLocks noGrp="1"/>
          </p:cNvSpPr>
          <p:nvPr/>
        </p:nvSpPr>
        <p:spPr>
          <a:xfrm>
            <a:off x="716280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">
            <a:extLst>
              <a:ext uri="{FF2B5EF4-FFF2-40B4-BE49-F238E27FC236}">
                <ns2:creationId id="{EA9D43EB-D9A5-433A-BC39-A29447D3408D}"/>
              </a:ext>
            </a:extLst>
          </p:cNvPr>
          <p:cNvSpPr>
            <a:spLocks noGrp="1"/>
          </p:cNvSpPr>
          <p:nvPr/>
        </p:nvSpPr>
        <p:spPr>
          <a:xfrm>
            <a:off x="716280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">
            <a:extLst>
              <a:ext uri="{FF2B5EF4-FFF2-40B4-BE49-F238E27FC236}">
                <ns2:creationId id="{D24478BA-BE2A-4C1C-A4F2-FD9431C2F88B}"/>
              </a:ext>
            </a:extLst>
          </p:cNvPr>
          <p:cNvSpPr>
            <a:spLocks noGrp="1"/>
          </p:cNvSpPr>
          <p:nvPr/>
        </p:nvSpPr>
        <p:spPr>
          <a:xfrm>
            <a:off x="5619750" y="2552700"/>
            <a:ext cx="952500" cy="4381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FC2DC52-71F4-4081-ABB2-05F591534EA5}"/>
              </a:ext>
            </a:extLst>
          </p:cNvPr>
          <p:cNvSpPr>
            <a:spLocks noGrp="1"/>
          </p:cNvSpPr>
          <p:nvPr/>
        </p:nvSpPr>
        <p:spPr>
          <a:xfrm>
            <a:off x="1562100" y="4514850"/>
            <a:ext cx="9067800" cy="723900"/>
          </a:xfrm>
          <a:prstGeom prst="roundRect">
            <a:avLst>
              <a:gd name="adj" fmla="val 1578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49CF5F81-A704-4C03-B2B9-0871D6AA6E0A}"/>
              </a:ext>
            </a:extLst>
          </p:cNvPr>
          <p:cNvSpPr>
            <a:spLocks noGrp="1"/>
          </p:cNvSpPr>
          <p:nvPr/>
        </p:nvSpPr>
        <p:spPr>
          <a:xfrm>
            <a:off x="1924050" y="4762500"/>
            <a:ext cx="834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">
            <a:extLst>
              <a:ext uri="{FF2B5EF4-FFF2-40B4-BE49-F238E27FC236}">
                <ns2:creationId id="{FF77BBD4-338D-44E6-AFDE-CB0B8E49C7B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362EA0ED-24BB-46A4-86DD-DBCCD17E99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72314DC5-687E-4145-8E4A-5B15E958255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15241383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B3AE2D9-D253-4EB7-AF7C-586680AE0D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6B651BB0-2584-4C31-A8E6-CC8E2FB21AD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">
            <a:extLst>
              <a:ext uri="{FF2B5EF4-FFF2-40B4-BE49-F238E27FC236}">
                <ns2:creationId id="{B44A525E-7A98-40A1-BE02-C5AE31A48E99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0401300" cy="1123950"/>
          </a:xfrm>
          <a:prstGeom prst="roundRect">
            <a:avLst>
              <a:gd name="adj" fmla="val 11864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3A5325A4-5B1C-4139-8461-9607B6F0C0D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971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">
            <a:extLst>
              <a:ext uri="{FF2B5EF4-FFF2-40B4-BE49-F238E27FC236}">
                <ns2:creationId id="{692501A8-BEFA-4658-89EA-5A0654CBE64B}"/>
              </a:ext>
            </a:extLst>
          </p:cNvPr>
          <p:cNvSpPr>
            <a:spLocks noGrp="1"/>
          </p:cNvSpPr>
          <p:nvPr/>
        </p:nvSpPr>
        <p:spPr>
          <a:xfrm>
            <a:off x="114300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B7BC604B-3C04-43B9-B812-DE8C33F55DC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">
            <a:extLst>
              <a:ext uri="{FF2B5EF4-FFF2-40B4-BE49-F238E27FC236}">
                <ns2:creationId id="{25CB3D47-F564-4A70-8D97-FEC02AF5A0B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">
            <a:extLst>
              <a:ext uri="{FF2B5EF4-FFF2-40B4-BE49-F238E27FC236}">
                <ns2:creationId id="{13670618-97F3-4A9E-8C51-0F1F526F4BB5}"/>
              </a:ext>
            </a:extLst>
          </p:cNvPr>
          <p:cNvSpPr>
            <a:spLocks noGrp="1"/>
          </p:cNvSpPr>
          <p:nvPr/>
        </p:nvSpPr>
        <p:spPr>
          <a:xfrm>
            <a:off x="676275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57B5A74-5E85-48AA-B54B-233981BB73D7}"/>
              </a:ext>
            </a:extLst>
          </p:cNvPr>
          <p:cNvSpPr>
            <a:spLocks noGrp="1"/>
          </p:cNvSpPr>
          <p:nvPr/>
        </p:nvSpPr>
        <p:spPr>
          <a:xfrm>
            <a:off x="699135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">
            <a:extLst>
              <a:ext uri="{FF2B5EF4-FFF2-40B4-BE49-F238E27FC236}">
                <ns2:creationId id="{E46EACF8-ECB4-41D2-9D9B-02A8D21EE1D4}"/>
              </a:ext>
            </a:extLst>
          </p:cNvPr>
          <p:cNvSpPr>
            <a:spLocks noGrp="1"/>
          </p:cNvSpPr>
          <p:nvPr/>
        </p:nvSpPr>
        <p:spPr>
          <a:xfrm>
            <a:off x="699135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">
            <a:extLst>
              <a:ext uri="{FF2B5EF4-FFF2-40B4-BE49-F238E27FC236}">
                <ns2:creationId id="{8864F3DB-B669-49FC-A0C9-F04464E6CA8E}"/>
              </a:ext>
            </a:extLst>
          </p:cNvPr>
          <p:cNvSpPr>
            <a:spLocks noGrp="1"/>
          </p:cNvSpPr>
          <p:nvPr/>
        </p:nvSpPr>
        <p:spPr>
          <a:xfrm>
            <a:off x="1524000" y="56007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">
            <a:extLst>
              <a:ext uri="{FF2B5EF4-FFF2-40B4-BE49-F238E27FC236}">
                <ns2:creationId id="{AA9E339E-18E2-4F26-A0CD-93F9BC8B8B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0D781AC4-CBCD-4CA6-920B-80DA6892F84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AB2AA9C0-2D67-4852-BAF1-C5EE4DB638B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739989600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89460A0-199F-4930-AAB8-47D8B4BC02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">
            <a:extLst>
              <a:ext uri="{FF2B5EF4-FFF2-40B4-BE49-F238E27FC236}">
                <ns2:creationId id="{9124CFCF-184E-4FF4-B65B-D8A55BD7A4C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">
            <a:extLst>
              <a:ext uri="{FF2B5EF4-FFF2-40B4-BE49-F238E27FC236}">
                <ns2:creationId id="{63ABA597-693A-4B3A-99CE-3EF4B05970B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B87CC3C-8E83-4816-86DD-079C2454C9C6}"/>
              </a:ext>
            </a:extLst>
          </p:cNvPr>
          <p:cNvSpPr>
            <a:spLocks noGrp="1"/>
          </p:cNvSpPr>
          <p:nvPr/>
        </p:nvSpPr>
        <p:spPr>
          <a:xfrm>
            <a:off x="1276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38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">
            <a:extLst>
              <a:ext uri="{FF2B5EF4-FFF2-40B4-BE49-F238E27FC236}">
                <ns2:creationId id="{8FED857E-9AE4-4CCD-B703-5E511770F9D2}"/>
              </a:ext>
            </a:extLst>
          </p:cNvPr>
          <p:cNvSpPr>
            <a:spLocks noGrp="1"/>
          </p:cNvSpPr>
          <p:nvPr/>
        </p:nvSpPr>
        <p:spPr>
          <a:xfrm>
            <a:off x="1333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">
            <a:extLst>
              <a:ext uri="{FF2B5EF4-FFF2-40B4-BE49-F238E27FC236}">
                <ns2:creationId id="{480E90FC-B3EE-4DAC-A55B-4098DEF64F57}"/>
              </a:ext>
            </a:extLst>
          </p:cNvPr>
          <p:cNvSpPr>
            <a:spLocks noGrp="1"/>
          </p:cNvSpPr>
          <p:nvPr/>
        </p:nvSpPr>
        <p:spPr>
          <a:xfrm>
            <a:off x="4476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00BDA71-1A9D-4100-B665-426D49B95256}"/>
              </a:ext>
            </a:extLst>
          </p:cNvPr>
          <p:cNvSpPr>
            <a:spLocks noGrp="1"/>
          </p:cNvSpPr>
          <p:nvPr/>
        </p:nvSpPr>
        <p:spPr>
          <a:xfrm>
            <a:off x="4705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67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">
            <a:extLst>
              <a:ext uri="{FF2B5EF4-FFF2-40B4-BE49-F238E27FC236}">
                <ns2:creationId id="{E1CF4E08-07C7-465A-884B-CDC93EA7564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">
            <a:extLst>
              <a:ext uri="{FF2B5EF4-FFF2-40B4-BE49-F238E27FC236}">
                <ns2:creationId id="{EB62470E-CE14-4B78-85DC-1DA68985FA80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36BF1204-3A73-43A7-9747-D69CD340CB9F}"/>
              </a:ext>
            </a:extLst>
          </p:cNvPr>
          <p:cNvSpPr>
            <a:spLocks noGrp="1"/>
          </p:cNvSpPr>
          <p:nvPr/>
        </p:nvSpPr>
        <p:spPr>
          <a:xfrm>
            <a:off x="8134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">
            <a:extLst>
              <a:ext uri="{FF2B5EF4-FFF2-40B4-BE49-F238E27FC236}">
                <ns2:creationId id="{FBD69BC2-FC5A-46BD-B1D0-6F2A4732C08F}"/>
              </a:ext>
            </a:extLst>
          </p:cNvPr>
          <p:cNvSpPr>
            <a:spLocks noGrp="1"/>
          </p:cNvSpPr>
          <p:nvPr/>
        </p:nvSpPr>
        <p:spPr>
          <a:xfrm>
            <a:off x="8191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">
            <a:extLst>
              <a:ext uri="{FF2B5EF4-FFF2-40B4-BE49-F238E27FC236}">
                <ns2:creationId id="{F0310ED4-0600-46AF-927B-81F26DA9F9DA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">
            <a:extLst>
              <a:ext uri="{FF2B5EF4-FFF2-40B4-BE49-F238E27FC236}">
                <ns2:creationId id="{8462723E-C6A7-4575-957E-E78980D85E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4D4D877-E8B2-4E34-B4A6-A55853A9FB7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>
              <a:ext uri="{FF2B5EF4-FFF2-40B4-BE49-F238E27FC236}">
                <ns2:creationId id="{59796056-1102-4E10-BABC-6B5BA468B6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1253698752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E0EF49B-E437-46A9-A0F0-7CF85A3CB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">
            <a:extLst>
              <a:ext uri="{FF2B5EF4-FFF2-40B4-BE49-F238E27FC236}">
                <ns2:creationId id="{431F0EA4-0812-4E4B-AB89-6133ACDC3B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">
            <a:extLst>
              <a:ext uri="{FF2B5EF4-FFF2-40B4-BE49-F238E27FC236}">
                <ns2:creationId id="{F988FEDC-777C-4222-B034-360E6FBD1DB2}"/>
              </a:ext>
            </a:extLst>
          </p:cNvPr>
          <p:cNvSpPr>
            <a:spLocks noGrp="1"/>
          </p:cNvSpPr>
          <p:nvPr/>
        </p:nvSpPr>
        <p:spPr>
          <a:xfrm>
            <a:off x="1562100" y="15240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F2189196-1918-49F9-A8C3-D59BAFAF7FFE}"/>
              </a:ext>
            </a:extLst>
          </p:cNvPr>
          <p:cNvSpPr>
            <a:spLocks noGrp="1"/>
          </p:cNvSpPr>
          <p:nvPr/>
        </p:nvSpPr>
        <p:spPr>
          <a:xfrm>
            <a:off x="5657850" y="15240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C5A698-8D0D-463A-89FA-F8D9FDCDB71F}"/>
              </a:ext>
            </a:extLst>
          </p:cNvPr>
          <p:cNvSpPr>
            <a:spLocks noGrp="1"/>
          </p:cNvSpPr>
          <p:nvPr/>
        </p:nvSpPr>
        <p:spPr>
          <a:xfrm>
            <a:off x="8801100" y="15240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DAA3271-1ECA-44A3-9319-3C5085DA70CB}"/>
              </a:ext>
            </a:extLst>
          </p:cNvPr>
          <p:cNvSpPr>
            <a:spLocks noGrp="1"/>
          </p:cNvSpPr>
          <p:nvPr/>
        </p:nvSpPr>
        <p:spPr>
          <a:xfrm>
            <a:off x="1752600" y="16383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">
            <a:extLst>
              <a:ext uri="{FF2B5EF4-FFF2-40B4-BE49-F238E27FC236}">
                <ns2:creationId id="{D751F44C-7338-48DC-82C6-3B8EAAB8848D}"/>
              </a:ext>
            </a:extLst>
          </p:cNvPr>
          <p:cNvSpPr>
            <a:spLocks noGrp="1"/>
          </p:cNvSpPr>
          <p:nvPr/>
        </p:nvSpPr>
        <p:spPr>
          <a:xfrm>
            <a:off x="5848350" y="16287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">
            <a:extLst>
              <a:ext uri="{FF2B5EF4-FFF2-40B4-BE49-F238E27FC236}">
                <ns2:creationId id="{25C4453C-31BF-4E57-9B1E-4C4859ECC7DA}"/>
              </a:ext>
            </a:extLst>
          </p:cNvPr>
          <p:cNvSpPr>
            <a:spLocks noGrp="1"/>
          </p:cNvSpPr>
          <p:nvPr/>
        </p:nvSpPr>
        <p:spPr>
          <a:xfrm>
            <a:off x="8991600" y="16287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">
            <a:extLst>
              <a:ext uri="{FF2B5EF4-FFF2-40B4-BE49-F238E27FC236}">
                <ns2:creationId id="{04842FE6-F71A-442E-967F-3F5D06DCA29D}"/>
              </a:ext>
            </a:extLst>
          </p:cNvPr>
          <p:cNvSpPr>
            <a:spLocks noGrp="1"/>
          </p:cNvSpPr>
          <p:nvPr/>
        </p:nvSpPr>
        <p:spPr>
          <a:xfrm>
            <a:off x="1562100" y="20764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DCD15D61-6B2A-4599-94FF-CB0AFF8AF9FC}"/>
              </a:ext>
            </a:extLst>
          </p:cNvPr>
          <p:cNvSpPr>
            <a:spLocks noGrp="1"/>
          </p:cNvSpPr>
          <p:nvPr/>
        </p:nvSpPr>
        <p:spPr>
          <a:xfrm>
            <a:off x="5657850" y="20764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5DFAA5E-9E29-4DCE-807E-06840EB14FAA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1B0F7B5E-3AE5-4EC0-BFC5-50E5632187C3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">
            <a:extLst>
              <a:ext uri="{FF2B5EF4-FFF2-40B4-BE49-F238E27FC236}">
                <ns2:creationId id="{5EDF8813-81A0-428D-A321-5D038D9549DE}"/>
              </a:ext>
            </a:extLst>
          </p:cNvPr>
          <p:cNvSpPr>
            <a:spLocks noGrp="1"/>
          </p:cNvSpPr>
          <p:nvPr/>
        </p:nvSpPr>
        <p:spPr>
          <a:xfrm>
            <a:off x="5848350" y="21812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">
            <a:extLst>
              <a:ext uri="{FF2B5EF4-FFF2-40B4-BE49-F238E27FC236}">
                <ns2:creationId id="{6B4FA632-2550-4502-8C95-AC728C1CFC3B}"/>
              </a:ext>
            </a:extLst>
          </p:cNvPr>
          <p:cNvSpPr>
            <a:spLocks noGrp="1"/>
          </p:cNvSpPr>
          <p:nvPr/>
        </p:nvSpPr>
        <p:spPr>
          <a:xfrm>
            <a:off x="8991600" y="2181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">
            <a:extLst>
              <a:ext uri="{FF2B5EF4-FFF2-40B4-BE49-F238E27FC236}">
                <ns2:creationId id="{16F687DA-D056-4CC3-972D-B5CE88B7B03F}"/>
              </a:ext>
            </a:extLst>
          </p:cNvPr>
          <p:cNvSpPr>
            <a:spLocks noGrp="1"/>
          </p:cNvSpPr>
          <p:nvPr/>
        </p:nvSpPr>
        <p:spPr>
          <a:xfrm>
            <a:off x="1562100" y="26289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4A7545DA-4058-4DDF-A733-FF07788E9FFA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E893052-6940-4AA3-AF20-4EDC5A86DEB8}"/>
              </a:ext>
            </a:extLst>
          </p:cNvPr>
          <p:cNvSpPr>
            <a:spLocks noGrp="1"/>
          </p:cNvSpPr>
          <p:nvPr/>
        </p:nvSpPr>
        <p:spPr>
          <a:xfrm>
            <a:off x="8801100" y="26289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310A63B-E375-40E3-B23E-D077DD647C4A}"/>
              </a:ext>
            </a:extLst>
          </p:cNvPr>
          <p:cNvSpPr>
            <a:spLocks noGrp="1"/>
          </p:cNvSpPr>
          <p:nvPr/>
        </p:nvSpPr>
        <p:spPr>
          <a:xfrm>
            <a:off x="1752600" y="27432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">
            <a:extLst>
              <a:ext uri="{FF2B5EF4-FFF2-40B4-BE49-F238E27FC236}">
                <ns2:creationId id="{9E146B13-452F-46B2-995B-5153E614D26C}"/>
              </a:ext>
            </a:extLst>
          </p:cNvPr>
          <p:cNvSpPr>
            <a:spLocks noGrp="1"/>
          </p:cNvSpPr>
          <p:nvPr/>
        </p:nvSpPr>
        <p:spPr>
          <a:xfrm>
            <a:off x="5848350" y="27336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">
            <a:extLst>
              <a:ext uri="{FF2B5EF4-FFF2-40B4-BE49-F238E27FC236}">
                <ns2:creationId id="{D47FF874-F5D3-4972-A755-706B6D424FBE}"/>
              </a:ext>
            </a:extLst>
          </p:cNvPr>
          <p:cNvSpPr>
            <a:spLocks noGrp="1"/>
          </p:cNvSpPr>
          <p:nvPr/>
        </p:nvSpPr>
        <p:spPr>
          <a:xfrm>
            <a:off x="8991600" y="27336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">
            <a:extLst>
              <a:ext uri="{FF2B5EF4-FFF2-40B4-BE49-F238E27FC236}">
                <ns2:creationId id="{00AD65B9-4768-43C0-8D8F-78164553B8F2}"/>
              </a:ext>
            </a:extLst>
          </p:cNvPr>
          <p:cNvSpPr>
            <a:spLocks noGrp="1"/>
          </p:cNvSpPr>
          <p:nvPr/>
        </p:nvSpPr>
        <p:spPr>
          <a:xfrm>
            <a:off x="1562100" y="31813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33508DFF-D0F1-412E-B16C-923BED0BCFA4}"/>
              </a:ext>
            </a:extLst>
          </p:cNvPr>
          <p:cNvSpPr>
            <a:spLocks noGrp="1"/>
          </p:cNvSpPr>
          <p:nvPr/>
        </p:nvSpPr>
        <p:spPr>
          <a:xfrm>
            <a:off x="5657850" y="31813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9438A0B8-23B1-4287-BEA7-E88AE7F446FC}"/>
              </a:ext>
            </a:extLst>
          </p:cNvPr>
          <p:cNvSpPr>
            <a:spLocks noGrp="1"/>
          </p:cNvSpPr>
          <p:nvPr/>
        </p:nvSpPr>
        <p:spPr>
          <a:xfrm>
            <a:off x="8801100" y="31813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615A0B4-2BC9-4469-BE77-B582E13720CE}"/>
              </a:ext>
            </a:extLst>
          </p:cNvPr>
          <p:cNvSpPr>
            <a:spLocks noGrp="1"/>
          </p:cNvSpPr>
          <p:nvPr/>
        </p:nvSpPr>
        <p:spPr>
          <a:xfrm>
            <a:off x="1752600" y="32956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">
            <a:extLst>
              <a:ext uri="{FF2B5EF4-FFF2-40B4-BE49-F238E27FC236}">
                <ns2:creationId id="{4F37F8E9-2A2B-46E8-B542-8DBAD5143260}"/>
              </a:ext>
            </a:extLst>
          </p:cNvPr>
          <p:cNvSpPr>
            <a:spLocks noGrp="1"/>
          </p:cNvSpPr>
          <p:nvPr/>
        </p:nvSpPr>
        <p:spPr>
          <a:xfrm>
            <a:off x="5848350" y="32861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">
            <a:extLst>
              <a:ext uri="{FF2B5EF4-FFF2-40B4-BE49-F238E27FC236}">
                <ns2:creationId id="{DA973264-0E5E-4A95-9FD8-E98972F9F04F}"/>
              </a:ext>
            </a:extLst>
          </p:cNvPr>
          <p:cNvSpPr>
            <a:spLocks noGrp="1"/>
          </p:cNvSpPr>
          <p:nvPr/>
        </p:nvSpPr>
        <p:spPr>
          <a:xfrm>
            <a:off x="8991600" y="32861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">
            <a:extLst>
              <a:ext uri="{FF2B5EF4-FFF2-40B4-BE49-F238E27FC236}">
                <ns2:creationId id="{1F6E0EB7-A3C6-45BE-ADA1-03CA305FA3C4}"/>
              </a:ext>
            </a:extLst>
          </p:cNvPr>
          <p:cNvSpPr>
            <a:spLocks noGrp="1"/>
          </p:cNvSpPr>
          <p:nvPr/>
        </p:nvSpPr>
        <p:spPr>
          <a:xfrm>
            <a:off x="1562100" y="37338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33A5D580-6C27-41BA-974A-D07DCA24DAAC}"/>
              </a:ext>
            </a:extLst>
          </p:cNvPr>
          <p:cNvSpPr>
            <a:spLocks noGrp="1"/>
          </p:cNvSpPr>
          <p:nvPr/>
        </p:nvSpPr>
        <p:spPr>
          <a:xfrm>
            <a:off x="5657850" y="37338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ED52BE24-6056-48E7-BC7E-2244662DA91E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B6A3BB7F-405A-48FB-BE58-C16D284B41DC}"/>
              </a:ext>
            </a:extLst>
          </p:cNvPr>
          <p:cNvSpPr>
            <a:spLocks noGrp="1"/>
          </p:cNvSpPr>
          <p:nvPr/>
        </p:nvSpPr>
        <p:spPr>
          <a:xfrm>
            <a:off x="1752600" y="38481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">
            <a:extLst>
              <a:ext uri="{FF2B5EF4-FFF2-40B4-BE49-F238E27FC236}">
                <ns2:creationId id="{D0A636F2-1222-4175-BBB1-65C519E5D274}"/>
              </a:ext>
            </a:extLst>
          </p:cNvPr>
          <p:cNvSpPr>
            <a:spLocks noGrp="1"/>
          </p:cNvSpPr>
          <p:nvPr/>
        </p:nvSpPr>
        <p:spPr>
          <a:xfrm>
            <a:off x="5848350" y="38385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">
            <a:extLst>
              <a:ext uri="{FF2B5EF4-FFF2-40B4-BE49-F238E27FC236}">
                <ns2:creationId id="{C3B41401-7107-4026-9F8E-F7446029F069}"/>
              </a:ext>
            </a:extLst>
          </p:cNvPr>
          <p:cNvSpPr>
            <a:spLocks noGrp="1"/>
          </p:cNvSpPr>
          <p:nvPr/>
        </p:nvSpPr>
        <p:spPr>
          <a:xfrm>
            <a:off x="8991600" y="38385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">
            <a:extLst>
              <a:ext uri="{FF2B5EF4-FFF2-40B4-BE49-F238E27FC236}">
                <ns2:creationId id="{091B4535-808F-49C3-9E19-6DF0944065AD}"/>
              </a:ext>
            </a:extLst>
          </p:cNvPr>
          <p:cNvSpPr>
            <a:spLocks noGrp="1"/>
          </p:cNvSpPr>
          <p:nvPr/>
        </p:nvSpPr>
        <p:spPr>
          <a:xfrm>
            <a:off x="1562100" y="42862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">
            <a:extLst>
              <a:ext uri="{FF2B5EF4-FFF2-40B4-BE49-F238E27FC236}">
                <ns2:creationId id="{4511A939-D836-456B-AAB2-5C6F832F5D14}"/>
              </a:ext>
            </a:extLst>
          </p:cNvPr>
          <p:cNvSpPr>
            <a:spLocks noGrp="1"/>
          </p:cNvSpPr>
          <p:nvPr/>
        </p:nvSpPr>
        <p:spPr>
          <a:xfrm>
            <a:off x="5657850" y="42862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5" name="">
            <a:extLst>
              <a:ext uri="{FF2B5EF4-FFF2-40B4-BE49-F238E27FC236}">
                <ns2:creationId id="{4EB5889D-4B6F-4D13-A1C4-A7598DA35F3A}"/>
              </a:ext>
            </a:extLst>
          </p:cNvPr>
          <p:cNvSpPr>
            <a:spLocks noGrp="1"/>
          </p:cNvSpPr>
          <p:nvPr/>
        </p:nvSpPr>
        <p:spPr>
          <a:xfrm>
            <a:off x="8801100" y="42862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">
            <a:extLst>
              <a:ext uri="{FF2B5EF4-FFF2-40B4-BE49-F238E27FC236}">
                <ns2:creationId id="{7973A6F7-7192-45C3-A365-BC1BB8A877A9}"/>
              </a:ext>
            </a:extLst>
          </p:cNvPr>
          <p:cNvSpPr>
            <a:spLocks noGrp="1"/>
          </p:cNvSpPr>
          <p:nvPr/>
        </p:nvSpPr>
        <p:spPr>
          <a:xfrm>
            <a:off x="1752600" y="44005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">
            <a:extLst>
              <a:ext uri="{FF2B5EF4-FFF2-40B4-BE49-F238E27FC236}">
                <ns2:creationId id="{2962FD61-EE30-4C9C-BC0D-CAE6960F49DE}"/>
              </a:ext>
            </a:extLst>
          </p:cNvPr>
          <p:cNvSpPr>
            <a:spLocks noGrp="1"/>
          </p:cNvSpPr>
          <p:nvPr/>
        </p:nvSpPr>
        <p:spPr>
          <a:xfrm>
            <a:off x="5848350" y="43910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">
            <a:extLst>
              <a:ext uri="{FF2B5EF4-FFF2-40B4-BE49-F238E27FC236}">
                <ns2:creationId id="{80A49232-3A53-4B6A-B35A-CF12C3752CAB}"/>
              </a:ext>
            </a:extLst>
          </p:cNvPr>
          <p:cNvSpPr>
            <a:spLocks noGrp="1"/>
          </p:cNvSpPr>
          <p:nvPr/>
        </p:nvSpPr>
        <p:spPr>
          <a:xfrm>
            <a:off x="8991600" y="43910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">
            <a:extLst>
              <a:ext uri="{FF2B5EF4-FFF2-40B4-BE49-F238E27FC236}">
                <ns2:creationId id="{A25379F7-17F1-40A2-B1B3-4DC41B6EF1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0" name="">
            <a:extLst>
              <a:ext uri="{FF2B5EF4-FFF2-40B4-BE49-F238E27FC236}">
                <ns2:creationId id="{EE4C3C3D-05A3-4B80-BF25-1B99071EFFF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">
            <a:extLst>
              <a:ext uri="{FF2B5EF4-FFF2-40B4-BE49-F238E27FC236}">
                <ns2:creationId id="{73BAF342-7E29-4F1E-8166-CC9CB89669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3:creationId val="46680776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FF8A8F4-1514-4E72-90CF-2945D35D64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">
            <a:extLst>
              <a:ext uri="{FF2B5EF4-FFF2-40B4-BE49-F238E27FC236}">
                <ns2:creationId id="{DE6C3A99-47E3-457A-A3CE-EE8653E876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">
            <a:extLst>
              <a:ext uri="{FF2B5EF4-FFF2-40B4-BE49-F238E27FC236}">
                <ns2:creationId id="{23FCD383-2FE0-4135-B7A6-9403415C62D2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572250" cy="3695700"/>
          </a:xfrm>
          <a:prstGeom prst="roundRect">
            <a:avLst>
              <a:gd name="adj" fmla="val 257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1CE8D52-E14C-4525-A048-0E170ABEDD6F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9F32203-D5CE-4EF3-AC27-BE905EAF0E2B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706F1F48-1A56-4B1F-8D7B-1FE75875816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B52AFDB-4983-48A8-A74B-236B69D5A9A4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153150" cy="3143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>
              <a:ext uri="{FF2B5EF4-FFF2-40B4-BE49-F238E27FC236}">
                <ns2:creationId id="{47F20F67-91C7-441E-B30A-FB090138361C}"/>
              </a:ext>
            </a:extLst>
          </p:cNvPr>
          <p:cNvSpPr>
            <a:spLocks noGrp="1"/>
          </p:cNvSpPr>
          <p:nvPr/>
        </p:nvSpPr>
        <p:spPr>
          <a:xfrm>
            <a:off x="7962900" y="14287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CF2179F8-7F54-4C55-A0F5-BE8087625705}"/>
              </a:ext>
            </a:extLst>
          </p:cNvPr>
          <p:cNvSpPr>
            <a:spLocks noGrp="1"/>
          </p:cNvSpPr>
          <p:nvPr/>
        </p:nvSpPr>
        <p:spPr>
          <a:xfrm>
            <a:off x="8210550" y="15621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">
            <a:extLst>
              <a:ext uri="{FF2B5EF4-FFF2-40B4-BE49-F238E27FC236}">
                <ns2:creationId id="{B5C4516F-0388-4D21-854D-56603D1B3126}"/>
              </a:ext>
            </a:extLst>
          </p:cNvPr>
          <p:cNvSpPr>
            <a:spLocks noGrp="1"/>
          </p:cNvSpPr>
          <p:nvPr/>
        </p:nvSpPr>
        <p:spPr>
          <a:xfrm>
            <a:off x="9620250" y="15716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">
            <a:extLst>
              <a:ext uri="{FF2B5EF4-FFF2-40B4-BE49-F238E27FC236}">
                <ns2:creationId id="{D92255E2-F8BF-4687-9431-F80ABAE8E85E}"/>
              </a:ext>
            </a:extLst>
          </p:cNvPr>
          <p:cNvSpPr>
            <a:spLocks noGrp="1"/>
          </p:cNvSpPr>
          <p:nvPr/>
        </p:nvSpPr>
        <p:spPr>
          <a:xfrm>
            <a:off x="7962900" y="21526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1C35427-A345-4897-9360-40A769FEEA9D}"/>
              </a:ext>
            </a:extLst>
          </p:cNvPr>
          <p:cNvSpPr>
            <a:spLocks noGrp="1"/>
          </p:cNvSpPr>
          <p:nvPr/>
        </p:nvSpPr>
        <p:spPr>
          <a:xfrm>
            <a:off x="8210550" y="22860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">
            <a:extLst>
              <a:ext uri="{FF2B5EF4-FFF2-40B4-BE49-F238E27FC236}">
                <ns2:creationId id="{80AC5AF2-7042-4EAD-A936-806CA4460A0C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">
            <a:extLst>
              <a:ext uri="{FF2B5EF4-FFF2-40B4-BE49-F238E27FC236}">
                <ns2:creationId id="{8F7EB88E-BAD6-4B17-95C8-B490BAF10A88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07352390-DD59-4090-99BD-5E8A1C2C88E5}"/>
              </a:ext>
            </a:extLst>
          </p:cNvPr>
          <p:cNvSpPr>
            <a:spLocks noGrp="1"/>
          </p:cNvSpPr>
          <p:nvPr/>
        </p:nvSpPr>
        <p:spPr>
          <a:xfrm>
            <a:off x="8210550" y="30099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">
            <a:extLst>
              <a:ext uri="{FF2B5EF4-FFF2-40B4-BE49-F238E27FC236}">
                <ns2:creationId id="{A3D4EDFA-FDA4-46D3-8008-76F4B06EEB59}"/>
              </a:ext>
            </a:extLst>
          </p:cNvPr>
          <p:cNvSpPr>
            <a:spLocks noGrp="1"/>
          </p:cNvSpPr>
          <p:nvPr/>
        </p:nvSpPr>
        <p:spPr>
          <a:xfrm>
            <a:off x="9620250" y="30194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">
            <a:extLst>
              <a:ext uri="{FF2B5EF4-FFF2-40B4-BE49-F238E27FC236}">
                <ns2:creationId id="{9035CB95-4D60-4CF9-BFB8-D91F552BE0C4}"/>
              </a:ext>
            </a:extLst>
          </p:cNvPr>
          <p:cNvSpPr>
            <a:spLocks noGrp="1"/>
          </p:cNvSpPr>
          <p:nvPr/>
        </p:nvSpPr>
        <p:spPr>
          <a:xfrm>
            <a:off x="7962900" y="36004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7BFA1ED1-2DB9-44CE-961E-8507159726C1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">
            <a:extLst>
              <a:ext uri="{FF2B5EF4-FFF2-40B4-BE49-F238E27FC236}">
                <ns2:creationId id="{AA3EF6C4-FB51-466F-9BC8-DAACE1542454}"/>
              </a:ext>
            </a:extLst>
          </p:cNvPr>
          <p:cNvSpPr>
            <a:spLocks noGrp="1"/>
          </p:cNvSpPr>
          <p:nvPr/>
        </p:nvSpPr>
        <p:spPr>
          <a:xfrm>
            <a:off x="9620250" y="37433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309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">
            <a:extLst>
              <a:ext uri="{FF2B5EF4-FFF2-40B4-BE49-F238E27FC236}">
                <ns2:creationId id="{E9EE353F-F999-465C-9589-9A9D22848708}"/>
              </a:ext>
            </a:extLst>
          </p:cNvPr>
          <p:cNvSpPr>
            <a:spLocks noGrp="1"/>
          </p:cNvSpPr>
          <p:nvPr/>
        </p:nvSpPr>
        <p:spPr>
          <a:xfrm>
            <a:off x="7962900" y="43243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DCB25A2B-5299-43AE-A188-1172E9BDBAAF}"/>
              </a:ext>
            </a:extLst>
          </p:cNvPr>
          <p:cNvSpPr>
            <a:spLocks noGrp="1"/>
          </p:cNvSpPr>
          <p:nvPr/>
        </p:nvSpPr>
        <p:spPr>
          <a:xfrm>
            <a:off x="8210550" y="44577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">
            <a:extLst>
              <a:ext uri="{FF2B5EF4-FFF2-40B4-BE49-F238E27FC236}">
                <ns2:creationId id="{42AF038A-570E-4448-B0BF-D23BE415CFD6}"/>
              </a:ext>
            </a:extLst>
          </p:cNvPr>
          <p:cNvSpPr>
            <a:spLocks noGrp="1"/>
          </p:cNvSpPr>
          <p:nvPr/>
        </p:nvSpPr>
        <p:spPr>
          <a:xfrm>
            <a:off x="9620250" y="4467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">
            <a:extLst>
              <a:ext uri="{FF2B5EF4-FFF2-40B4-BE49-F238E27FC236}">
                <ns2:creationId id="{67F68B69-6ECD-46B8-853F-0A239668F33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1CAD7D01-B3AD-4FC9-AB43-58231B0C559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>
              <a:ext uri="{FF2B5EF4-FFF2-40B4-BE49-F238E27FC236}">
                <ns2:creationId id="{4D9B9BDD-453F-4AA7-8666-489CD9C59AF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1436572218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49CF4FA-2A7E-4243-8A20-7F300658EF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">
            <a:extLst>
              <a:ext uri="{FF2B5EF4-FFF2-40B4-BE49-F238E27FC236}">
                <ns2:creationId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">
            <a:extLst>
              <a:ext uri="{FF2B5EF4-FFF2-40B4-BE49-F238E27FC236}">
                <ns2:creationId id="{E6715AA3-56F5-47AF-A0DE-4EF48F2A43E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334000" cy="2038350"/>
          </a:xfrm>
          <a:prstGeom prst="roundRect">
            <a:avLst>
              <a:gd name="adj" fmla="val 467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0D42916-F547-4261-B023-396D15DC32EF}"/>
              </a:ext>
            </a:extLst>
          </p:cNvPr>
          <p:cNvSpPr>
            <a:spLocks noGrp="1"/>
          </p:cNvSpPr>
          <p:nvPr/>
        </p:nvSpPr>
        <p:spPr>
          <a:xfrm>
            <a:off x="9906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BFCA455-E91E-4575-BFA2-C98F66D1C652}"/>
              </a:ext>
            </a:extLst>
          </p:cNvPr>
          <p:cNvSpPr>
            <a:spLocks noGrp="1"/>
          </p:cNvSpPr>
          <p:nvPr/>
        </p:nvSpPr>
        <p:spPr>
          <a:xfrm>
            <a:off x="11620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7EA45D13-1DEB-4259-8E61-0D6716128BCF}"/>
              </a:ext>
            </a:extLst>
          </p:cNvPr>
          <p:cNvSpPr>
            <a:spLocks noGrp="1"/>
          </p:cNvSpPr>
          <p:nvPr/>
        </p:nvSpPr>
        <p:spPr>
          <a:xfrm>
            <a:off x="13335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E056925-41F3-4198-A73C-E1DFE558A6CC}"/>
              </a:ext>
            </a:extLst>
          </p:cNvPr>
          <p:cNvSpPr>
            <a:spLocks noGrp="1"/>
          </p:cNvSpPr>
          <p:nvPr/>
        </p:nvSpPr>
        <p:spPr>
          <a:xfrm>
            <a:off x="1028700" y="2038350"/>
            <a:ext cx="49149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my-mysql mysql -u root -p</a:t>
            </a:r>
          </a:p>
        </p:txBody>
      </p:sp>
      <p:sp>
        <p:nvSpPr>
          <p:cNvPr id="8" name="">
            <a:extLst>
              <a:ext uri="{FF2B5EF4-FFF2-40B4-BE49-F238E27FC236}">
                <ns2:creationId id="{BB943CF9-78D9-453A-B6A4-7DE7636A730E}"/>
              </a:ext>
            </a:extLst>
          </p:cNvPr>
          <p:cNvSpPr>
            <a:spLocks noGrp="1"/>
          </p:cNvSpPr>
          <p:nvPr/>
        </p:nvSpPr>
        <p:spPr>
          <a:xfrm>
            <a:off x="6953250" y="1676400"/>
            <a:ext cx="3714750" cy="1638300"/>
          </a:xfrm>
          <a:prstGeom prst="roundRect">
            <a:avLst>
              <a:gd name="adj" fmla="val 697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7711AEA2-9C77-47D4-90A0-7F74E0829C30}"/>
              </a:ext>
            </a:extLst>
          </p:cNvPr>
          <p:cNvSpPr>
            <a:spLocks noGrp="1"/>
          </p:cNvSpPr>
          <p:nvPr/>
        </p:nvSpPr>
        <p:spPr>
          <a:xfrm>
            <a:off x="7181850" y="18669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">
            <a:extLst>
              <a:ext uri="{FF2B5EF4-FFF2-40B4-BE49-F238E27FC236}">
                <ns2:creationId id="{9846D89F-351B-4051-B0E8-A9CEF9B8CDD2}"/>
              </a:ext>
            </a:extLst>
          </p:cNvPr>
          <p:cNvSpPr>
            <a:spLocks noGrp="1"/>
          </p:cNvSpPr>
          <p:nvPr/>
        </p:nvSpPr>
        <p:spPr>
          <a:xfrm>
            <a:off x="7181850" y="2286000"/>
            <a:ext cx="32575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1" name="">
            <a:extLst>
              <a:ext uri="{FF2B5EF4-FFF2-40B4-BE49-F238E27FC236}">
                <ns2:creationId id="{BE401B3A-1248-4279-AD25-75E9E9986B48}"/>
              </a:ext>
            </a:extLst>
          </p:cNvPr>
          <p:cNvSpPr>
            <a:spLocks noGrp="1"/>
          </p:cNvSpPr>
          <p:nvPr/>
        </p:nvSpPr>
        <p:spPr>
          <a:xfrm>
            <a:off x="1809750" y="4514850"/>
            <a:ext cx="85725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580AE15A-17CF-48F6-B7EB-D0E45EC6C303}"/>
              </a:ext>
            </a:extLst>
          </p:cNvPr>
          <p:cNvSpPr>
            <a:spLocks noGrp="1"/>
          </p:cNvSpPr>
          <p:nvPr/>
        </p:nvSpPr>
        <p:spPr>
          <a:xfrm>
            <a:off x="2095500" y="47244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主機工具也能連：localhost:3306，root / my-secret-pw 或 testuser / testpass。</a:t>
            </a:r>
          </a:p>
        </p:txBody>
      </p:sp>
      <p:sp>
        <p:nvSpPr>
          <p:cNvPr id="13" name="">
            <a:extLst>
              <a:ext uri="{FF2B5EF4-FFF2-40B4-BE49-F238E27FC236}">
                <ns2:creationId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>
              <a:ext uri="{FF2B5EF4-FFF2-40B4-BE49-F238E27FC236}">
                <ns2:creationId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227357109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E34096B-C4FB-41CC-8440-9C10237C82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">
            <a:extLst>
              <a:ext uri="{FF2B5EF4-FFF2-40B4-BE49-F238E27FC236}">
                <ns2:creationId id="{E4777D2B-14CD-4676-8C43-8D68D7B1C5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">
            <a:extLst>
              <a:ext uri="{FF2B5EF4-FFF2-40B4-BE49-F238E27FC236}">
                <ns2:creationId id="{58C41BDD-741B-42A9-806C-BF8C6A87D59C}"/>
              </a:ext>
            </a:extLst>
          </p:cNvPr>
          <p:cNvSpPr>
            <a:spLocks noGrp="1"/>
          </p:cNvSpPr>
          <p:nvPr/>
        </p:nvSpPr>
        <p:spPr>
          <a:xfrm>
            <a:off x="8382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6FB262F-443D-40A6-87C9-48A9A0A13321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">
            <a:extLst>
              <a:ext uri="{FF2B5EF4-FFF2-40B4-BE49-F238E27FC236}">
                <ns2:creationId id="{A4026AA2-8790-4A1F-853F-CC948088E2A5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53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">
            <a:extLst>
              <a:ext uri="{FF2B5EF4-FFF2-40B4-BE49-F238E27FC236}">
                <ns2:creationId id="{38851C87-5D0F-48EF-8490-184F7E422EA1}"/>
              </a:ext>
            </a:extLst>
          </p:cNvPr>
          <p:cNvSpPr>
            <a:spLocks noGrp="1"/>
          </p:cNvSpPr>
          <p:nvPr/>
        </p:nvSpPr>
        <p:spPr>
          <a:xfrm>
            <a:off x="26289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6C6031-1198-4B7B-9CDE-783626367429}"/>
              </a:ext>
            </a:extLst>
          </p:cNvPr>
          <p:cNvSpPr>
            <a:spLocks noGrp="1"/>
          </p:cNvSpPr>
          <p:nvPr/>
        </p:nvSpPr>
        <p:spPr>
          <a:xfrm>
            <a:off x="29908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60CE3649-C83F-45D1-94A0-46A72AC5FF4A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">
            <a:extLst>
              <a:ext uri="{FF2B5EF4-FFF2-40B4-BE49-F238E27FC236}">
                <ns2:creationId id="{CD8F08E9-5B6D-40E0-9525-E62A1BF83C2E}"/>
              </a:ext>
            </a:extLst>
          </p:cNvPr>
          <p:cNvSpPr>
            <a:spLocks noGrp="1"/>
          </p:cNvSpPr>
          <p:nvPr/>
        </p:nvSpPr>
        <p:spPr>
          <a:xfrm>
            <a:off x="31623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">
            <a:extLst>
              <a:ext uri="{FF2B5EF4-FFF2-40B4-BE49-F238E27FC236}">
                <ns2:creationId id="{93239328-2012-49D2-9044-295D69487222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13966DD7-0E34-4DFA-B8B6-EEEEBB6992E3}"/>
              </a:ext>
            </a:extLst>
          </p:cNvPr>
          <p:cNvSpPr>
            <a:spLocks noGrp="1"/>
          </p:cNvSpPr>
          <p:nvPr/>
        </p:nvSpPr>
        <p:spPr>
          <a:xfrm>
            <a:off x="51435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7252DFC-36F7-4302-AE99-9970B264FE84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">
            <a:extLst>
              <a:ext uri="{FF2B5EF4-FFF2-40B4-BE49-F238E27FC236}">
                <ns2:creationId id="{B5C3FBC1-7C95-4E59-85C2-6E247ABF4DE6}"/>
              </a:ext>
            </a:extLst>
          </p:cNvPr>
          <p:cNvSpPr>
            <a:spLocks noGrp="1"/>
          </p:cNvSpPr>
          <p:nvPr/>
        </p:nvSpPr>
        <p:spPr>
          <a:xfrm>
            <a:off x="53149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">
            <a:extLst>
              <a:ext uri="{FF2B5EF4-FFF2-40B4-BE49-F238E27FC236}">
                <ns2:creationId id="{CF73BACC-859D-4FB6-818A-3A325A2A157D}"/>
              </a:ext>
            </a:extLst>
          </p:cNvPr>
          <p:cNvSpPr>
            <a:spLocks noGrp="1"/>
          </p:cNvSpPr>
          <p:nvPr/>
        </p:nvSpPr>
        <p:spPr>
          <a:xfrm>
            <a:off x="69342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0FA93CF9-613C-473E-BA2C-B0F460407A22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DFD407DD-2C9F-4767-A4FF-9B4046A3E89F}"/>
              </a:ext>
            </a:extLst>
          </p:cNvPr>
          <p:cNvSpPr>
            <a:spLocks noGrp="1"/>
          </p:cNvSpPr>
          <p:nvPr/>
        </p:nvSpPr>
        <p:spPr>
          <a:xfrm>
            <a:off x="74676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">
            <a:extLst>
              <a:ext uri="{FF2B5EF4-FFF2-40B4-BE49-F238E27FC236}">
                <ns2:creationId id="{5CBD848E-B382-406B-9252-734814738852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">
            <a:extLst>
              <a:ext uri="{FF2B5EF4-FFF2-40B4-BE49-F238E27FC236}">
                <ns2:creationId id="{6CFCD01C-A9DD-44CE-A612-DDEC53D9AC3E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2F021A65-B4F1-4FBC-B4CD-D83A316E9BC9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" name="">
            <a:extLst>
              <a:ext uri="{FF2B5EF4-FFF2-40B4-BE49-F238E27FC236}">
                <ns2:creationId id="{66AA1FC8-4292-416C-81CE-059253B176D9}"/>
              </a:ext>
            </a:extLst>
          </p:cNvPr>
          <p:cNvSpPr>
            <a:spLocks noGrp="1"/>
          </p:cNvSpPr>
          <p:nvPr/>
        </p:nvSpPr>
        <p:spPr>
          <a:xfrm>
            <a:off x="96202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">
            <a:extLst>
              <a:ext uri="{FF2B5EF4-FFF2-40B4-BE49-F238E27FC236}">
                <ns2:creationId id="{E40FB012-61DA-4B84-8B04-6281DC2767CE}"/>
              </a:ext>
            </a:extLst>
          </p:cNvPr>
          <p:cNvSpPr>
            <a:spLocks noGrp="1"/>
          </p:cNvSpPr>
          <p:nvPr/>
        </p:nvSpPr>
        <p:spPr>
          <a:xfrm>
            <a:off x="96202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2" name="">
            <a:extLst>
              <a:ext uri="{FF2B5EF4-FFF2-40B4-BE49-F238E27FC236}">
                <ns2:creationId id="{D08DF8A1-8F19-41FB-BA68-0E0DF0DD2228}"/>
              </a:ext>
            </a:extLst>
          </p:cNvPr>
          <p:cNvSpPr>
            <a:spLocks noGrp="1"/>
          </p:cNvSpPr>
          <p:nvPr/>
        </p:nvSpPr>
        <p:spPr>
          <a:xfrm>
            <a:off x="3048000" y="4362450"/>
            <a:ext cx="6096000" cy="1181100"/>
          </a:xfrm>
          <a:prstGeom prst="roundRect">
            <a:avLst>
              <a:gd name="adj" fmla="val 8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3" name="">
            <a:extLst>
              <a:ext uri="{FF2B5EF4-FFF2-40B4-BE49-F238E27FC236}">
                <ns2:creationId id="{E2744DB9-10AC-49AF-9FFA-407C0FC2B155}"/>
              </a:ext>
            </a:extLst>
          </p:cNvPr>
          <p:cNvSpPr>
            <a:spLocks noGrp="1"/>
          </p:cNvSpPr>
          <p:nvPr/>
        </p:nvSpPr>
        <p:spPr>
          <a:xfrm>
            <a:off x="3219450" y="4524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C836E7DC-8A77-4B24-94CB-A115DBCA26BE}"/>
              </a:ext>
            </a:extLst>
          </p:cNvPr>
          <p:cNvSpPr>
            <a:spLocks noGrp="1"/>
          </p:cNvSpPr>
          <p:nvPr/>
        </p:nvSpPr>
        <p:spPr>
          <a:xfrm>
            <a:off x="3390900" y="4524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B84D46FC-FEB1-45CD-928C-A84D1A316B00}"/>
              </a:ext>
            </a:extLst>
          </p:cNvPr>
          <p:cNvSpPr>
            <a:spLocks noGrp="1"/>
          </p:cNvSpPr>
          <p:nvPr/>
        </p:nvSpPr>
        <p:spPr>
          <a:xfrm>
            <a:off x="3562350" y="4524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F587ACA-67E0-4354-BFE7-16A8A145DDC9}"/>
              </a:ext>
            </a:extLst>
          </p:cNvPr>
          <p:cNvSpPr>
            <a:spLocks noGrp="1"/>
          </p:cNvSpPr>
          <p:nvPr/>
        </p:nvSpPr>
        <p:spPr>
          <a:xfrm>
            <a:off x="3257550" y="4781550"/>
            <a:ext cx="5676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096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testdb;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27" name="">
            <a:extLst>
              <a:ext uri="{FF2B5EF4-FFF2-40B4-BE49-F238E27FC236}">
                <ns2:creationId id="{2AB0F0C1-746C-4353-AE94-7FE7C17F1B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9E024B11-6E93-4210-96B9-0863EAB823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>
              <a:ext uri="{FF2B5EF4-FFF2-40B4-BE49-F238E27FC236}">
                <ns2:creationId id="{0B2BFD82-8392-4524-AAD2-A8BE7DB1683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228292011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F0CFFB7-8352-4D09-9AFA-6A3D05FB446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">
            <a:extLst>
              <a:ext uri="{FF2B5EF4-FFF2-40B4-BE49-F238E27FC236}">
                <ns2:creationId id="{02DF85A9-103C-4E60-8C7C-F397A683C33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">
            <a:extLst>
              <a:ext uri="{FF2B5EF4-FFF2-40B4-BE49-F238E27FC236}">
                <ns2:creationId id="{6925C180-401A-4B8F-A4C6-6187793A9EE2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BC9BEDA-F6AC-4E5D-8C29-9F9101477257}"/>
              </a:ext>
            </a:extLst>
          </p:cNvPr>
          <p:cNvSpPr>
            <a:spLocks noGrp="1"/>
          </p:cNvSpPr>
          <p:nvPr/>
        </p:nvSpPr>
        <p:spPr>
          <a:xfrm>
            <a:off x="11811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">
            <a:extLst>
              <a:ext uri="{FF2B5EF4-FFF2-40B4-BE49-F238E27FC236}">
                <ns2:creationId id="{BE33EFFE-8C56-4359-B383-F24E7296B063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">
            <a:extLst>
              <a:ext uri="{FF2B5EF4-FFF2-40B4-BE49-F238E27FC236}">
                <ns2:creationId id="{E39BFC8A-C3A0-4219-BAA1-54290255E1D7}"/>
              </a:ext>
            </a:extLst>
          </p:cNvPr>
          <p:cNvSpPr>
            <a:spLocks noGrp="1"/>
          </p:cNvSpPr>
          <p:nvPr/>
        </p:nvSpPr>
        <p:spPr>
          <a:xfrm>
            <a:off x="40957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9A6D434-FCFD-4D0D-A798-C43D28DEBF3D}"/>
              </a:ext>
            </a:extLst>
          </p:cNvPr>
          <p:cNvSpPr>
            <a:spLocks noGrp="1"/>
          </p:cNvSpPr>
          <p:nvPr/>
        </p:nvSpPr>
        <p:spPr>
          <a:xfrm>
            <a:off x="50673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6BE75B83-FB2D-4038-B124-AD3D06866662}"/>
              </a:ext>
            </a:extLst>
          </p:cNvPr>
          <p:cNvSpPr>
            <a:spLocks noGrp="1"/>
          </p:cNvSpPr>
          <p:nvPr/>
        </p:nvSpPr>
        <p:spPr>
          <a:xfrm>
            <a:off x="53340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">
            <a:extLst>
              <a:ext uri="{FF2B5EF4-FFF2-40B4-BE49-F238E27FC236}">
                <ns2:creationId id="{AE639866-ED0C-456B-9786-F67C823D1A11}"/>
              </a:ext>
            </a:extLst>
          </p:cNvPr>
          <p:cNvSpPr>
            <a:spLocks noGrp="1"/>
          </p:cNvSpPr>
          <p:nvPr/>
        </p:nvSpPr>
        <p:spPr>
          <a:xfrm>
            <a:off x="5334000" y="2895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">
            <a:extLst>
              <a:ext uri="{FF2B5EF4-FFF2-40B4-BE49-F238E27FC236}">
                <ns2:creationId id="{E9079F0E-56AF-4859-9184-1CEAEEFC3FB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93F2FF7-7763-42F2-9FEC-3545287BBF4C}"/>
              </a:ext>
            </a:extLst>
          </p:cNvPr>
          <p:cNvSpPr>
            <a:spLocks noGrp="1"/>
          </p:cNvSpPr>
          <p:nvPr/>
        </p:nvSpPr>
        <p:spPr>
          <a:xfrm>
            <a:off x="9220200" y="1809750"/>
            <a:ext cx="2095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43969AB-CE7F-4C6D-932C-DACC0DA57C8A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">
            <a:extLst>
              <a:ext uri="{FF2B5EF4-FFF2-40B4-BE49-F238E27FC236}">
                <ns2:creationId id="{27FE1746-EBD8-484E-9042-6CB14AEA441F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4" name="">
            <a:extLst>
              <a:ext uri="{FF2B5EF4-FFF2-40B4-BE49-F238E27FC236}">
                <ns2:creationId id="{D932D5C7-6B00-4D7B-9236-01CAD5160FF6}"/>
              </a:ext>
            </a:extLst>
          </p:cNvPr>
          <p:cNvSpPr>
            <a:spLocks noGrp="1"/>
          </p:cNvSpPr>
          <p:nvPr/>
        </p:nvSpPr>
        <p:spPr>
          <a:xfrm>
            <a:off x="1714500" y="4762500"/>
            <a:ext cx="87630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5" name="">
            <a:extLst>
              <a:ext uri="{FF2B5EF4-FFF2-40B4-BE49-F238E27FC236}">
                <ns2:creationId id="{267E2742-48DA-46D9-ABB1-9DC3E1309430}"/>
              </a:ext>
            </a:extLst>
          </p:cNvPr>
          <p:cNvSpPr>
            <a:spLocks noGrp="1"/>
          </p:cNvSpPr>
          <p:nvPr/>
        </p:nvSpPr>
        <p:spPr>
          <a:xfrm>
            <a:off x="18859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E5ED9988-D1C3-418C-B913-387174541BE5}"/>
              </a:ext>
            </a:extLst>
          </p:cNvPr>
          <p:cNvSpPr>
            <a:spLocks noGrp="1"/>
          </p:cNvSpPr>
          <p:nvPr/>
        </p:nvSpPr>
        <p:spPr>
          <a:xfrm>
            <a:off x="20574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ABA9B00C-6F12-423F-B08E-C803831C8BDE}"/>
              </a:ext>
            </a:extLst>
          </p:cNvPr>
          <p:cNvSpPr>
            <a:spLocks noGrp="1"/>
          </p:cNvSpPr>
          <p:nvPr/>
        </p:nvSpPr>
        <p:spPr>
          <a:xfrm>
            <a:off x="22288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31EA4F3E-C91D-40AA-AC31-1326E9C693D4}"/>
              </a:ext>
            </a:extLst>
          </p:cNvPr>
          <p:cNvSpPr>
            <a:spLocks noGrp="1"/>
          </p:cNvSpPr>
          <p:nvPr/>
        </p:nvSpPr>
        <p:spPr>
          <a:xfrm>
            <a:off x="1924050" y="5181600"/>
            <a:ext cx="8343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144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">
            <a:extLst>
              <a:ext uri="{FF2B5EF4-FFF2-40B4-BE49-F238E27FC236}">
                <ns2:creationId id="{8853B47A-D6F7-4905-9B1E-87D7155C519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2D644B8D-58E4-40AA-AD13-356BFE7D16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">
            <a:extLst>
              <a:ext uri="{FF2B5EF4-FFF2-40B4-BE49-F238E27FC236}">
                <ns2:creationId id="{53FDF1B3-A819-4870-8ACE-953F1F1891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1711495115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A106E4F-DF8D-4573-A3EB-2A1731808ED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">
            <a:extLst>
              <a:ext uri="{FF2B5EF4-FFF2-40B4-BE49-F238E27FC236}">
                <ns2:creationId id="{A642FC30-9ADE-4AAA-A3DE-66CF25987A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">
            <a:extLst>
              <a:ext uri="{FF2B5EF4-FFF2-40B4-BE49-F238E27FC236}">
                <ns2:creationId id="{573F75CC-6642-4615-8E7A-23E3715C3C23}"/>
              </a:ext>
            </a:extLst>
          </p:cNvPr>
          <p:cNvSpPr>
            <a:spLocks noGrp="1"/>
          </p:cNvSpPr>
          <p:nvPr/>
        </p:nvSpPr>
        <p:spPr>
          <a:xfrm>
            <a:off x="819150" y="1485900"/>
            <a:ext cx="6191250" cy="3276600"/>
          </a:xfrm>
          <a:prstGeom prst="roundRect">
            <a:avLst>
              <a:gd name="adj" fmla="val 290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D91823E-8A28-4229-8C0B-16FFA153F036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B06F2E8-8900-4222-B48F-94E903958F66}"/>
              </a:ext>
            </a:extLst>
          </p:cNvPr>
          <p:cNvSpPr>
            <a:spLocks noGrp="1"/>
          </p:cNvSpPr>
          <p:nvPr/>
        </p:nvSpPr>
        <p:spPr>
          <a:xfrm>
            <a:off x="1162050" y="1647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DFA2A87-CCCA-42FA-B2E3-0BE3EF90919D}"/>
              </a:ext>
            </a:extLst>
          </p:cNvPr>
          <p:cNvSpPr>
            <a:spLocks noGrp="1"/>
          </p:cNvSpPr>
          <p:nvPr/>
        </p:nvSpPr>
        <p:spPr>
          <a:xfrm>
            <a:off x="1333500" y="1647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66B40C1-1587-404D-9E4D-9EE5A28D7EE3}"/>
              </a:ext>
            </a:extLst>
          </p:cNvPr>
          <p:cNvSpPr>
            <a:spLocks noGrp="1"/>
          </p:cNvSpPr>
          <p:nvPr/>
        </p:nvSpPr>
        <p:spPr>
          <a:xfrm>
            <a:off x="1028700" y="1905000"/>
            <a:ext cx="57721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mysql-data:/var/lib/mysql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>
              <a:ext uri="{FF2B5EF4-FFF2-40B4-BE49-F238E27FC236}">
                <ns2:creationId id="{F1DAB92B-4CEB-45E5-920D-F1060998B89D}"/>
              </a:ext>
            </a:extLst>
          </p:cNvPr>
          <p:cNvSpPr>
            <a:spLocks noGrp="1"/>
          </p:cNvSpPr>
          <p:nvPr/>
        </p:nvSpPr>
        <p:spPr>
          <a:xfrm>
            <a:off x="7677150" y="1790700"/>
            <a:ext cx="3143250" cy="1333500"/>
          </a:xfrm>
          <a:prstGeom prst="roundRect">
            <a:avLst>
              <a:gd name="adj" fmla="val 857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03E53D5A-EC1B-40E7-B7D2-2D4834235289}"/>
              </a:ext>
            </a:extLst>
          </p:cNvPr>
          <p:cNvSpPr>
            <a:spLocks noGrp="1"/>
          </p:cNvSpPr>
          <p:nvPr/>
        </p:nvSpPr>
        <p:spPr>
          <a:xfrm>
            <a:off x="7905750" y="19812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">
            <a:extLst>
              <a:ext uri="{FF2B5EF4-FFF2-40B4-BE49-F238E27FC236}">
                <ns2:creationId id="{77620312-44B5-4177-923F-F7CEEF159F8E}"/>
              </a:ext>
            </a:extLst>
          </p:cNvPr>
          <p:cNvSpPr>
            <a:spLocks noGrp="1"/>
          </p:cNvSpPr>
          <p:nvPr/>
        </p:nvSpPr>
        <p:spPr>
          <a:xfrm>
            <a:off x="7905750" y="24765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6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">
            <a:extLst>
              <a:ext uri="{FF2B5EF4-FFF2-40B4-BE49-F238E27FC236}">
                <ns2:creationId id="{D0980C9C-5B21-480A-8929-FFF09EBA40B7}"/>
              </a:ext>
            </a:extLst>
          </p:cNvPr>
          <p:cNvSpPr>
            <a:spLocks noGrp="1"/>
          </p:cNvSpPr>
          <p:nvPr/>
        </p:nvSpPr>
        <p:spPr>
          <a:xfrm>
            <a:off x="7677150" y="3543300"/>
            <a:ext cx="3143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1E62DE2-338E-4051-9BC6-297B66AB9C1E}"/>
              </a:ext>
            </a:extLst>
          </p:cNvPr>
          <p:cNvSpPr>
            <a:spLocks noGrp="1"/>
          </p:cNvSpPr>
          <p:nvPr/>
        </p:nvSpPr>
        <p:spPr>
          <a:xfrm>
            <a:off x="7905750" y="3733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">
            <a:extLst>
              <a:ext uri="{FF2B5EF4-FFF2-40B4-BE49-F238E27FC236}">
                <ns2:creationId id="{9F8DA2EF-DDA8-410B-87A1-64B057300597}"/>
              </a:ext>
            </a:extLst>
          </p:cNvPr>
          <p:cNvSpPr>
            <a:spLocks noGrp="1"/>
          </p:cNvSpPr>
          <p:nvPr/>
        </p:nvSpPr>
        <p:spPr>
          <a:xfrm>
            <a:off x="7905750" y="4152900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66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">
            <a:extLst>
              <a:ext uri="{FF2B5EF4-FFF2-40B4-BE49-F238E27FC236}">
                <ns2:creationId id="{995ED1D3-6E25-45CB-A8DC-C34F81377F61}"/>
              </a:ext>
            </a:extLst>
          </p:cNvPr>
          <p:cNvSpPr>
            <a:spLocks noGrp="1"/>
          </p:cNvSpPr>
          <p:nvPr/>
        </p:nvSpPr>
        <p:spPr>
          <a:xfrm>
            <a:off x="1752600" y="5429250"/>
            <a:ext cx="868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">
            <a:extLst>
              <a:ext uri="{FF2B5EF4-FFF2-40B4-BE49-F238E27FC236}">
                <ns2:creationId id="{6C7B5049-9EFB-43B3-884B-55340C81B7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019F29F0-B460-4855-96EB-1609915667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>
              <a:ext uri="{FF2B5EF4-FFF2-40B4-BE49-F238E27FC236}">
                <ns2:creationId id="{964D4847-81BF-435C-8362-75111BC1C0B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1653805073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0079566-3754-461D-A30E-2C7C90F09A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>
              <a:ext uri="{FF2B5EF4-FFF2-40B4-BE49-F238E27FC236}">
                <ns2:creationId id="{F74BAC72-8877-45C3-AB81-D69192B3D60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">
            <a:extLst>
              <a:ext uri="{FF2B5EF4-FFF2-40B4-BE49-F238E27FC236}">
                <ns2:creationId id="{77AFB05B-F83D-40F0-86DC-42EDC7D3D110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10591800" cy="405765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1113890-0C09-4378-8783-A255FC360CEF}"/>
              </a:ext>
            </a:extLst>
          </p:cNvPr>
          <p:cNvSpPr>
            <a:spLocks noGrp="1"/>
          </p:cNvSpPr>
          <p:nvPr/>
        </p:nvSpPr>
        <p:spPr>
          <a:xfrm>
            <a:off x="12001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10223C18-E590-415B-8943-BA70F2B0C572}"/>
              </a:ext>
            </a:extLst>
          </p:cNvPr>
          <p:cNvSpPr>
            <a:spLocks noGrp="1"/>
          </p:cNvSpPr>
          <p:nvPr/>
        </p:nvSpPr>
        <p:spPr>
          <a:xfrm>
            <a:off x="12001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9745E241-BA11-4A81-B144-48E35B90DE3D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">
            <a:extLst>
              <a:ext uri="{FF2B5EF4-FFF2-40B4-BE49-F238E27FC236}">
                <ns2:creationId id="{86DFBD62-6123-45B1-BACB-58513A6E3243}"/>
              </a:ext>
            </a:extLst>
          </p:cNvPr>
          <p:cNvSpPr>
            <a:spLocks noGrp="1"/>
          </p:cNvSpPr>
          <p:nvPr/>
        </p:nvSpPr>
        <p:spPr>
          <a:xfrm>
            <a:off x="17526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">
            <a:extLst>
              <a:ext uri="{FF2B5EF4-FFF2-40B4-BE49-F238E27FC236}">
                <ns2:creationId id="{487FAD17-AEB2-43FC-BBEF-CFF08404D37D}"/>
              </a:ext>
            </a:extLst>
          </p:cNvPr>
          <p:cNvSpPr>
            <a:spLocks noGrp="1"/>
          </p:cNvSpPr>
          <p:nvPr/>
        </p:nvSpPr>
        <p:spPr>
          <a:xfrm>
            <a:off x="63436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4CE951F0-C9CB-48CD-8567-4F0F242449A4}"/>
              </a:ext>
            </a:extLst>
          </p:cNvPr>
          <p:cNvSpPr>
            <a:spLocks noGrp="1"/>
          </p:cNvSpPr>
          <p:nvPr/>
        </p:nvSpPr>
        <p:spPr>
          <a:xfrm>
            <a:off x="63436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52A24156-0AAB-4C18-AA8C-CDF7530BF844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">
            <a:extLst>
              <a:ext uri="{FF2B5EF4-FFF2-40B4-BE49-F238E27FC236}">
                <ns2:creationId id="{E3DEE5AD-7735-40BF-8EE1-C7187A0526B4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">
            <a:extLst>
              <a:ext uri="{FF2B5EF4-FFF2-40B4-BE49-F238E27FC236}">
                <ns2:creationId id="{181EC0B5-6A6D-45FE-AEDD-F1D7E400C3BA}"/>
              </a:ext>
            </a:extLst>
          </p:cNvPr>
          <p:cNvSpPr>
            <a:spLocks noGrp="1"/>
          </p:cNvSpPr>
          <p:nvPr/>
        </p:nvSpPr>
        <p:spPr>
          <a:xfrm>
            <a:off x="12001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E6BCA00F-F4C7-4494-B48F-C9F484E4FA7A}"/>
              </a:ext>
            </a:extLst>
          </p:cNvPr>
          <p:cNvSpPr>
            <a:spLocks noGrp="1"/>
          </p:cNvSpPr>
          <p:nvPr/>
        </p:nvSpPr>
        <p:spPr>
          <a:xfrm>
            <a:off x="12001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">
            <a:extLst>
              <a:ext uri="{FF2B5EF4-FFF2-40B4-BE49-F238E27FC236}">
                <ns2:creationId id="{59EBD65C-61BC-492B-8982-526E52B6E5EE}"/>
              </a:ext>
            </a:extLst>
          </p:cNvPr>
          <p:cNvSpPr>
            <a:spLocks noGrp="1"/>
          </p:cNvSpPr>
          <p:nvPr/>
        </p:nvSpPr>
        <p:spPr>
          <a:xfrm>
            <a:off x="17526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">
            <a:extLst>
              <a:ext uri="{FF2B5EF4-FFF2-40B4-BE49-F238E27FC236}">
                <ns2:creationId id="{17AB12F7-8E79-4FDE-88CE-0ABADD3C521E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">
            <a:extLst>
              <a:ext uri="{FF2B5EF4-FFF2-40B4-BE49-F238E27FC236}">
                <ns2:creationId id="{9F43F5AA-990D-4EB1-95A1-4F815FEF3D49}"/>
              </a:ext>
            </a:extLst>
          </p:cNvPr>
          <p:cNvSpPr>
            <a:spLocks noGrp="1"/>
          </p:cNvSpPr>
          <p:nvPr/>
        </p:nvSpPr>
        <p:spPr>
          <a:xfrm>
            <a:off x="63436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B9D2C90B-7A81-4C09-B06D-1374C6FEA039}"/>
              </a:ext>
            </a:extLst>
          </p:cNvPr>
          <p:cNvSpPr>
            <a:spLocks noGrp="1"/>
          </p:cNvSpPr>
          <p:nvPr/>
        </p:nvSpPr>
        <p:spPr>
          <a:xfrm>
            <a:off x="63436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>
              <a:ext uri="{FF2B5EF4-FFF2-40B4-BE49-F238E27FC236}">
                <ns2:creationId id="{47CA0FD5-D64D-41FB-8505-E4306D8E5D3D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">
            <a:extLst>
              <a:ext uri="{FF2B5EF4-FFF2-40B4-BE49-F238E27FC236}">
                <ns2:creationId id="{EFC260E8-ECF9-43C5-BA6F-470ADE3722AD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">
            <a:extLst>
              <a:ext uri="{FF2B5EF4-FFF2-40B4-BE49-F238E27FC236}">
                <ns2:creationId id="{FEFEF19A-8CFA-4457-99E2-1D4049BB8C56}"/>
              </a:ext>
            </a:extLst>
          </p:cNvPr>
          <p:cNvSpPr>
            <a:spLocks noGrp="1"/>
          </p:cNvSpPr>
          <p:nvPr/>
        </p:nvSpPr>
        <p:spPr>
          <a:xfrm>
            <a:off x="12001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AB7F6DB0-2228-4A53-9415-760F8F898083}"/>
              </a:ext>
            </a:extLst>
          </p:cNvPr>
          <p:cNvSpPr>
            <a:spLocks noGrp="1"/>
          </p:cNvSpPr>
          <p:nvPr/>
        </p:nvSpPr>
        <p:spPr>
          <a:xfrm>
            <a:off x="12001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">
            <a:extLst>
              <a:ext uri="{FF2B5EF4-FFF2-40B4-BE49-F238E27FC236}">
                <ns2:creationId id="{DD4A1B8A-F4E6-4ABB-B915-BE668B53ABBB}"/>
              </a:ext>
            </a:extLst>
          </p:cNvPr>
          <p:cNvSpPr>
            <a:spLocks noGrp="1"/>
          </p:cNvSpPr>
          <p:nvPr/>
        </p:nvSpPr>
        <p:spPr>
          <a:xfrm>
            <a:off x="17526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">
            <a:extLst>
              <a:ext uri="{FF2B5EF4-FFF2-40B4-BE49-F238E27FC236}">
                <ns2:creationId id="{AA1A6E7C-A5BB-44F4-98D7-C2736E2FFA62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">
            <a:extLst>
              <a:ext uri="{FF2B5EF4-FFF2-40B4-BE49-F238E27FC236}">
                <ns2:creationId id="{B4276F9E-DC46-4314-B07E-63A43914F265}"/>
              </a:ext>
            </a:extLst>
          </p:cNvPr>
          <p:cNvSpPr>
            <a:spLocks noGrp="1"/>
          </p:cNvSpPr>
          <p:nvPr/>
        </p:nvSpPr>
        <p:spPr>
          <a:xfrm>
            <a:off x="63436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343F465F-B143-48F7-A5AE-3543027CA155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">
            <a:extLst>
              <a:ext uri="{FF2B5EF4-FFF2-40B4-BE49-F238E27FC236}">
                <ns2:creationId id="{9EA5D21F-A062-445E-A73B-89D86D9DDC36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">
            <a:extLst>
              <a:ext uri="{FF2B5EF4-FFF2-40B4-BE49-F238E27FC236}">
                <ns2:creationId id="{FAE7C31C-A414-4044-91C7-34B7904CD36D}"/>
              </a:ext>
            </a:extLst>
          </p:cNvPr>
          <p:cNvSpPr>
            <a:spLocks noGrp="1"/>
          </p:cNvSpPr>
          <p:nvPr/>
        </p:nvSpPr>
        <p:spPr>
          <a:xfrm>
            <a:off x="68961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">
            <a:extLst>
              <a:ext uri="{FF2B5EF4-FFF2-40B4-BE49-F238E27FC236}">
                <ns2:creationId id="{9EC4C87F-5D74-4DA1-9AF9-FEC3493F7054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06CA2F54-4B42-488C-A937-3AA66520FCEC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">
            <a:extLst>
              <a:ext uri="{FF2B5EF4-FFF2-40B4-BE49-F238E27FC236}">
                <ns2:creationId id="{311EF067-AADC-44FF-9FE6-0C8D47CD41CE}"/>
              </a:ext>
            </a:extLst>
          </p:cNvPr>
          <p:cNvSpPr>
            <a:spLocks noGrp="1"/>
          </p:cNvSpPr>
          <p:nvPr/>
        </p:nvSpPr>
        <p:spPr>
          <a:xfrm>
            <a:off x="17526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">
            <a:extLst>
              <a:ext uri="{FF2B5EF4-FFF2-40B4-BE49-F238E27FC236}">
                <ns2:creationId id="{46806693-6079-4F3D-A670-FAECD19A4CD7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">
            <a:extLst>
              <a:ext uri="{FF2B5EF4-FFF2-40B4-BE49-F238E27FC236}">
                <ns2:creationId id="{28207302-B9FA-4AD5-A593-B491C7089E05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BFAFCDA7-D9B8-4899-ABD3-9E86502231E5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">
            <a:extLst>
              <a:ext uri="{FF2B5EF4-FFF2-40B4-BE49-F238E27FC236}">
                <ns2:creationId id="{75AF1ADB-A31B-4C1A-8A78-FBD0CC2CDF87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">
            <a:extLst>
              <a:ext uri="{FF2B5EF4-FFF2-40B4-BE49-F238E27FC236}">
                <ns2:creationId id="{B485E20F-4844-4946-A8B7-10DB3531F3C3}"/>
              </a:ext>
            </a:extLst>
          </p:cNvPr>
          <p:cNvSpPr>
            <a:spLocks noGrp="1"/>
          </p:cNvSpPr>
          <p:nvPr/>
        </p:nvSpPr>
        <p:spPr>
          <a:xfrm>
            <a:off x="68961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">
            <a:extLst>
              <a:ext uri="{FF2B5EF4-FFF2-40B4-BE49-F238E27FC236}">
                <ns2:creationId id="{C7F46A8C-D085-4C5E-AF15-793675083973}"/>
              </a:ext>
            </a:extLst>
          </p:cNvPr>
          <p:cNvSpPr>
            <a:spLocks noGrp="1"/>
          </p:cNvSpPr>
          <p:nvPr/>
        </p:nvSpPr>
        <p:spPr>
          <a:xfrm>
            <a:off x="2057400" y="5753100"/>
            <a:ext cx="8077200" cy="419100"/>
          </a:xfrm>
          <a:prstGeom prst="roundRect">
            <a:avLst>
              <a:gd name="adj" fmla="val 2272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">
            <a:extLst>
              <a:ext uri="{FF2B5EF4-FFF2-40B4-BE49-F238E27FC236}">
                <ns2:creationId id="{B233CF91-F215-403B-80C7-52745BAE0230}"/>
              </a:ext>
            </a:extLst>
          </p:cNvPr>
          <p:cNvSpPr>
            <a:spLocks noGrp="1"/>
          </p:cNvSpPr>
          <p:nvPr/>
        </p:nvSpPr>
        <p:spPr>
          <a:xfrm>
            <a:off x="2343150" y="5867400"/>
            <a:ext cx="7505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754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">
            <a:extLst>
              <a:ext uri="{FF2B5EF4-FFF2-40B4-BE49-F238E27FC236}">
                <ns2:creationId id="{A2A27C30-DB91-4A84-9644-B57B2AC900A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9" name="">
            <a:extLst>
              <a:ext uri="{FF2B5EF4-FFF2-40B4-BE49-F238E27FC236}">
                <ns2:creationId id="{5618A661-E4B1-4FB7-9548-3F2A9CB3391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">
            <a:extLst>
              <a:ext uri="{FF2B5EF4-FFF2-40B4-BE49-F238E27FC236}">
                <ns2:creationId id="{52E90E26-693F-4D4F-BE4F-7167B5C3184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681619544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1E88B00-B7A0-4A36-AE32-760966DD06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">
            <a:extLst>
              <a:ext uri="{FF2B5EF4-FFF2-40B4-BE49-F238E27FC236}">
                <ns2:creationId id="{F4309440-396D-44C3-B705-F07F396BA28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">
            <a:extLst>
              <a:ext uri="{FF2B5EF4-FFF2-40B4-BE49-F238E27FC236}">
                <ns2:creationId id="{5B52611F-450B-42B0-B934-F328615E3F70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105918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E4283DA-8066-4A7D-BA8B-E3994B3B431A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68ABD3D-88A4-4B93-839D-8305E8B012DD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DF144EEF-829D-4A3A-A5B2-6C9391B3B434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F812284D-0459-44BC-8D1C-F38B50C852DA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1017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">
            <a:extLst>
              <a:ext uri="{FF2B5EF4-FFF2-40B4-BE49-F238E27FC236}">
                <ns2:creationId id="{1189D8FA-D4EA-490B-86B9-5E9FF8018E4E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952500" cy="419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ECEE4F12-17BB-4879-9B8F-0F76EA8B89C7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990600"/>
          </a:xfrm>
          <a:prstGeom prst="roundRect">
            <a:avLst>
              <a:gd name="adj" fmla="val 11538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1050530F-DF26-4CDA-A633-9B9FB42A0944}"/>
              </a:ext>
            </a:extLst>
          </p:cNvPr>
          <p:cNvSpPr>
            <a:spLocks noGrp="1"/>
          </p:cNvSpPr>
          <p:nvPr/>
        </p:nvSpPr>
        <p:spPr>
          <a:xfrm>
            <a:off x="3086100" y="4400550"/>
            <a:ext cx="601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37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把所有容器設定寫進 docker-compose.yml，一個指令全部啟動。</a:t>
            </a:r>
          </a:p>
        </p:txBody>
      </p:sp>
      <p:sp>
        <p:nvSpPr>
          <p:cNvPr id="11" name="">
            <a:extLst>
              <a:ext uri="{FF2B5EF4-FFF2-40B4-BE49-F238E27FC236}">
                <ns2:creationId id="{9C8B03E0-4072-4310-B6ED-8601342FCA7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D67F5CA-F2DF-426C-B150-F8E8171FD8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BB2F3DC1-4933-49DF-AE6A-DFC700FDB5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809315650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9B1070DD-3F0F-42F9-9CE9-8F84F12638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">
            <a:extLst>
              <a:ext uri="{FF2B5EF4-FFF2-40B4-BE49-F238E27FC236}">
                <ns2:creationId id="{6AD02B34-A66B-4265-82CC-2AD8129F34E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">
            <a:extLst>
              <a:ext uri="{FF2B5EF4-FFF2-40B4-BE49-F238E27FC236}">
                <ns2:creationId id="{8847C7DA-5851-433E-8EEE-6121F44DFE86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4476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C16A646-5330-4F3A-9D60-D3CBAA6272A7}"/>
              </a:ext>
            </a:extLst>
          </p:cNvPr>
          <p:cNvSpPr>
            <a:spLocks noGrp="1"/>
          </p:cNvSpPr>
          <p:nvPr/>
        </p:nvSpPr>
        <p:spPr>
          <a:xfrm>
            <a:off x="12192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B33A80C-EF8F-421D-9802-8B838DA6C756}"/>
              </a:ext>
            </a:extLst>
          </p:cNvPr>
          <p:cNvSpPr>
            <a:spLocks noGrp="1"/>
          </p:cNvSpPr>
          <p:nvPr/>
        </p:nvSpPr>
        <p:spPr>
          <a:xfrm>
            <a:off x="13906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7932BBB0-DB68-4481-9FBC-92F4A9468E11}"/>
              </a:ext>
            </a:extLst>
          </p:cNvPr>
          <p:cNvSpPr>
            <a:spLocks noGrp="1"/>
          </p:cNvSpPr>
          <p:nvPr/>
        </p:nvSpPr>
        <p:spPr>
          <a:xfrm>
            <a:off x="15621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DEC9411-F19F-4CBE-8CB0-FF17CC7EB6E2}"/>
              </a:ext>
            </a:extLst>
          </p:cNvPr>
          <p:cNvSpPr>
            <a:spLocks noGrp="1"/>
          </p:cNvSpPr>
          <p:nvPr/>
        </p:nvSpPr>
        <p:spPr>
          <a:xfrm>
            <a:off x="1257300" y="2038350"/>
            <a:ext cx="4057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7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">
            <a:extLst>
              <a:ext uri="{FF2B5EF4-FFF2-40B4-BE49-F238E27FC236}">
                <ns2:creationId id="{ABECE0B4-EA66-41B7-AF79-731B66FCAFE0}"/>
              </a:ext>
            </a:extLst>
          </p:cNvPr>
          <p:cNvSpPr>
            <a:spLocks noGrp="1"/>
          </p:cNvSpPr>
          <p:nvPr/>
        </p:nvSpPr>
        <p:spPr>
          <a:xfrm>
            <a:off x="653415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93D61BF-C0BE-4000-97D7-82367E8877CF}"/>
              </a:ext>
            </a:extLst>
          </p:cNvPr>
          <p:cNvSpPr>
            <a:spLocks noGrp="1"/>
          </p:cNvSpPr>
          <p:nvPr/>
        </p:nvSpPr>
        <p:spPr>
          <a:xfrm>
            <a:off x="676275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">
            <a:extLst>
              <a:ext uri="{FF2B5EF4-FFF2-40B4-BE49-F238E27FC236}">
                <ns2:creationId id="{25399B4C-3E14-430C-BB7D-E418EA337A24}"/>
              </a:ext>
            </a:extLst>
          </p:cNvPr>
          <p:cNvSpPr>
            <a:spLocks noGrp="1"/>
          </p:cNvSpPr>
          <p:nvPr/>
        </p:nvSpPr>
        <p:spPr>
          <a:xfrm>
            <a:off x="676275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">
            <a:extLst>
              <a:ext uri="{FF2B5EF4-FFF2-40B4-BE49-F238E27FC236}">
                <ns2:creationId id="{9869D883-7DEE-4A23-BC4E-D61E669F65E5}"/>
              </a:ext>
            </a:extLst>
          </p:cNvPr>
          <p:cNvSpPr>
            <a:spLocks noGrp="1"/>
          </p:cNvSpPr>
          <p:nvPr/>
        </p:nvSpPr>
        <p:spPr>
          <a:xfrm>
            <a:off x="883920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D74DE7BE-F83B-4198-B921-5215E41A70CD}"/>
              </a:ext>
            </a:extLst>
          </p:cNvPr>
          <p:cNvSpPr>
            <a:spLocks noGrp="1"/>
          </p:cNvSpPr>
          <p:nvPr/>
        </p:nvSpPr>
        <p:spPr>
          <a:xfrm>
            <a:off x="906780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">
            <a:extLst>
              <a:ext uri="{FF2B5EF4-FFF2-40B4-BE49-F238E27FC236}">
                <ns2:creationId id="{155752E4-F56E-4056-A18A-70472AD9973F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">
            <a:extLst>
              <a:ext uri="{FF2B5EF4-FFF2-40B4-BE49-F238E27FC236}">
                <ns2:creationId id="{E7DA133F-769B-4D64-B946-ED3E0D6B7C18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E0739321-2EAE-48D6-A7F4-D4D95967930E}"/>
              </a:ext>
            </a:extLst>
          </p:cNvPr>
          <p:cNvSpPr>
            <a:spLocks noGrp="1"/>
          </p:cNvSpPr>
          <p:nvPr/>
        </p:nvSpPr>
        <p:spPr>
          <a:xfrm>
            <a:off x="676275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">
            <a:extLst>
              <a:ext uri="{FF2B5EF4-FFF2-40B4-BE49-F238E27FC236}">
                <ns2:creationId id="{21BEA532-362F-4E91-A153-3F24C7E9A2F2}"/>
              </a:ext>
            </a:extLst>
          </p:cNvPr>
          <p:cNvSpPr>
            <a:spLocks noGrp="1"/>
          </p:cNvSpPr>
          <p:nvPr/>
        </p:nvSpPr>
        <p:spPr>
          <a:xfrm>
            <a:off x="676275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26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">
            <a:extLst>
              <a:ext uri="{FF2B5EF4-FFF2-40B4-BE49-F238E27FC236}">
                <ns2:creationId id="{4A576E9E-95BF-4251-A3E7-1CABADF35AFF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30693600-26C2-4C2E-A926-AC3EFFCB292B}"/>
              </a:ext>
            </a:extLst>
          </p:cNvPr>
          <p:cNvSpPr>
            <a:spLocks noGrp="1"/>
          </p:cNvSpPr>
          <p:nvPr/>
        </p:nvSpPr>
        <p:spPr>
          <a:xfrm>
            <a:off x="906780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">
            <a:extLst>
              <a:ext uri="{FF2B5EF4-FFF2-40B4-BE49-F238E27FC236}">
                <ns2:creationId id="{FDD4E869-C941-49B2-9D04-0B8C52AFD7FB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">
            <a:extLst>
              <a:ext uri="{FF2B5EF4-FFF2-40B4-BE49-F238E27FC236}">
                <ns2:creationId id="{EDEA6C1A-A9FA-40AE-A923-6783B5E08E50}"/>
              </a:ext>
            </a:extLst>
          </p:cNvPr>
          <p:cNvSpPr>
            <a:spLocks noGrp="1"/>
          </p:cNvSpPr>
          <p:nvPr/>
        </p:nvSpPr>
        <p:spPr>
          <a:xfrm>
            <a:off x="2286000" y="5105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">
            <a:extLst>
              <a:ext uri="{FF2B5EF4-FFF2-40B4-BE49-F238E27FC236}">
                <ns2:creationId id="{86C40828-2F2D-4D1E-88F9-B135A3D352D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2CE0992B-05D8-436F-91B1-3D262624088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>
              <a:ext uri="{FF2B5EF4-FFF2-40B4-BE49-F238E27FC236}">
                <ns2:creationId id="{938DF2E9-BF8A-4F32-BD8A-85775029BCE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1368322341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C388A98-7B23-4AB4-BA63-DD3EDC5545F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">
            <a:extLst>
              <a:ext uri="{FF2B5EF4-FFF2-40B4-BE49-F238E27FC236}">
                <ns2:creationId id="{C9DAE367-B8BB-47CC-A6B6-6AD651E5267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">
            <a:extLst>
              <a:ext uri="{FF2B5EF4-FFF2-40B4-BE49-F238E27FC236}">
                <ns2:creationId id="{C3F5C191-62CB-43E1-8D71-1AF0145FFEB4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102870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EEF3E7D-0471-43B7-9BC3-918009420245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">
            <a:extLst>
              <a:ext uri="{FF2B5EF4-FFF2-40B4-BE49-F238E27FC236}">
                <ns2:creationId id="{D74B43C0-6667-4CB0-8053-BA0804CAE4F4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8EA42540-9639-4A89-A87D-185193B9D29B}"/>
              </a:ext>
            </a:extLst>
          </p:cNvPr>
          <p:cNvSpPr>
            <a:spLocks noGrp="1"/>
          </p:cNvSpPr>
          <p:nvPr/>
        </p:nvSpPr>
        <p:spPr>
          <a:xfrm>
            <a:off x="20383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">
            <a:extLst>
              <a:ext uri="{FF2B5EF4-FFF2-40B4-BE49-F238E27FC236}">
                <ns2:creationId id="{07AFC092-BF8A-4EF4-B659-8AAC90D18DDD}"/>
              </a:ext>
            </a:extLst>
          </p:cNvPr>
          <p:cNvSpPr>
            <a:spLocks noGrp="1"/>
          </p:cNvSpPr>
          <p:nvPr/>
        </p:nvSpPr>
        <p:spPr>
          <a:xfrm>
            <a:off x="20383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81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">
            <a:extLst>
              <a:ext uri="{FF2B5EF4-FFF2-40B4-BE49-F238E27FC236}">
                <ns2:creationId id="{147B396F-D8EB-4C6A-9353-BC29DAE8D3C5}"/>
              </a:ext>
            </a:extLst>
          </p:cNvPr>
          <p:cNvSpPr>
            <a:spLocks noGrp="1"/>
          </p:cNvSpPr>
          <p:nvPr/>
        </p:nvSpPr>
        <p:spPr>
          <a:xfrm>
            <a:off x="48196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FC13A50-07E2-4E7B-80E5-AC8105D5A691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">
            <a:extLst>
              <a:ext uri="{FF2B5EF4-FFF2-40B4-BE49-F238E27FC236}">
                <ns2:creationId id="{2A0867EA-CB03-44CF-A253-92F6D4FCE0BB}"/>
              </a:ext>
            </a:extLst>
          </p:cNvPr>
          <p:cNvSpPr>
            <a:spLocks noGrp="1"/>
          </p:cNvSpPr>
          <p:nvPr/>
        </p:nvSpPr>
        <p:spPr>
          <a:xfrm>
            <a:off x="50482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">
            <a:extLst>
              <a:ext uri="{FF2B5EF4-FFF2-40B4-BE49-F238E27FC236}">
                <ns2:creationId id="{8841535A-C462-4069-BE63-90812CEE8BB7}"/>
              </a:ext>
            </a:extLst>
          </p:cNvPr>
          <p:cNvSpPr>
            <a:spLocks noGrp="1"/>
          </p:cNvSpPr>
          <p:nvPr/>
        </p:nvSpPr>
        <p:spPr>
          <a:xfrm>
            <a:off x="800100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">
            <a:extLst>
              <a:ext uri="{FF2B5EF4-FFF2-40B4-BE49-F238E27FC236}">
                <ns2:creationId id="{9DAB4621-40B9-4532-9708-FE15E21E2135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2190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BECA69E-9D68-4564-9851-A6B5CD5B134D}"/>
              </a:ext>
            </a:extLst>
          </p:cNvPr>
          <p:cNvSpPr>
            <a:spLocks noGrp="1"/>
          </p:cNvSpPr>
          <p:nvPr/>
        </p:nvSpPr>
        <p:spPr>
          <a:xfrm>
            <a:off x="8420100" y="3048000"/>
            <a:ext cx="173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">
            <a:extLst>
              <a:ext uri="{FF2B5EF4-FFF2-40B4-BE49-F238E27FC236}">
                <ns2:creationId id="{0CB66095-14BA-4199-B0B7-4636102DDDA0}"/>
              </a:ext>
            </a:extLst>
          </p:cNvPr>
          <p:cNvSpPr>
            <a:spLocks noGrp="1"/>
          </p:cNvSpPr>
          <p:nvPr/>
        </p:nvSpPr>
        <p:spPr>
          <a:xfrm>
            <a:off x="8420100" y="346710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162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">
            <a:extLst>
              <a:ext uri="{FF2B5EF4-FFF2-40B4-BE49-F238E27FC236}">
                <ns2:creationId id="{4E768008-D004-4AF9-B3CD-17E3C0274888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">
            <a:extLst>
              <a:ext uri="{FF2B5EF4-FFF2-40B4-BE49-F238E27FC236}">
                <ns2:creationId id="{9C3E99D5-E3B3-45F2-AA9E-711270902D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091E6D7-629E-4386-870D-D100734C8FB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">
            <a:extLst>
              <a:ext uri="{FF2B5EF4-FFF2-40B4-BE49-F238E27FC236}">
                <ns2:creationId id="{FD3B16CA-155D-480D-AF79-256A1412F5F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527652682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80D54E2-8513-4E99-BC9B-9E38E27A83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">
            <a:extLst>
              <a:ext uri="{FF2B5EF4-FFF2-40B4-BE49-F238E27FC236}">
                <ns2:creationId id="{F209EA44-085C-470F-BAB1-D84F811D59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">
            <a:extLst>
              <a:ext uri="{FF2B5EF4-FFF2-40B4-BE49-F238E27FC236}">
                <ns2:creationId id="{ADDA5286-1B15-40E1-BD32-B92CD885B144}"/>
              </a:ext>
            </a:extLst>
          </p:cNvPr>
          <p:cNvSpPr>
            <a:spLocks noGrp="1"/>
          </p:cNvSpPr>
          <p:nvPr/>
        </p:nvSpPr>
        <p:spPr>
          <a:xfrm>
            <a:off x="1428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66A58904-72B2-4ABF-B09A-E5B23B4BE46C}"/>
              </a:ext>
            </a:extLst>
          </p:cNvPr>
          <p:cNvSpPr>
            <a:spLocks noGrp="1"/>
          </p:cNvSpPr>
          <p:nvPr/>
        </p:nvSpPr>
        <p:spPr>
          <a:xfrm>
            <a:off x="1657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">
            <a:extLst>
              <a:ext uri="{FF2B5EF4-FFF2-40B4-BE49-F238E27FC236}">
                <ns2:creationId id="{F0D1B659-FD79-406D-9731-B4B09086F3C4}"/>
              </a:ext>
            </a:extLst>
          </p:cNvPr>
          <p:cNvSpPr>
            <a:spLocks noGrp="1"/>
          </p:cNvSpPr>
          <p:nvPr/>
        </p:nvSpPr>
        <p:spPr>
          <a:xfrm>
            <a:off x="3619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">
            <a:extLst>
              <a:ext uri="{FF2B5EF4-FFF2-40B4-BE49-F238E27FC236}">
                <ns2:creationId id="{25FA0DD3-1B1D-4740-8FC4-3E81F3710B3F}"/>
              </a:ext>
            </a:extLst>
          </p:cNvPr>
          <p:cNvSpPr>
            <a:spLocks noGrp="1"/>
          </p:cNvSpPr>
          <p:nvPr/>
        </p:nvSpPr>
        <p:spPr>
          <a:xfrm>
            <a:off x="6762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F1B7221-3B6D-4674-A8F6-8EC6E48B51C5}"/>
              </a:ext>
            </a:extLst>
          </p:cNvPr>
          <p:cNvSpPr>
            <a:spLocks noGrp="1"/>
          </p:cNvSpPr>
          <p:nvPr/>
        </p:nvSpPr>
        <p:spPr>
          <a:xfrm>
            <a:off x="6991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">
            <a:extLst>
              <a:ext uri="{FF2B5EF4-FFF2-40B4-BE49-F238E27FC236}">
                <ns2:creationId id="{7DDF0BC4-CDF0-4009-98A3-35BA8290447E}"/>
              </a:ext>
            </a:extLst>
          </p:cNvPr>
          <p:cNvSpPr>
            <a:spLocks noGrp="1"/>
          </p:cNvSpPr>
          <p:nvPr/>
        </p:nvSpPr>
        <p:spPr>
          <a:xfrm>
            <a:off x="8953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">
            <a:extLst>
              <a:ext uri="{FF2B5EF4-FFF2-40B4-BE49-F238E27FC236}">
                <ns2:creationId id="{83DB6422-F040-4F4E-8F27-E3A2DA9EE480}"/>
              </a:ext>
            </a:extLst>
          </p:cNvPr>
          <p:cNvSpPr>
            <a:spLocks noGrp="1"/>
          </p:cNvSpPr>
          <p:nvPr/>
        </p:nvSpPr>
        <p:spPr>
          <a:xfrm>
            <a:off x="1428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99C5E810-EF9C-42A7-8E19-60C1DD624DE6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">
            <a:extLst>
              <a:ext uri="{FF2B5EF4-FFF2-40B4-BE49-F238E27FC236}">
                <ns2:creationId id="{0A289572-7F51-4C4F-B4A9-2A1A66E6F3E6}"/>
              </a:ext>
            </a:extLst>
          </p:cNvPr>
          <p:cNvSpPr>
            <a:spLocks noGrp="1"/>
          </p:cNvSpPr>
          <p:nvPr/>
        </p:nvSpPr>
        <p:spPr>
          <a:xfrm>
            <a:off x="3619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">
            <a:extLst>
              <a:ext uri="{FF2B5EF4-FFF2-40B4-BE49-F238E27FC236}">
                <ns2:creationId id="{25CD37D1-2107-4702-B2FE-D102264E2289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6173ACEB-2458-4527-ACCC-697D32D33889}"/>
              </a:ext>
            </a:extLst>
          </p:cNvPr>
          <p:cNvSpPr>
            <a:spLocks noGrp="1"/>
          </p:cNvSpPr>
          <p:nvPr/>
        </p:nvSpPr>
        <p:spPr>
          <a:xfrm>
            <a:off x="6991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">
            <a:extLst>
              <a:ext uri="{FF2B5EF4-FFF2-40B4-BE49-F238E27FC236}">
                <ns2:creationId id="{5E85BFDE-CB7B-4270-B7D2-37233BE9FABF}"/>
              </a:ext>
            </a:extLst>
          </p:cNvPr>
          <p:cNvSpPr>
            <a:spLocks noGrp="1"/>
          </p:cNvSpPr>
          <p:nvPr/>
        </p:nvSpPr>
        <p:spPr>
          <a:xfrm>
            <a:off x="8953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">
            <a:extLst>
              <a:ext uri="{FF2B5EF4-FFF2-40B4-BE49-F238E27FC236}">
                <ns2:creationId id="{2EEAEE3F-43D6-46DE-8E0A-F0CBFF929E5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BD2FF4F-63A3-4E08-96E9-A2B112160520}"/>
              </a:ext>
            </a:extLst>
          </p:cNvPr>
          <p:cNvSpPr>
            <a:spLocks noGrp="1"/>
          </p:cNvSpPr>
          <p:nvPr/>
        </p:nvSpPr>
        <p:spPr>
          <a:xfrm>
            <a:off x="1657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">
            <a:extLst>
              <a:ext uri="{FF2B5EF4-FFF2-40B4-BE49-F238E27FC236}">
                <ns2:creationId id="{28C03B1B-9F29-462A-9C9A-A1F44C7BC22D}"/>
              </a:ext>
            </a:extLst>
          </p:cNvPr>
          <p:cNvSpPr>
            <a:spLocks noGrp="1"/>
          </p:cNvSpPr>
          <p:nvPr/>
        </p:nvSpPr>
        <p:spPr>
          <a:xfrm>
            <a:off x="3619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">
            <a:extLst>
              <a:ext uri="{FF2B5EF4-FFF2-40B4-BE49-F238E27FC236}">
                <ns2:creationId id="{CCA47FEC-84C2-4979-BD76-D42EEC243B77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94C61044-3E74-48B2-ABEB-3FF39B7F5ADD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">
            <a:extLst>
              <a:ext uri="{FF2B5EF4-FFF2-40B4-BE49-F238E27FC236}">
                <ns2:creationId id="{B51FF92C-B551-477E-AED9-4D0CA791D5A4}"/>
              </a:ext>
            </a:extLst>
          </p:cNvPr>
          <p:cNvSpPr>
            <a:spLocks noGrp="1"/>
          </p:cNvSpPr>
          <p:nvPr/>
        </p:nvSpPr>
        <p:spPr>
          <a:xfrm>
            <a:off x="8953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">
            <a:extLst>
              <a:ext uri="{FF2B5EF4-FFF2-40B4-BE49-F238E27FC236}">
                <ns2:creationId id="{40BF3FF4-14FD-4A08-94DA-8575B01415E6}"/>
              </a:ext>
            </a:extLst>
          </p:cNvPr>
          <p:cNvSpPr>
            <a:spLocks noGrp="1"/>
          </p:cNvSpPr>
          <p:nvPr/>
        </p:nvSpPr>
        <p:spPr>
          <a:xfrm>
            <a:off x="1428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932966FB-F4E3-48F5-A9DE-8883B8EF738D}"/>
              </a:ext>
            </a:extLst>
          </p:cNvPr>
          <p:cNvSpPr>
            <a:spLocks noGrp="1"/>
          </p:cNvSpPr>
          <p:nvPr/>
        </p:nvSpPr>
        <p:spPr>
          <a:xfrm>
            <a:off x="1657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">
            <a:extLst>
              <a:ext uri="{FF2B5EF4-FFF2-40B4-BE49-F238E27FC236}">
                <ns2:creationId id="{24EB8ECC-D481-4259-B702-3E400B470EA1}"/>
              </a:ext>
            </a:extLst>
          </p:cNvPr>
          <p:cNvSpPr>
            <a:spLocks noGrp="1"/>
          </p:cNvSpPr>
          <p:nvPr/>
        </p:nvSpPr>
        <p:spPr>
          <a:xfrm>
            <a:off x="3619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">
            <a:extLst>
              <a:ext uri="{FF2B5EF4-FFF2-40B4-BE49-F238E27FC236}">
                <ns2:creationId id="{8FF0E503-196B-46AF-BD6D-2C84064FB430}"/>
              </a:ext>
            </a:extLst>
          </p:cNvPr>
          <p:cNvSpPr>
            <a:spLocks noGrp="1"/>
          </p:cNvSpPr>
          <p:nvPr/>
        </p:nvSpPr>
        <p:spPr>
          <a:xfrm>
            <a:off x="6762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3C3387C4-54F3-4204-A5AC-1F6F025D9CCF}"/>
              </a:ext>
            </a:extLst>
          </p:cNvPr>
          <p:cNvSpPr>
            <a:spLocks noGrp="1"/>
          </p:cNvSpPr>
          <p:nvPr/>
        </p:nvSpPr>
        <p:spPr>
          <a:xfrm>
            <a:off x="6991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">
            <a:extLst>
              <a:ext uri="{FF2B5EF4-FFF2-40B4-BE49-F238E27FC236}">
                <ns2:creationId id="{1A1CE8D3-A1A7-408E-8BB8-A4DEAF389393}"/>
              </a:ext>
            </a:extLst>
          </p:cNvPr>
          <p:cNvSpPr>
            <a:spLocks noGrp="1"/>
          </p:cNvSpPr>
          <p:nvPr/>
        </p:nvSpPr>
        <p:spPr>
          <a:xfrm>
            <a:off x="8953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">
            <a:extLst>
              <a:ext uri="{FF2B5EF4-FFF2-40B4-BE49-F238E27FC236}">
                <ns2:creationId id="{B0B3DAFD-A2C0-42D5-A49C-597914D5C78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DD9CE049-EE0D-4919-88A1-F32B70E8075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>
              <a:ext uri="{FF2B5EF4-FFF2-40B4-BE49-F238E27FC236}">
                <ns2:creationId id="{7E2C9D97-D4EF-4BAC-A33E-1282143236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87091869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27C3C1A-A6A3-42AF-81D2-9B5708BC3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">
            <a:extLst>
              <a:ext uri="{FF2B5EF4-FFF2-40B4-BE49-F238E27FC236}">
                <ns2:creationId id="{C183BB24-A86C-4685-AF49-0880B35269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與 depends_on 只解決部分問題</a:t>
            </a:r>
          </a:p>
        </p:txBody>
      </p:sp>
      <p:sp>
        <p:nvSpPr>
          <p:cNvPr id="3" name="">
            <a:extLst>
              <a:ext uri="{FF2B5EF4-FFF2-40B4-BE49-F238E27FC236}">
                <ns2:creationId id="{E9F8BA7C-79C7-402E-A7EE-19E911CC2BC2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A2BCF9F-2206-4FAA-9B29-E3AE778D0804}"/>
              </a:ext>
            </a:extLst>
          </p:cNvPr>
          <p:cNvSpPr>
            <a:spLocks noGrp="1"/>
          </p:cNvSpPr>
          <p:nvPr/>
        </p:nvSpPr>
        <p:spPr>
          <a:xfrm>
            <a:off x="1276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restart: unless-stopped</a:t>
            </a:r>
          </a:p>
        </p:txBody>
      </p:sp>
      <p:sp>
        <p:nvSpPr>
          <p:cNvPr id="5" name="">
            <a:extLst>
              <a:ext uri="{FF2B5EF4-FFF2-40B4-BE49-F238E27FC236}">
                <ns2:creationId id="{91EE671A-6BA5-4D42-842C-EBA63F582D9A}"/>
              </a:ext>
            </a:extLst>
          </p:cNvPr>
          <p:cNvSpPr>
            <a:spLocks noGrp="1"/>
          </p:cNvSpPr>
          <p:nvPr/>
        </p:nvSpPr>
        <p:spPr>
          <a:xfrm>
            <a:off x="1276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開發環境常用。容器非手動停止時會自動重啟；手動 stop 後維持停止。</a:t>
            </a:r>
          </a:p>
        </p:txBody>
      </p:sp>
      <p:sp>
        <p:nvSpPr>
          <p:cNvPr id="6" name="">
            <a:extLst>
              <a:ext uri="{FF2B5EF4-FFF2-40B4-BE49-F238E27FC236}">
                <ns2:creationId id="{9279916A-6C45-4C62-8D53-118AD52420A4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9CECC99-4C68-4D57-9919-3DA5C4EF3A76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">
            <a:extLst>
              <a:ext uri="{FF2B5EF4-FFF2-40B4-BE49-F238E27FC236}">
                <ns2:creationId id="{26F4CE6B-6303-4DE4-8CCB-411BB65EF604}"/>
              </a:ext>
            </a:extLst>
          </p:cNvPr>
          <p:cNvSpPr>
            <a:spLocks noGrp="1"/>
          </p:cNvSpPr>
          <p:nvPr/>
        </p:nvSpPr>
        <p:spPr>
          <a:xfrm>
            <a:off x="6991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控制啟動順序，例如先啟動 db 再啟動 web。</a:t>
            </a:r>
          </a:p>
        </p:txBody>
      </p:sp>
      <p:sp>
        <p:nvSpPr>
          <p:cNvPr id="9" name="">
            <a:extLst>
              <a:ext uri="{FF2B5EF4-FFF2-40B4-BE49-F238E27FC236}">
                <ns2:creationId id="{6D6A20E7-82D3-4F71-8DF2-FFC0575F4047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8686800" cy="742950"/>
          </a:xfrm>
          <a:prstGeom prst="roundRect">
            <a:avLst>
              <a:gd name="adj" fmla="val 1538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969899D-555C-44BE-B17C-5BAD4B91A83A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depends_on 只保證容器先啟動，不保證 MySQL 已經 ready；程式端仍需要重試機制。</a:t>
            </a:r>
          </a:p>
        </p:txBody>
      </p:sp>
      <p:sp>
        <p:nvSpPr>
          <p:cNvPr id="11" name="">
            <a:extLst>
              <a:ext uri="{FF2B5EF4-FFF2-40B4-BE49-F238E27FC236}">
                <ns2:creationId id="{1D538722-87FF-42AF-85BC-17A144FF37C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E2429AE-6EA6-4F8F-A273-961BD7D19F2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6673FC2C-6001-42AD-9AE9-92F76E97AD3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400558269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BA052DC-6B9D-469B-AC4A-81779AA429D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>
              <a:ext uri="{FF2B5EF4-FFF2-40B4-BE49-F238E27FC236}">
                <ns2:creationId id="{172F36AC-15CC-4F9E-876A-B8E8D3A7E7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">
            <a:extLst>
              <a:ext uri="{FF2B5EF4-FFF2-40B4-BE49-F238E27FC236}">
                <ns2:creationId id="{C6C2D666-0DFA-497C-8E16-C9A82A29B02A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318F2BC-234B-4E90-A82D-FF53FC1C09CB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">
            <a:extLst>
              <a:ext uri="{FF2B5EF4-FFF2-40B4-BE49-F238E27FC236}">
                <ns2:creationId id="{8AED8AD1-3535-4D7D-978F-68E857DCFF5D}"/>
              </a:ext>
            </a:extLst>
          </p:cNvPr>
          <p:cNvSpPr>
            <a:spLocks noGrp="1"/>
          </p:cNvSpPr>
          <p:nvPr/>
        </p:nvSpPr>
        <p:spPr>
          <a:xfrm>
            <a:off x="11430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">
            <a:extLst>
              <a:ext uri="{FF2B5EF4-FFF2-40B4-BE49-F238E27FC236}">
                <ns2:creationId id="{73F96140-6366-4E42-8DDE-2D442CC762B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344DF0B-E080-40ED-8985-2FC6A29DC549}"/>
              </a:ext>
            </a:extLst>
          </p:cNvPr>
          <p:cNvSpPr>
            <a:spLocks noGrp="1"/>
          </p:cNvSpPr>
          <p:nvPr/>
        </p:nvSpPr>
        <p:spPr>
          <a:xfrm>
            <a:off x="67437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">
            <a:extLst>
              <a:ext uri="{FF2B5EF4-FFF2-40B4-BE49-F238E27FC236}">
                <ns2:creationId id="{6003955D-CEA8-4942-B656-861BEB8CC53B}"/>
              </a:ext>
            </a:extLst>
          </p:cNvPr>
          <p:cNvSpPr>
            <a:spLocks noGrp="1"/>
          </p:cNvSpPr>
          <p:nvPr/>
        </p:nvSpPr>
        <p:spPr>
          <a:xfrm>
            <a:off x="67437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">
            <a:extLst>
              <a:ext uri="{FF2B5EF4-FFF2-40B4-BE49-F238E27FC236}">
                <ns2:creationId id="{A79C5880-2105-4375-871F-D4578A56F490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18813ACF-DF7B-46CB-BE6F-B416CB61F0F6}"/>
              </a:ext>
            </a:extLst>
          </p:cNvPr>
          <p:cNvSpPr>
            <a:spLocks noGrp="1"/>
          </p:cNvSpPr>
          <p:nvPr/>
        </p:nvSpPr>
        <p:spPr>
          <a:xfrm>
            <a:off x="2095500" y="50292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">
            <a:extLst>
              <a:ext uri="{FF2B5EF4-FFF2-40B4-BE49-F238E27FC236}">
                <ns2:creationId id="{B0B7B25E-0772-4A2E-BE0E-7B1B0E1065C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1A76779E-2C33-4DCA-A28B-273365E36E6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80D774C0-A783-4326-9A07-F6D0CE11641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228251198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33ED3AE-1CA0-48D7-B672-DD405F2830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">
            <a:extLst>
              <a:ext uri="{FF2B5EF4-FFF2-40B4-BE49-F238E27FC236}">
                <ns2:creationId id="{0D7A76F2-BEDE-49A4-ABA3-46F067CFE3C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"/>
          <p:cNvPicPr>
            <a:picLocks noChangeAspect="1"/>
          </p:cNvPicPr>
          <p:nvPr/>
        </p:nvPicPr>
        <p:blipFill>
          <a:blip r:embed="R213470133bbf470c"/>
          <a:srcRect l="5014" t="0" r="5014" b="0"/>
          <a:stretch>
            <a:fillRect l="0" t="0" r="0" b="0"/>
          </a:stretch>
        </p:blipFill>
        <p:spPr>
          <a:xfrm>
            <a:off x="6572250" y="1447800"/>
            <a:ext cx="4476750" cy="280035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DE2DF5BC-1AF6-49D4-A41C-64505F24E8AD}"/>
              </a:ext>
            </a:extLst>
          </p:cNvPr>
          <p:cNvSpPr>
            <a:spLocks noGrp="1"/>
          </p:cNvSpPr>
          <p:nvPr/>
        </p:nvSpPr>
        <p:spPr>
          <a:xfrm>
            <a:off x="6572250" y="1447800"/>
            <a:ext cx="4476750" cy="2800350"/>
          </a:xfrm>
          <a:prstGeom prst="roundRect">
            <a:avLst>
              <a:gd name="adj" fmla="val 4762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199AD43-F1E9-4DAB-A91F-5D148A1D82CA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3392CBFA-9F5B-472C-8DC3-593D81AA9841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">
            <a:extLst>
              <a:ext uri="{FF2B5EF4-FFF2-40B4-BE49-F238E27FC236}">
                <ns2:creationId id="{4CBDFA72-1172-4005-9A01-1941E25A6F0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web 連 db。</a:t>
            </a:r>
          </a:p>
        </p:txBody>
      </p:sp>
      <p:sp>
        <p:nvSpPr>
          <p:cNvPr id="8" name="">
            <a:extLst>
              <a:ext uri="{FF2B5EF4-FFF2-40B4-BE49-F238E27FC236}">
                <ns2:creationId id="{AE938B29-FF9E-4D81-B9E4-BB0123DEF706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1A32E6C-25B0-47B4-A7ED-2C3B63B8126E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設定可進 Git</a:t>
            </a:r>
          </a:p>
        </p:txBody>
      </p:sp>
      <p:sp>
        <p:nvSpPr>
          <p:cNvPr id="10" name="">
            <a:extLst>
              <a:ext uri="{FF2B5EF4-FFF2-40B4-BE49-F238E27FC236}">
                <ns2:creationId id="{051A7E63-C4E6-4693-B544-8A08876225F4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 clone 專案後，只要 docker compose up 就能跑起環境。</a:t>
            </a:r>
          </a:p>
        </p:txBody>
      </p:sp>
      <p:sp>
        <p:nvSpPr>
          <p:cNvPr id="11" name="">
            <a:extLst>
              <a:ext uri="{FF2B5EF4-FFF2-40B4-BE49-F238E27FC236}">
                <ns2:creationId id="{40411338-2654-41CC-9FF8-69F14E261BFA}"/>
              </a:ext>
            </a:extLst>
          </p:cNvPr>
          <p:cNvSpPr>
            <a:spLocks noGrp="1"/>
          </p:cNvSpPr>
          <p:nvPr/>
        </p:nvSpPr>
        <p:spPr>
          <a:xfrm>
            <a:off x="1905000" y="5429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這堂先會用 Compose 自動網路；第四堂再正式拆 Docker Network 與 --network。</a:t>
            </a:r>
          </a:p>
        </p:txBody>
      </p:sp>
      <p:sp>
        <p:nvSpPr>
          <p:cNvPr id="12" name="">
            <a:extLst>
              <a:ext uri="{FF2B5EF4-FFF2-40B4-BE49-F238E27FC236}">
                <ns2:creationId id="{03D8D9F4-E682-472D-A758-E77A180C5F5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AB543241-4B2C-4679-A8AE-7FE52D0CA2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9BA390C1-9377-4ED5-9581-FB17733E7C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4:creationId val="39547184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EA10F21-2DF7-4C2C-99AA-C8E411D4A8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89B1630E-8AD7-4CEB-9AD7-79545F9965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">
            <a:extLst>
              <a:ext uri="{FF2B5EF4-FFF2-40B4-BE49-F238E27FC236}">
                <ns2:creationId id="{4C5D75E3-7F27-408C-A56F-B17876D27C29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5143500" cy="3829050"/>
          </a:xfrm>
          <a:prstGeom prst="roundRect">
            <a:avLst>
              <a:gd name="adj" fmla="val 24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EE69C07-D11F-41CB-A8C7-1B3A56BE03FD}"/>
              </a:ext>
            </a:extLst>
          </p:cNvPr>
          <p:cNvSpPr>
            <a:spLocks noGrp="1"/>
          </p:cNvSpPr>
          <p:nvPr/>
        </p:nvSpPr>
        <p:spPr>
          <a:xfrm>
            <a:off x="10477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E542999-9D18-4F49-9730-578564D6740B}"/>
              </a:ext>
            </a:extLst>
          </p:cNvPr>
          <p:cNvSpPr>
            <a:spLocks noGrp="1"/>
          </p:cNvSpPr>
          <p:nvPr/>
        </p:nvSpPr>
        <p:spPr>
          <a:xfrm>
            <a:off x="12192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8A553D8-9900-470E-80A4-9BED3F9F1E6D}"/>
              </a:ext>
            </a:extLst>
          </p:cNvPr>
          <p:cNvSpPr>
            <a:spLocks noGrp="1"/>
          </p:cNvSpPr>
          <p:nvPr/>
        </p:nvSpPr>
        <p:spPr>
          <a:xfrm>
            <a:off x="13906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A9F3665-9D2F-475E-8B29-9CA9276980AE}"/>
              </a:ext>
            </a:extLst>
          </p:cNvPr>
          <p:cNvSpPr>
            <a:spLocks noGrp="1"/>
          </p:cNvSpPr>
          <p:nvPr/>
        </p:nvSpPr>
        <p:spPr>
          <a:xfrm>
            <a:off x="1085850" y="1847850"/>
            <a:ext cx="4724400" cy="3276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C:\docker-lab\mysql-compose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">
            <a:extLst>
              <a:ext uri="{FF2B5EF4-FFF2-40B4-BE49-F238E27FC236}">
                <ns2:creationId id="{DC894CA9-16C8-421B-886B-76042BBE3F82}"/>
              </a:ext>
            </a:extLst>
          </p:cNvPr>
          <p:cNvSpPr>
            <a:spLocks noGrp="1"/>
          </p:cNvSpPr>
          <p:nvPr/>
        </p:nvSpPr>
        <p:spPr>
          <a:xfrm>
            <a:off x="6991350" y="14287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782ED0D7-60CD-4B58-9048-4AF1D3C5A819}"/>
              </a:ext>
            </a:extLst>
          </p:cNvPr>
          <p:cNvSpPr>
            <a:spLocks noGrp="1"/>
          </p:cNvSpPr>
          <p:nvPr/>
        </p:nvSpPr>
        <p:spPr>
          <a:xfrm>
            <a:off x="7219950" y="15906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">
            <a:extLst>
              <a:ext uri="{FF2B5EF4-FFF2-40B4-BE49-F238E27FC236}">
                <ns2:creationId id="{544F3587-6A76-4FC7-8D5B-E1AB11968195}"/>
              </a:ext>
            </a:extLst>
          </p:cNvPr>
          <p:cNvSpPr>
            <a:spLocks noGrp="1"/>
          </p:cNvSpPr>
          <p:nvPr/>
        </p:nvSpPr>
        <p:spPr>
          <a:xfrm>
            <a:off x="8458200" y="16002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">
            <a:extLst>
              <a:ext uri="{FF2B5EF4-FFF2-40B4-BE49-F238E27FC236}">
                <ns2:creationId id="{EB00EA28-4D25-45EF-89D9-BA682D695598}"/>
              </a:ext>
            </a:extLst>
          </p:cNvPr>
          <p:cNvSpPr>
            <a:spLocks noGrp="1"/>
          </p:cNvSpPr>
          <p:nvPr/>
        </p:nvSpPr>
        <p:spPr>
          <a:xfrm>
            <a:off x="6991350" y="21717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F1D975E7-91E0-4B33-AB0E-D3E39CC4551F}"/>
              </a:ext>
            </a:extLst>
          </p:cNvPr>
          <p:cNvSpPr>
            <a:spLocks noGrp="1"/>
          </p:cNvSpPr>
          <p:nvPr/>
        </p:nvSpPr>
        <p:spPr>
          <a:xfrm>
            <a:off x="7219950" y="23336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">
            <a:extLst>
              <a:ext uri="{FF2B5EF4-FFF2-40B4-BE49-F238E27FC236}">
                <ns2:creationId id="{6E366F8F-2EBF-4469-AF62-54220F2F1D5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">
            <a:extLst>
              <a:ext uri="{FF2B5EF4-FFF2-40B4-BE49-F238E27FC236}">
                <ns2:creationId id="{6EAF919B-DDD8-41F0-8C67-5CF550451F97}"/>
              </a:ext>
            </a:extLst>
          </p:cNvPr>
          <p:cNvSpPr>
            <a:spLocks noGrp="1"/>
          </p:cNvSpPr>
          <p:nvPr/>
        </p:nvSpPr>
        <p:spPr>
          <a:xfrm>
            <a:off x="6991350" y="29146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11F562FE-482C-49D0-8BD1-D4534579FDDF}"/>
              </a:ext>
            </a:extLst>
          </p:cNvPr>
          <p:cNvSpPr>
            <a:spLocks noGrp="1"/>
          </p:cNvSpPr>
          <p:nvPr/>
        </p:nvSpPr>
        <p:spPr>
          <a:xfrm>
            <a:off x="7219950" y="30765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">
            <a:extLst>
              <a:ext uri="{FF2B5EF4-FFF2-40B4-BE49-F238E27FC236}">
                <ns2:creationId id="{B0B69731-D922-4375-8079-693FF55BC868}"/>
              </a:ext>
            </a:extLst>
          </p:cNvPr>
          <p:cNvSpPr>
            <a:spLocks noGrp="1"/>
          </p:cNvSpPr>
          <p:nvPr/>
        </p:nvSpPr>
        <p:spPr>
          <a:xfrm>
            <a:off x="8458200" y="30861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">
            <a:extLst>
              <a:ext uri="{FF2B5EF4-FFF2-40B4-BE49-F238E27FC236}">
                <ns2:creationId id="{04C47C1B-A54D-4819-A6CE-D7FDCF77FACB}"/>
              </a:ext>
            </a:extLst>
          </p:cNvPr>
          <p:cNvSpPr>
            <a:spLocks noGrp="1"/>
          </p:cNvSpPr>
          <p:nvPr/>
        </p:nvSpPr>
        <p:spPr>
          <a:xfrm>
            <a:off x="6991350" y="36576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37038A22-D999-4DF3-870C-4DD1A0CD95FA}"/>
              </a:ext>
            </a:extLst>
          </p:cNvPr>
          <p:cNvSpPr>
            <a:spLocks noGrp="1"/>
          </p:cNvSpPr>
          <p:nvPr/>
        </p:nvSpPr>
        <p:spPr>
          <a:xfrm>
            <a:off x="7219950" y="38195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">
            <a:extLst>
              <a:ext uri="{FF2B5EF4-FFF2-40B4-BE49-F238E27FC236}">
                <ns2:creationId id="{82CBA7B0-A1C3-4DB5-A89F-0D4DB12598AD}"/>
              </a:ext>
            </a:extLst>
          </p:cNvPr>
          <p:cNvSpPr>
            <a:spLocks noGrp="1"/>
          </p:cNvSpPr>
          <p:nvPr/>
        </p:nvSpPr>
        <p:spPr>
          <a:xfrm>
            <a:off x="8458200" y="38290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">
            <a:extLst>
              <a:ext uri="{FF2B5EF4-FFF2-40B4-BE49-F238E27FC236}">
                <ns2:creationId id="{6BF69F2D-400C-40E7-A125-AA0C50168D09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43BEA021-5069-4937-91EF-1F78F821F7F5}"/>
              </a:ext>
            </a:extLst>
          </p:cNvPr>
          <p:cNvSpPr>
            <a:spLocks noGrp="1"/>
          </p:cNvSpPr>
          <p:nvPr/>
        </p:nvSpPr>
        <p:spPr>
          <a:xfrm>
            <a:off x="7219950" y="45624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">
            <a:extLst>
              <a:ext uri="{FF2B5EF4-FFF2-40B4-BE49-F238E27FC236}">
                <ns2:creationId id="{A4D6EE55-50D0-48B4-A4EB-15C929DBDB80}"/>
              </a:ext>
            </a:extLst>
          </p:cNvPr>
          <p:cNvSpPr>
            <a:spLocks noGrp="1"/>
          </p:cNvSpPr>
          <p:nvPr/>
        </p:nvSpPr>
        <p:spPr>
          <a:xfrm>
            <a:off x="8458200" y="45720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">
            <a:extLst>
              <a:ext uri="{FF2B5EF4-FFF2-40B4-BE49-F238E27FC236}">
                <ns2:creationId id="{00BF0452-A79C-4757-B451-8F7B08093E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45DF2EB9-139B-4C86-9B52-9FC854A780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>
              <a:ext uri="{FF2B5EF4-FFF2-40B4-BE49-F238E27FC236}">
                <ns2:creationId id="{EE9F3A51-4BAF-40F6-A319-E1287BEDB87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1186245266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">
            <a:extLst>
              <a:ext uri="{FF2B5EF4-FFF2-40B4-BE49-F238E27FC236}">
                <ns2:creationId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">
            <a:extLst>
              <a:ext uri="{FF2B5EF4-FFF2-40B4-BE49-F238E27FC236}">
                <ns2:creationId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">
            <a:extLst>
              <a:ext uri="{FF2B5EF4-FFF2-40B4-BE49-F238E27FC236}">
                <ns2:creationId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">
            <a:extLst>
              <a:ext uri="{FF2B5EF4-FFF2-40B4-BE49-F238E27FC236}">
                <ns2:creationId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">
            <a:extLst>
              <a:ext uri="{FF2B5EF4-FFF2-40B4-BE49-F238E27FC236}">
                <ns2:creationId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274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docker-compose.yml 可以 commit 進 Git</a:t>
            </a:r>
          </a:p>
        </p:txBody>
      </p:sp>
      <p:sp>
        <p:nvSpPr>
          <p:cNvPr id="9" name="">
            <a:extLst>
              <a:ext uri="{FF2B5EF4-FFF2-40B4-BE49-F238E27FC236}">
                <ns2:creationId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">
            <a:extLst>
              <a:ext uri="{FF2B5EF4-FFF2-40B4-BE49-F238E27FC236}">
                <ns2:creationId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">
            <a:extLst>
              <a:ext uri="{FF2B5EF4-FFF2-40B4-BE49-F238E27FC236}">
                <ns2:creationId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">
            <a:extLst>
              <a:ext uri="{FF2B5EF4-FFF2-40B4-BE49-F238E27FC236}">
                <ns2:creationId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">
            <a:extLst>
              <a:ext uri="{FF2B5EF4-FFF2-40B4-BE49-F238E27FC236}">
                <ns2:creationId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>
              <a:ext uri="{FF2B5EF4-FFF2-40B4-BE49-F238E27FC236}">
                <ns2:creationId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746081113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66E06E0-BEB0-4178-A369-7BB6FDEDD1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>
              <a:ext uri="{FF2B5EF4-FFF2-40B4-BE49-F238E27FC236}">
                <ns2:creationId id="{8B73B865-6C6A-499C-8CBF-2639E264D91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P2：照解答跑 Nginx + Redis</a:t>
            </a:r>
          </a:p>
        </p:txBody>
      </p:sp>
      <p:sp>
        <p:nvSpPr>
          <p:cNvPr id="3" name="">
            <a:extLst>
              <a:ext uri="{FF2B5EF4-FFF2-40B4-BE49-F238E27FC236}">
                <ns2:creationId id="{8266BF06-DC00-4A64-BEAF-FC459666301C}"/>
              </a:ext>
            </a:extLst>
          </p:cNvPr>
          <p:cNvSpPr>
            <a:spLocks noGrp="1"/>
          </p:cNvSpPr>
          <p:nvPr/>
        </p:nvSpPr>
        <p:spPr>
          <a:xfrm>
            <a:off x="857250" y="135255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先照講義完整解答跑起來，再改一行 port。</a:t>
            </a:r>
          </a:p>
        </p:txBody>
      </p:sp>
      <p:sp>
        <p:nvSpPr>
          <p:cNvPr id="4" name="">
            <a:extLst>
              <a:ext uri="{FF2B5EF4-FFF2-40B4-BE49-F238E27FC236}">
                <ns2:creationId id="{46C7190D-6B4B-45EE-B2D4-493F5F60E45A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" name="">
            <a:extLst>
              <a:ext uri="{FF2B5EF4-FFF2-40B4-BE49-F238E27FC236}">
                <ns2:creationId id="{1002DD2D-4B4C-42A7-BBC6-E4F76E23AD46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Nginx</a:t>
            </a:r>
          </a:p>
        </p:txBody>
      </p:sp>
      <p:sp>
        <p:nvSpPr>
          <p:cNvPr id="6" name="">
            <a:extLst>
              <a:ext uri="{FF2B5EF4-FFF2-40B4-BE49-F238E27FC236}">
                <ns2:creationId id="{5A319DD3-257A-4F15-A2EE-F73ABB4F41CF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nginx:alpine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 + 掛載 ./html</a:t>
            </a:r>
          </a:p>
        </p:txBody>
      </p:sp>
      <p:sp>
        <p:nvSpPr>
          <p:cNvPr id="7" name="">
            <a:extLst>
              <a:ext uri="{FF2B5EF4-FFF2-40B4-BE49-F238E27FC236}">
                <ns2:creationId id="{102D4DC5-10DC-4D80-B36F-D23DA8BEFD5A}"/>
              </a:ext>
            </a:extLst>
          </p:cNvPr>
          <p:cNvSpPr>
            <a:spLocks noGrp="1"/>
          </p:cNvSpPr>
          <p:nvPr/>
        </p:nvSpPr>
        <p:spPr>
          <a:xfrm>
            <a:off x="3619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322132E-A5E5-46CF-A13D-1D5889D0627F}"/>
              </a:ext>
            </a:extLst>
          </p:cNvPr>
          <p:cNvSpPr>
            <a:spLocks noGrp="1"/>
          </p:cNvSpPr>
          <p:nvPr/>
        </p:nvSpPr>
        <p:spPr>
          <a:xfrm>
            <a:off x="3848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9" name="">
            <a:extLst>
              <a:ext uri="{FF2B5EF4-FFF2-40B4-BE49-F238E27FC236}">
                <ns2:creationId id="{49FAB6B3-BA8B-4E65-8C54-ACD5BB4C0E5A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redis:7-alpine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6379:6379</a:t>
            </a:r>
          </a:p>
        </p:txBody>
      </p:sp>
      <p:sp>
        <p:nvSpPr>
          <p:cNvPr id="10" name="">
            <a:extLst>
              <a:ext uri="{FF2B5EF4-FFF2-40B4-BE49-F238E27FC236}">
                <ns2:creationId id="{C442DE65-C542-4780-9A80-24A41BD5CD88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2585D1C-8FCA-4317-80E7-24D62A89446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2" name="">
            <a:extLst>
              <a:ext uri="{FF2B5EF4-FFF2-40B4-BE49-F238E27FC236}">
                <ns2:creationId id="{14AE5AA4-496A-4696-825A-8F9DFC02522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兩個服務都設定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unless-stopped</a:t>
            </a:r>
          </a:p>
        </p:txBody>
      </p:sp>
      <p:sp>
        <p:nvSpPr>
          <p:cNvPr id="13" name="">
            <a:extLst>
              <a:ext uri="{FF2B5EF4-FFF2-40B4-BE49-F238E27FC236}">
                <ns2:creationId id="{55ED96AC-EBF9-412D-80AD-BB7BA28030CD}"/>
              </a:ext>
            </a:extLst>
          </p:cNvPr>
          <p:cNvSpPr>
            <a:spLocks noGrp="1"/>
          </p:cNvSpPr>
          <p:nvPr/>
        </p:nvSpPr>
        <p:spPr>
          <a:xfrm>
            <a:off x="9334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20A3B52C-530F-4067-ACCD-039A9D1C0079}"/>
              </a:ext>
            </a:extLst>
          </p:cNvPr>
          <p:cNvSpPr>
            <a:spLocks noGrp="1"/>
          </p:cNvSpPr>
          <p:nvPr/>
        </p:nvSpPr>
        <p:spPr>
          <a:xfrm>
            <a:off x="9563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">
            <a:extLst>
              <a:ext uri="{FF2B5EF4-FFF2-40B4-BE49-F238E27FC236}">
                <ns2:creationId id="{0AB6DC46-D592-47B8-A182-F00B111006CA}"/>
              </a:ext>
            </a:extLst>
          </p:cNvPr>
          <p:cNvSpPr>
            <a:spLocks noGrp="1"/>
          </p:cNvSpPr>
          <p:nvPr/>
        </p:nvSpPr>
        <p:spPr>
          <a:xfrm>
            <a:off x="9563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ps 確認兩個都 Up</a:t>
            </a:r>
          </a:p>
        </p:txBody>
      </p:sp>
      <p:sp>
        <p:nvSpPr>
          <p:cNvPr id="16" name="">
            <a:extLst>
              <a:ext uri="{FF2B5EF4-FFF2-40B4-BE49-F238E27FC236}">
                <ns2:creationId id="{2E317CC9-3198-42B7-9BBF-B44163AC38A5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1238250"/>
          </a:xfrm>
          <a:prstGeom prst="roundRect">
            <a:avLst>
              <a:gd name="adj" fmla="val 769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7" name="">
            <a:extLst>
              <a:ext uri="{FF2B5EF4-FFF2-40B4-BE49-F238E27FC236}">
                <ns2:creationId id="{E00D2942-D235-4BB8-9686-F84C4C32C6A5}"/>
              </a:ext>
            </a:extLst>
          </p:cNvPr>
          <p:cNvSpPr>
            <a:spLocks noGrp="1"/>
          </p:cNvSpPr>
          <p:nvPr/>
        </p:nvSpPr>
        <p:spPr>
          <a:xfrm>
            <a:off x="2552700" y="4562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85678687-1712-4279-97BA-265FDAD7BEFE}"/>
              </a:ext>
            </a:extLst>
          </p:cNvPr>
          <p:cNvSpPr>
            <a:spLocks noGrp="1"/>
          </p:cNvSpPr>
          <p:nvPr/>
        </p:nvSpPr>
        <p:spPr>
          <a:xfrm>
            <a:off x="2724150" y="4562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B2A3BF7E-6F76-493E-A9A1-D0582C1E672A}"/>
              </a:ext>
            </a:extLst>
          </p:cNvPr>
          <p:cNvSpPr>
            <a:spLocks noGrp="1"/>
          </p:cNvSpPr>
          <p:nvPr/>
        </p:nvSpPr>
        <p:spPr>
          <a:xfrm>
            <a:off x="2895600" y="4562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A6C9516F-C9AF-481D-9821-46A21321175D}"/>
              </a:ext>
            </a:extLst>
          </p:cNvPr>
          <p:cNvSpPr>
            <a:spLocks noGrp="1"/>
          </p:cNvSpPr>
          <p:nvPr/>
        </p:nvSpPr>
        <p:spPr>
          <a:xfrm>
            <a:off x="2590800" y="4819650"/>
            <a:ext cx="7010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compose-redis redis-cli ping</a:t>
            </a:r>
          </a:p>
        </p:txBody>
      </p:sp>
      <p:sp>
        <p:nvSpPr>
          <p:cNvPr id="21" name="">
            <a:extLst>
              <a:ext uri="{FF2B5EF4-FFF2-40B4-BE49-F238E27FC236}">
                <ns2:creationId id="{09FFDE36-270B-49FB-B8FF-ACBF238A59D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1AD94594-5F55-4231-A50B-98EDA53B4C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>
              <a:ext uri="{FF2B5EF4-FFF2-40B4-BE49-F238E27FC236}">
                <ns2:creationId id="{F35C865D-AAA8-477E-9AF3-E7AA547F09A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311282808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96D58D26-6956-47B3-B68B-681BAF0219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">
            <a:extLst>
              <a:ext uri="{FF2B5EF4-FFF2-40B4-BE49-F238E27FC236}">
                <ns2:creationId id="{531F5298-34CB-439F-B4CF-B8B8494FEEB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下一段：Nginx + MySQL 完整實作</a:t>
            </a:r>
          </a:p>
        </p:txBody>
      </p:sp>
      <p:sp>
        <p:nvSpPr>
          <p:cNvPr id="3" name="">
            <a:extLst>
              <a:ext uri="{FF2B5EF4-FFF2-40B4-BE49-F238E27FC236}">
                <ns2:creationId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161925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184785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5" name="">
            <a:extLst>
              <a:ext uri="{FF2B5EF4-FFF2-40B4-BE49-F238E27FC236}">
                <ns2:creationId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184785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./html:/usr/share/nginx/html:ro</a:t>
            </a:r>
          </a:p>
        </p:txBody>
      </p:sp>
      <p:sp>
        <p:nvSpPr>
          <p:cNvPr id="6" name="">
            <a:extLst>
              <a:ext uri="{FF2B5EF4-FFF2-40B4-BE49-F238E27FC236}">
                <ns2:creationId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48006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ECBE324-C5C4-40A4-A155-F0AD81F28311}"/>
              </a:ext>
            </a:extLst>
          </p:cNvPr>
          <p:cNvSpPr>
            <a:spLocks noGrp="1"/>
          </p:cNvSpPr>
          <p:nvPr/>
        </p:nvSpPr>
        <p:spPr>
          <a:xfrm>
            <a:off x="6096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8C96E05-42D6-426F-9E39-F26B5455104E}"/>
              </a:ext>
            </a:extLst>
          </p:cNvPr>
          <p:cNvSpPr>
            <a:spLocks noGrp="1"/>
          </p:cNvSpPr>
          <p:nvPr/>
        </p:nvSpPr>
        <p:spPr>
          <a:xfrm>
            <a:off x="6324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9" name="">
            <a:extLst>
              <a:ext uri="{FF2B5EF4-FFF2-40B4-BE49-F238E27FC236}">
                <ns2:creationId id="{3DC26342-4228-40DB-83E4-AFD769D68D97}"/>
              </a:ext>
            </a:extLst>
          </p:cNvPr>
          <p:cNvSpPr>
            <a:spLocks noGrp="1"/>
          </p:cNvSpPr>
          <p:nvPr/>
        </p:nvSpPr>
        <p:spPr>
          <a:xfrm>
            <a:off x="6324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db-data:/var/lib/mysql</a:t>
            </a:r>
          </a:p>
        </p:txBody>
      </p:sp>
      <p:sp>
        <p:nvSpPr>
          <p:cNvPr id="10" name="">
            <a:extLst>
              <a:ext uri="{FF2B5EF4-FFF2-40B4-BE49-F238E27FC236}">
                <ns2:creationId id="{45F95F12-5EAE-4C8C-8431-DF60F81EDB97}"/>
              </a:ext>
            </a:extLst>
          </p:cNvPr>
          <p:cNvSpPr>
            <a:spLocks noGrp="1"/>
          </p:cNvSpPr>
          <p:nvPr/>
        </p:nvSpPr>
        <p:spPr>
          <a:xfrm>
            <a:off x="4057650" y="4495800"/>
            <a:ext cx="40767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5E4F2BA7-319A-4B4F-9D60-CB172BB2364E}"/>
              </a:ext>
            </a:extLst>
          </p:cNvPr>
          <p:cNvSpPr>
            <a:spLocks noGrp="1"/>
          </p:cNvSpPr>
          <p:nvPr/>
        </p:nvSpPr>
        <p:spPr>
          <a:xfrm>
            <a:off x="4362450" y="46863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5887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這段由老師帶著做，完整 HTML 與 compose.yml 都放在講義。</a:t>
            </a:r>
          </a:p>
        </p:txBody>
      </p:sp>
      <p:sp>
        <p:nvSpPr>
          <p:cNvPr id="12" name="">
            <a:extLst>
              <a:ext uri="{FF2B5EF4-FFF2-40B4-BE49-F238E27FC236}">
                <ns2:creationId id="{4D6537A2-DAB9-4330-A390-0B2C7290ED4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D37674C-273F-4B0D-BD12-98A9541108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1FC8BA44-EAEF-42EF-969D-58C83BE64F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952722717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5F6E50D-6D30-4F37-8FA5-007A176C56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DOCKER-COMPOSE.YML</a:t>
            </a:r>
          </a:p>
        </p:txBody>
      </p:sp>
      <p:sp>
        <p:nvSpPr>
          <p:cNvPr id="2" name="">
            <a:extLst>
              <a:ext uri="{FF2B5EF4-FFF2-40B4-BE49-F238E27FC236}">
                <ns2:creationId id="{719BC23C-60C0-421F-AE44-9C30942A389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+ MySQL：講義內有完整檔案</a:t>
            </a:r>
          </a:p>
        </p:txBody>
      </p:sp>
      <p:sp>
        <p:nvSpPr>
          <p:cNvPr id="3" name="">
            <a:extLst>
              <a:ext uri="{FF2B5EF4-FFF2-40B4-BE49-F238E27FC236}">
                <ns2:creationId id="{CA3C863A-6120-4B59-846C-3E1502B0227D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6191250" cy="4324350"/>
          </a:xfrm>
          <a:prstGeom prst="roundRect">
            <a:avLst>
              <a:gd name="adj" fmla="val 220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EE3B805-8BB9-4395-B89E-B3E7CB10A4D0}"/>
              </a:ext>
            </a:extLst>
          </p:cNvPr>
          <p:cNvSpPr>
            <a:spLocks noGrp="1"/>
          </p:cNvSpPr>
          <p:nvPr/>
        </p:nvSpPr>
        <p:spPr>
          <a:xfrm>
            <a:off x="952500" y="1514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A6AC720-D60C-4834-843F-1D41CE4E28F4}"/>
              </a:ext>
            </a:extLst>
          </p:cNvPr>
          <p:cNvSpPr>
            <a:spLocks noGrp="1"/>
          </p:cNvSpPr>
          <p:nvPr/>
        </p:nvSpPr>
        <p:spPr>
          <a:xfrm>
            <a:off x="1123950" y="1514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3D8E5DA2-972C-482D-9CA4-75FB49827877}"/>
              </a:ext>
            </a:extLst>
          </p:cNvPr>
          <p:cNvSpPr>
            <a:spLocks noGrp="1"/>
          </p:cNvSpPr>
          <p:nvPr/>
        </p:nvSpPr>
        <p:spPr>
          <a:xfrm>
            <a:off x="1295400" y="1514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9B22E41-4D3A-47CF-B07B-370413B3D7FB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5772150" cy="3771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355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./html:/usr/share/nginx/html:ro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8" name="">
            <a:extLst>
              <a:ext uri="{FF2B5EF4-FFF2-40B4-BE49-F238E27FC236}">
                <ns2:creationId id="{83E9D994-B65F-48F1-9CF3-8CD8B4E21661}"/>
              </a:ext>
            </a:extLst>
          </p:cNvPr>
          <p:cNvSpPr>
            <a:spLocks noGrp="1"/>
          </p:cNvSpPr>
          <p:nvPr/>
        </p:nvSpPr>
        <p:spPr>
          <a:xfrm>
            <a:off x="7715250" y="17907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6912E67-435C-4960-BA49-8E1581214B84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0" name="">
            <a:extLst>
              <a:ext uri="{FF2B5EF4-FFF2-40B4-BE49-F238E27FC236}">
                <ns2:creationId id="{7651D17A-B978-4D35-86B6-E23C0034438E}"/>
              </a:ext>
            </a:extLst>
          </p:cNvPr>
          <p:cNvSpPr>
            <a:spLocks noGrp="1"/>
          </p:cNvSpPr>
          <p:nvPr/>
        </p:nvSpPr>
        <p:spPr>
          <a:xfrm>
            <a:off x="7943850" y="24193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3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負責靜態網頁，使用唯讀 Bind Mount。</a:t>
            </a:r>
          </a:p>
        </p:txBody>
      </p:sp>
      <p:sp>
        <p:nvSpPr>
          <p:cNvPr id="11" name="">
            <a:extLst>
              <a:ext uri="{FF2B5EF4-FFF2-40B4-BE49-F238E27FC236}">
                <ns2:creationId id="{7868C442-7CEE-4950-9DB0-596E61080983}"/>
              </a:ext>
            </a:extLst>
          </p:cNvPr>
          <p:cNvSpPr>
            <a:spLocks noGrp="1"/>
          </p:cNvSpPr>
          <p:nvPr/>
        </p:nvSpPr>
        <p:spPr>
          <a:xfrm>
            <a:off x="7715250" y="34290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6B65744-0F9F-4D7E-B829-53961A8FD0D6}"/>
              </a:ext>
            </a:extLst>
          </p:cNvPr>
          <p:cNvSpPr>
            <a:spLocks noGrp="1"/>
          </p:cNvSpPr>
          <p:nvPr/>
        </p:nvSpPr>
        <p:spPr>
          <a:xfrm>
            <a:off x="7943850" y="3619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13" name="">
            <a:extLst>
              <a:ext uri="{FF2B5EF4-FFF2-40B4-BE49-F238E27FC236}">
                <ns2:creationId id="{741A815E-DD04-4E3B-8124-FF9D09E70645}"/>
              </a:ext>
            </a:extLst>
          </p:cNvPr>
          <p:cNvSpPr>
            <a:spLocks noGrp="1"/>
          </p:cNvSpPr>
          <p:nvPr/>
        </p:nvSpPr>
        <p:spPr>
          <a:xfrm>
            <a:off x="7943850" y="40576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164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負責資料庫，使用 Named Volume 保存資料。</a:t>
            </a:r>
          </a:p>
        </p:txBody>
      </p:sp>
      <p:sp>
        <p:nvSpPr>
          <p:cNvPr id="14" name="">
            <a:extLst>
              <a:ext uri="{FF2B5EF4-FFF2-40B4-BE49-F238E27FC236}">
                <ns2:creationId id="{D4B347B9-D0D3-4479-9F09-2EE754AF1A1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04A8BA3-F032-4E41-A2B0-1B6AE28E19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>
              <a:ext uri="{FF2B5EF4-FFF2-40B4-BE49-F238E27FC236}">
                <ns2:creationId id="{D419D7E4-41D6-413F-86B3-143FF8D6D59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570494838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10E04D7-C178-4CC5-8F7D-D54FC634B7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">
            <a:extLst>
              <a:ext uri="{FF2B5EF4-FFF2-40B4-BE49-F238E27FC236}">
                <ns2:creationId id="{F5018045-3CE1-4E1F-90F7-174D5AB2BA1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">
            <a:extLst>
              <a:ext uri="{FF2B5EF4-FFF2-40B4-BE49-F238E27FC236}">
                <ns2:creationId id="{2C09FB19-6852-4793-8696-402AF282377E}"/>
              </a:ext>
            </a:extLst>
          </p:cNvPr>
          <p:cNvSpPr>
            <a:spLocks noGrp="1"/>
          </p:cNvSpPr>
          <p:nvPr/>
        </p:nvSpPr>
        <p:spPr>
          <a:xfrm>
            <a:off x="11049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F03D5A7-C9C2-4A06-A207-7FBE9A97DEB5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">
            <a:extLst>
              <a:ext uri="{FF2B5EF4-FFF2-40B4-BE49-F238E27FC236}">
                <ns2:creationId id="{A94DBD69-CDD9-4A2D-AED5-C55FDDBD21FD}"/>
              </a:ext>
            </a:extLst>
          </p:cNvPr>
          <p:cNvSpPr>
            <a:spLocks noGrp="1"/>
          </p:cNvSpPr>
          <p:nvPr/>
        </p:nvSpPr>
        <p:spPr>
          <a:xfrm>
            <a:off x="13335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兩個服務都應該是 Up</a:t>
            </a:r>
          </a:p>
        </p:txBody>
      </p:sp>
      <p:sp>
        <p:nvSpPr>
          <p:cNvPr id="6" name="">
            <a:extLst>
              <a:ext uri="{FF2B5EF4-FFF2-40B4-BE49-F238E27FC236}">
                <ns2:creationId id="{D5A721C4-EA40-4B64-88CE-165FD05DF1F5}"/>
              </a:ext>
            </a:extLst>
          </p:cNvPr>
          <p:cNvSpPr>
            <a:spLocks noGrp="1"/>
          </p:cNvSpPr>
          <p:nvPr/>
        </p:nvSpPr>
        <p:spPr>
          <a:xfrm>
            <a:off x="44577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BA4E409-8EE5-439F-B1BF-60FEC30411AB}"/>
              </a:ext>
            </a:extLst>
          </p:cNvPr>
          <p:cNvSpPr>
            <a:spLocks noGrp="1"/>
          </p:cNvSpPr>
          <p:nvPr/>
        </p:nvSpPr>
        <p:spPr>
          <a:xfrm>
            <a:off x="46863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86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">
            <a:extLst>
              <a:ext uri="{FF2B5EF4-FFF2-40B4-BE49-F238E27FC236}">
                <ns2:creationId id="{AB1EBC94-9D0A-4C93-B001-797300F0F64A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Nginx 與 MySQL 沒有錯誤</a:t>
            </a:r>
          </a:p>
        </p:txBody>
      </p:sp>
      <p:sp>
        <p:nvSpPr>
          <p:cNvPr id="9" name="">
            <a:extLst>
              <a:ext uri="{FF2B5EF4-FFF2-40B4-BE49-F238E27FC236}">
                <ns2:creationId id="{9FE2CB71-7B50-4A2A-A588-518F70C79896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6B6E8068-854B-4FA6-81A0-AD52772501BD}"/>
              </a:ext>
            </a:extLst>
          </p:cNvPr>
          <p:cNvSpPr>
            <a:spLocks noGrp="1"/>
          </p:cNvSpPr>
          <p:nvPr/>
        </p:nvSpPr>
        <p:spPr>
          <a:xfrm>
            <a:off x="80391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">
            <a:extLst>
              <a:ext uri="{FF2B5EF4-FFF2-40B4-BE49-F238E27FC236}">
                <ns2:creationId id="{27C817E8-0011-4826-8F01-798A70884307}"/>
              </a:ext>
            </a:extLst>
          </p:cNvPr>
          <p:cNvSpPr>
            <a:spLocks noGrp="1"/>
          </p:cNvSpPr>
          <p:nvPr/>
        </p:nvSpPr>
        <p:spPr>
          <a:xfrm>
            <a:off x="80391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79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localhost:8080 看網頁；localhost:3306 連 MySQL</a:t>
            </a:r>
          </a:p>
        </p:txBody>
      </p:sp>
      <p:sp>
        <p:nvSpPr>
          <p:cNvPr id="12" name="">
            <a:extLst>
              <a:ext uri="{FF2B5EF4-FFF2-40B4-BE49-F238E27FC236}">
                <ns2:creationId id="{740A2432-9FD1-40E5-B2FC-3083BBEC00BC}"/>
              </a:ext>
            </a:extLst>
          </p:cNvPr>
          <p:cNvSpPr>
            <a:spLocks noGrp="1"/>
          </p:cNvSpPr>
          <p:nvPr/>
        </p:nvSpPr>
        <p:spPr>
          <a:xfrm>
            <a:off x="3143250" y="4838700"/>
            <a:ext cx="5905500" cy="1028700"/>
          </a:xfrm>
          <a:prstGeom prst="roundRect">
            <a:avLst>
              <a:gd name="adj" fmla="val 92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E9EB53A2-4F81-46F8-A271-EDA4B5C9105C}"/>
              </a:ext>
            </a:extLst>
          </p:cNvPr>
          <p:cNvSpPr>
            <a:spLocks noGrp="1"/>
          </p:cNvSpPr>
          <p:nvPr/>
        </p:nvSpPr>
        <p:spPr>
          <a:xfrm>
            <a:off x="331470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46AA9D5-A746-4448-9710-5D15E8FB4F61}"/>
              </a:ext>
            </a:extLst>
          </p:cNvPr>
          <p:cNvSpPr>
            <a:spLocks noGrp="1"/>
          </p:cNvSpPr>
          <p:nvPr/>
        </p:nvSpPr>
        <p:spPr>
          <a:xfrm>
            <a:off x="348615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CFE7939-1036-4BEE-ABF2-789D02FF5655}"/>
              </a:ext>
            </a:extLst>
          </p:cNvPr>
          <p:cNvSpPr>
            <a:spLocks noGrp="1"/>
          </p:cNvSpPr>
          <p:nvPr/>
        </p:nvSpPr>
        <p:spPr>
          <a:xfrm>
            <a:off x="365760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817B639E-D924-4BB1-AFF6-27B5738A39B5}"/>
              </a:ext>
            </a:extLst>
          </p:cNvPr>
          <p:cNvSpPr>
            <a:spLocks noGrp="1"/>
          </p:cNvSpPr>
          <p:nvPr/>
        </p:nvSpPr>
        <p:spPr>
          <a:xfrm>
            <a:off x="3352800" y="5257800"/>
            <a:ext cx="5486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70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">
            <a:extLst>
              <a:ext uri="{FF2B5EF4-FFF2-40B4-BE49-F238E27FC236}">
                <ns2:creationId id="{B42A01B3-454B-441B-94D2-D57C8015926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D27B77B-999F-42C9-8BBD-566A42BFF9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>
              <a:ext uri="{FF2B5EF4-FFF2-40B4-BE49-F238E27FC236}">
                <ns2:creationId id="{D0C2F858-4505-4B32-A68F-4653D2DEAA9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151657281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05CE85E-B951-41C2-A31D-898FB0D1E7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">
            <a:extLst>
              <a:ext uri="{FF2B5EF4-FFF2-40B4-BE49-F238E27FC236}">
                <ns2:creationId id="{44803DDD-2EDE-461E-8408-9CEC6BD8AA0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demo-mysql 確認資料庫可用</a:t>
            </a:r>
          </a:p>
        </p:txBody>
      </p:sp>
      <p:sp>
        <p:nvSpPr>
          <p:cNvPr id="3" name="">
            <a:extLst>
              <a:ext uri="{FF2B5EF4-FFF2-40B4-BE49-F238E27FC236}">
                <ns2:creationId id="{6A0FDC53-9C70-463C-B8D3-71F1E8B8BD80}"/>
              </a:ext>
            </a:extLst>
          </p:cNvPr>
          <p:cNvSpPr>
            <a:spLocks noGrp="1"/>
          </p:cNvSpPr>
          <p:nvPr/>
        </p:nvSpPr>
        <p:spPr>
          <a:xfrm>
            <a:off x="819150" y="1428750"/>
            <a:ext cx="6858000" cy="3505200"/>
          </a:xfrm>
          <a:prstGeom prst="roundRect">
            <a:avLst>
              <a:gd name="adj" fmla="val 27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5C5C32F-EB97-468B-A621-C145EADC9CAD}"/>
              </a:ext>
            </a:extLst>
          </p:cNvPr>
          <p:cNvSpPr>
            <a:spLocks noGrp="1"/>
          </p:cNvSpPr>
          <p:nvPr/>
        </p:nvSpPr>
        <p:spPr>
          <a:xfrm>
            <a:off x="99060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46E790F-732F-4F34-943E-F987B54E31BA}"/>
              </a:ext>
            </a:extLst>
          </p:cNvPr>
          <p:cNvSpPr>
            <a:spLocks noGrp="1"/>
          </p:cNvSpPr>
          <p:nvPr/>
        </p:nvSpPr>
        <p:spPr>
          <a:xfrm>
            <a:off x="116205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327BB44-9687-4C34-B84D-7207D9887591}"/>
              </a:ext>
            </a:extLst>
          </p:cNvPr>
          <p:cNvSpPr>
            <a:spLocks noGrp="1"/>
          </p:cNvSpPr>
          <p:nvPr/>
        </p:nvSpPr>
        <p:spPr>
          <a:xfrm>
            <a:off x="133350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6BD62FC-5561-4062-82C4-F68DF7FC29EF}"/>
              </a:ext>
            </a:extLst>
          </p:cNvPr>
          <p:cNvSpPr>
            <a:spLocks noGrp="1"/>
          </p:cNvSpPr>
          <p:nvPr/>
        </p:nvSpPr>
        <p:spPr>
          <a:xfrm>
            <a:off x="1028700" y="1847850"/>
            <a:ext cx="64389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demo-mysql mysql -u demo_user -p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demo_db;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test (id INT PRIMARY KEY, message VARCHAR(100));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test VALUES (1, 'Docker Compose works!');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test;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8" name="">
            <a:extLst>
              <a:ext uri="{FF2B5EF4-FFF2-40B4-BE49-F238E27FC236}">
                <ns2:creationId id="{8112AC9D-6ED5-4411-978E-DA57123544BF}"/>
              </a:ext>
            </a:extLst>
          </p:cNvPr>
          <p:cNvSpPr>
            <a:spLocks noGrp="1"/>
          </p:cNvSpPr>
          <p:nvPr/>
        </p:nvSpPr>
        <p:spPr>
          <a:xfrm>
            <a:off x="8172450" y="2038350"/>
            <a:ext cx="2857500" cy="1600200"/>
          </a:xfrm>
          <a:prstGeom prst="roundRect">
            <a:avLst>
              <a:gd name="adj" fmla="val 7143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E612176-FA1F-492C-B481-489F034269ED}"/>
              </a:ext>
            </a:extLst>
          </p:cNvPr>
          <p:cNvSpPr>
            <a:spLocks noGrp="1"/>
          </p:cNvSpPr>
          <p:nvPr/>
        </p:nvSpPr>
        <p:spPr>
          <a:xfrm>
            <a:off x="8401050" y="22288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">
            <a:extLst>
              <a:ext uri="{FF2B5EF4-FFF2-40B4-BE49-F238E27FC236}">
                <ns2:creationId id="{207A063A-3D12-4F65-B219-669D15634A99}"/>
              </a:ext>
            </a:extLst>
          </p:cNvPr>
          <p:cNvSpPr>
            <a:spLocks noGrp="1"/>
          </p:cNvSpPr>
          <p:nvPr/>
        </p:nvSpPr>
        <p:spPr>
          <a:xfrm>
            <a:off x="8401050" y="2647950"/>
            <a:ext cx="2400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92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不是只看容器 Up，而是確認 MySQL 真的可以登入、建表、寫入、查詢。</a:t>
            </a:r>
          </a:p>
        </p:txBody>
      </p:sp>
      <p:sp>
        <p:nvSpPr>
          <p:cNvPr id="11" name="">
            <a:extLst>
              <a:ext uri="{FF2B5EF4-FFF2-40B4-BE49-F238E27FC236}">
                <ns2:creationId id="{314DE522-3962-44B7-879B-6F43B4EB0C8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615CFC8-DC87-441C-828E-7A339002929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4B4A4B2D-FD34-4D67-86F2-E7856800CF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890504386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C626EA8-5ACB-4C15-8E32-33E2A508F5C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">
            <a:extLst>
              <a:ext uri="{FF2B5EF4-FFF2-40B4-BE49-F238E27FC236}">
                <ns2:creationId id="{824547F5-4919-40F2-AA7C-3CAA94EBED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">
            <a:extLst>
              <a:ext uri="{FF2B5EF4-FFF2-40B4-BE49-F238E27FC236}">
                <ns2:creationId id="{722086E6-93B6-4355-91D6-7E6E7C3D990C}"/>
              </a:ext>
            </a:extLst>
          </p:cNvPr>
          <p:cNvSpPr>
            <a:spLocks noGrp="1"/>
          </p:cNvSpPr>
          <p:nvPr/>
        </p:nvSpPr>
        <p:spPr>
          <a:xfrm>
            <a:off x="13144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BE8BBD2-0899-4331-B487-02FBF5523C18}"/>
              </a:ext>
            </a:extLst>
          </p:cNvPr>
          <p:cNvSpPr>
            <a:spLocks noGrp="1"/>
          </p:cNvSpPr>
          <p:nvPr/>
        </p:nvSpPr>
        <p:spPr>
          <a:xfrm>
            <a:off x="15430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">
            <a:extLst>
              <a:ext uri="{FF2B5EF4-FFF2-40B4-BE49-F238E27FC236}">
                <ns2:creationId id="{6A156D9E-6826-40A6-B44D-814EB1169666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">
            <a:extLst>
              <a:ext uri="{FF2B5EF4-FFF2-40B4-BE49-F238E27FC236}">
                <ns2:creationId id="{DEB3A4F8-1CDE-4C92-A821-A95167D2A242}"/>
              </a:ext>
            </a:extLst>
          </p:cNvPr>
          <p:cNvSpPr>
            <a:spLocks noGrp="1"/>
          </p:cNvSpPr>
          <p:nvPr/>
        </p:nvSpPr>
        <p:spPr>
          <a:xfrm>
            <a:off x="67818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18D6E432-B905-4C04-9DBE-C113D9B8F3FA}"/>
              </a:ext>
            </a:extLst>
          </p:cNvPr>
          <p:cNvSpPr>
            <a:spLocks noGrp="1"/>
          </p:cNvSpPr>
          <p:nvPr/>
        </p:nvSpPr>
        <p:spPr>
          <a:xfrm>
            <a:off x="70104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">
            <a:extLst>
              <a:ext uri="{FF2B5EF4-FFF2-40B4-BE49-F238E27FC236}">
                <ns2:creationId id="{BD596DCB-B197-4B65-8FD5-012C10533421}"/>
              </a:ext>
            </a:extLst>
          </p:cNvPr>
          <p:cNvSpPr>
            <a:spLocks noGrp="1"/>
          </p:cNvSpPr>
          <p:nvPr/>
        </p:nvSpPr>
        <p:spPr>
          <a:xfrm>
            <a:off x="701040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">
            <a:extLst>
              <a:ext uri="{FF2B5EF4-FFF2-40B4-BE49-F238E27FC236}">
                <ns2:creationId id="{4E2E884B-1C98-40BA-B297-85414312D778}"/>
              </a:ext>
            </a:extLst>
          </p:cNvPr>
          <p:cNvSpPr>
            <a:spLocks noGrp="1"/>
          </p:cNvSpPr>
          <p:nvPr/>
        </p:nvSpPr>
        <p:spPr>
          <a:xfrm>
            <a:off x="1885950" y="4953000"/>
            <a:ext cx="8420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">
            <a:extLst>
              <a:ext uri="{FF2B5EF4-FFF2-40B4-BE49-F238E27FC236}">
                <ns2:creationId id="{5B05F853-13AE-4244-B1CE-AF98E63F8F6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C012212-7EBF-49BC-83F2-89D8AA1ECAE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">
            <a:extLst>
              <a:ext uri="{FF2B5EF4-FFF2-40B4-BE49-F238E27FC236}">
                <ns2:creationId id="{AF515E6C-9207-4057-BE42-FC3779D8A3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447648845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91F89E3-6C5E-4260-A6A3-AF21573AC7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">
            <a:extLst>
              <a:ext uri="{FF2B5EF4-FFF2-40B4-BE49-F238E27FC236}">
                <ns2:creationId id="{7EEC029D-3F16-46BA-A7DB-A62433F3A8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讓多版本 MySQL 可以並存</a:t>
            </a:r>
          </a:p>
        </p:txBody>
      </p:sp>
      <p:sp>
        <p:nvSpPr>
          <p:cNvPr id="3" name="">
            <a:extLst>
              <a:ext uri="{FF2B5EF4-FFF2-40B4-BE49-F238E27FC236}">
                <ns2:creationId id="{E7DEB307-D7E5-49E1-88CE-E0E75862FE61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10744200" cy="2400300"/>
          </a:xfrm>
          <a:prstGeom prst="roundRect">
            <a:avLst>
              <a:gd name="adj" fmla="val 39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61234011-8807-4B56-8352-C679411F2C0B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5F81F8B-615F-4837-A652-73E2F3E3B50C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E23743D-F912-4F9B-88D8-2E6FF593C594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EF7957A-3D1E-4FDE-94C2-C5A784DEDD6C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103251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>
              <a:ext uri="{FF2B5EF4-FFF2-40B4-BE49-F238E27FC236}">
                <ns2:creationId id="{A2D68711-7153-4D0E-9FA6-2335EB7A2B52}"/>
              </a:ext>
            </a:extLst>
          </p:cNvPr>
          <p:cNvSpPr>
            <a:spLocks noGrp="1"/>
          </p:cNvSpPr>
          <p:nvPr/>
        </p:nvSpPr>
        <p:spPr>
          <a:xfrm>
            <a:off x="12382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A9AC709-5020-498E-8BD2-89C90C44EBC2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">
            <a:extLst>
              <a:ext uri="{FF2B5EF4-FFF2-40B4-BE49-F238E27FC236}">
                <ns2:creationId id="{FCEEE478-6962-4E69-8885-4F765EB7BA62}"/>
              </a:ext>
            </a:extLst>
          </p:cNvPr>
          <p:cNvSpPr>
            <a:spLocks noGrp="1"/>
          </p:cNvSpPr>
          <p:nvPr/>
        </p:nvSpPr>
        <p:spPr>
          <a:xfrm>
            <a:off x="14668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">
            <a:extLst>
              <a:ext uri="{FF2B5EF4-FFF2-40B4-BE49-F238E27FC236}">
                <ns2:creationId id="{B776D02B-A812-485C-844A-499740EF2B5F}"/>
              </a:ext>
            </a:extLst>
          </p:cNvPr>
          <p:cNvSpPr>
            <a:spLocks noGrp="1"/>
          </p:cNvSpPr>
          <p:nvPr/>
        </p:nvSpPr>
        <p:spPr>
          <a:xfrm>
            <a:off x="67627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9495787-BA55-4676-BDE2-78CBF0168A04}"/>
              </a:ext>
            </a:extLst>
          </p:cNvPr>
          <p:cNvSpPr>
            <a:spLocks noGrp="1"/>
          </p:cNvSpPr>
          <p:nvPr/>
        </p:nvSpPr>
        <p:spPr>
          <a:xfrm>
            <a:off x="69913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">
            <a:extLst>
              <a:ext uri="{FF2B5EF4-FFF2-40B4-BE49-F238E27FC236}">
                <ns2:creationId id="{86E5DF6C-0AF9-48D3-97B1-9ABFCC966771}"/>
              </a:ext>
            </a:extLst>
          </p:cNvPr>
          <p:cNvSpPr>
            <a:spLocks noGrp="1"/>
          </p:cNvSpPr>
          <p:nvPr/>
        </p:nvSpPr>
        <p:spPr>
          <a:xfrm>
            <a:off x="69913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prune、image prune、system prune -a 都要確認後再執行。</a:t>
            </a:r>
          </a:p>
        </p:txBody>
      </p:sp>
      <p:sp>
        <p:nvSpPr>
          <p:cNvPr id="14" name="">
            <a:extLst>
              <a:ext uri="{FF2B5EF4-FFF2-40B4-BE49-F238E27FC236}">
                <ns2:creationId id="{1A830DF6-7690-4190-8C76-C0DF7BF93A2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9BB9AAF-C80D-429C-9222-08DCC4A7A6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>
              <a:ext uri="{FF2B5EF4-FFF2-40B4-BE49-F238E27FC236}">
                <ns2:creationId id="{CD73D08D-4626-4010-9617-F8EB7EB24A6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1212774863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2F684B1-2C17-4B01-951D-AB4E5E6EE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>
              <a:ext uri="{FF2B5EF4-FFF2-40B4-BE49-F238E27FC236}">
                <ns2:creationId id="{244A60BE-DDC1-437D-A99C-565B334080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">
            <a:extLst>
              <a:ext uri="{FF2B5EF4-FFF2-40B4-BE49-F238E27FC236}">
                <ns2:creationId id="{6CAD7A30-5DB5-4B9C-94F4-28F19E0EBA80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2552700"/>
          </a:xfrm>
          <a:prstGeom prst="roundRect">
            <a:avLst>
              <a:gd name="adj" fmla="val 373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A9BF3D3-9B99-4870-9992-AA91DAB47D81}"/>
              </a:ext>
            </a:extLst>
          </p:cNvPr>
          <p:cNvSpPr>
            <a:spLocks noGrp="1"/>
          </p:cNvSpPr>
          <p:nvPr/>
        </p:nvSpPr>
        <p:spPr>
          <a:xfrm>
            <a:off x="89535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D54A2B8-BF1C-4B4E-BCB4-4B4A5AC458DB}"/>
              </a:ext>
            </a:extLst>
          </p:cNvPr>
          <p:cNvSpPr>
            <a:spLocks noGrp="1"/>
          </p:cNvSpPr>
          <p:nvPr/>
        </p:nvSpPr>
        <p:spPr>
          <a:xfrm>
            <a:off x="106680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9E54312-9104-4A34-BB5A-7660CD4272AB}"/>
              </a:ext>
            </a:extLst>
          </p:cNvPr>
          <p:cNvSpPr>
            <a:spLocks noGrp="1"/>
          </p:cNvSpPr>
          <p:nvPr/>
        </p:nvSpPr>
        <p:spPr>
          <a:xfrm>
            <a:off x="123825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557A447A-8AC0-4C1F-80E7-9AE76AA1C732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10325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>
              <a:ext uri="{FF2B5EF4-FFF2-40B4-BE49-F238E27FC236}">
                <ns2:creationId id="{13880EE4-8A7B-48AC-9D9A-526321E48013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8397DAC-F0A6-44BC-8E95-C2315E170EC8}"/>
              </a:ext>
            </a:extLst>
          </p:cNvPr>
          <p:cNvSpPr>
            <a:spLocks noGrp="1"/>
          </p:cNvSpPr>
          <p:nvPr/>
        </p:nvSpPr>
        <p:spPr>
          <a:xfrm>
            <a:off x="11811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">
            <a:extLst>
              <a:ext uri="{FF2B5EF4-FFF2-40B4-BE49-F238E27FC236}">
                <ns2:creationId id="{FEA09A93-E670-49BB-876E-91DC4D36636B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">
            <a:extLst>
              <a:ext uri="{FF2B5EF4-FFF2-40B4-BE49-F238E27FC236}">
                <ns2:creationId id="{5FD76C92-3228-4999-9DCA-7490B688006E}"/>
              </a:ext>
            </a:extLst>
          </p:cNvPr>
          <p:cNvSpPr>
            <a:spLocks noGrp="1"/>
          </p:cNvSpPr>
          <p:nvPr/>
        </p:nvSpPr>
        <p:spPr>
          <a:xfrm>
            <a:off x="46863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9FC5DC5-54D9-4349-8BD0-B9F3A28813DB}"/>
              </a:ext>
            </a:extLst>
          </p:cNvPr>
          <p:cNvSpPr>
            <a:spLocks noGrp="1"/>
          </p:cNvSpPr>
          <p:nvPr/>
        </p:nvSpPr>
        <p:spPr>
          <a:xfrm>
            <a:off x="49149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">
            <a:extLst>
              <a:ext uri="{FF2B5EF4-FFF2-40B4-BE49-F238E27FC236}">
                <ns2:creationId id="{CC9EE890-5782-4D4A-AE77-FB9322861F36}"/>
              </a:ext>
            </a:extLst>
          </p:cNvPr>
          <p:cNvSpPr>
            <a:spLocks noGrp="1"/>
          </p:cNvSpPr>
          <p:nvPr/>
        </p:nvSpPr>
        <p:spPr>
          <a:xfrm>
            <a:off x="49149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">
            <a:extLst>
              <a:ext uri="{FF2B5EF4-FFF2-40B4-BE49-F238E27FC236}">
                <ns2:creationId id="{0235AFB1-AB7E-47F7-AF35-0E7FA37FE0F4}"/>
              </a:ext>
            </a:extLst>
          </p:cNvPr>
          <p:cNvSpPr>
            <a:spLocks noGrp="1"/>
          </p:cNvSpPr>
          <p:nvPr/>
        </p:nvSpPr>
        <p:spPr>
          <a:xfrm>
            <a:off x="84201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851AF5D1-4401-4928-9EC0-38F3503C59F9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">
            <a:extLst>
              <a:ext uri="{FF2B5EF4-FFF2-40B4-BE49-F238E27FC236}">
                <ns2:creationId id="{F9F2A973-7E6E-4406-B6AD-88D6F526BDBB}"/>
              </a:ext>
            </a:extLst>
          </p:cNvPr>
          <p:cNvSpPr>
            <a:spLocks noGrp="1"/>
          </p:cNvSpPr>
          <p:nvPr/>
        </p:nvSpPr>
        <p:spPr>
          <a:xfrm>
            <a:off x="86487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mysql8 mysql9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需要資料才加 volume</a:t>
            </a:r>
          </a:p>
        </p:txBody>
      </p:sp>
      <p:sp>
        <p:nvSpPr>
          <p:cNvPr id="17" name="">
            <a:extLst>
              <a:ext uri="{FF2B5EF4-FFF2-40B4-BE49-F238E27FC236}">
                <ns2:creationId id="{18857602-8D70-4295-84D5-9F44348CA2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E0D2EEC-3384-4D01-8D77-9819DEE2FDD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>
              <a:ext uri="{FF2B5EF4-FFF2-40B4-BE49-F238E27FC236}">
                <ns2:creationId id="{F6BF70F4-A37F-4D29-8803-C3A6235608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058164303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711F0B6-62AA-43D4-B556-696DB35A5C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>
              <a:ext uri="{FF2B5EF4-FFF2-40B4-BE49-F238E27FC236}">
                <ns2:creationId id="{601BE7D2-8043-4DAC-A573-AEA1E6301AA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">
            <a:extLst>
              <a:ext uri="{FF2B5EF4-FFF2-40B4-BE49-F238E27FC236}">
                <ns2:creationId id="{10B94D57-EB94-478C-BE50-387A3CF60771}"/>
              </a:ext>
            </a:extLst>
          </p:cNvPr>
          <p:cNvSpPr>
            <a:spLocks noGrp="1"/>
          </p:cNvSpPr>
          <p:nvPr/>
        </p:nvSpPr>
        <p:spPr>
          <a:xfrm>
            <a:off x="9144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0D3D806-EAC1-4087-9ED8-25520A3BC727}"/>
              </a:ext>
            </a:extLst>
          </p:cNvPr>
          <p:cNvSpPr>
            <a:spLocks noGrp="1"/>
          </p:cNvSpPr>
          <p:nvPr/>
        </p:nvSpPr>
        <p:spPr>
          <a:xfrm>
            <a:off x="11430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C1：Nginx + MySQL + Redis</a:t>
            </a:r>
          </a:p>
        </p:txBody>
      </p:sp>
      <p:sp>
        <p:nvSpPr>
          <p:cNvPr id="5" name="">
            <a:extLst>
              <a:ext uri="{FF2B5EF4-FFF2-40B4-BE49-F238E27FC236}">
                <ns2:creationId id="{EA401198-E200-44DE-8207-E6BAAED867B3}"/>
              </a:ext>
            </a:extLst>
          </p:cNvPr>
          <p:cNvSpPr>
            <a:spLocks noGrp="1"/>
          </p:cNvSpPr>
          <p:nvPr/>
        </p:nvSpPr>
        <p:spPr>
          <a:xfrm>
            <a:off x="11430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參考前面解答，改出一個 docker-compose.yml 同時啟動三個服務，並用 docker compose ps 和 docker stats 觀察狀態與資源。</a:t>
            </a:r>
          </a:p>
        </p:txBody>
      </p:sp>
      <p:sp>
        <p:nvSpPr>
          <p:cNvPr id="6" name="">
            <a:extLst>
              <a:ext uri="{FF2B5EF4-FFF2-40B4-BE49-F238E27FC236}">
                <ns2:creationId id="{33DD4825-0C2A-4AF8-8077-AC6D442009B3}"/>
              </a:ext>
            </a:extLst>
          </p:cNvPr>
          <p:cNvSpPr>
            <a:spLocks noGrp="1"/>
          </p:cNvSpPr>
          <p:nvPr/>
        </p:nvSpPr>
        <p:spPr>
          <a:xfrm>
            <a:off x="65151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F87105D-AB09-46AD-A622-3F102B60F746}"/>
              </a:ext>
            </a:extLst>
          </p:cNvPr>
          <p:cNvSpPr>
            <a:spLocks noGrp="1"/>
          </p:cNvSpPr>
          <p:nvPr/>
        </p:nvSpPr>
        <p:spPr>
          <a:xfrm>
            <a:off x="67437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">
            <a:extLst>
              <a:ext uri="{FF2B5EF4-FFF2-40B4-BE49-F238E27FC236}">
                <ns2:creationId id="{30D90466-E0E5-4B1D-8558-37B915E0D9CD}"/>
              </a:ext>
            </a:extLst>
          </p:cNvPr>
          <p:cNvSpPr>
            <a:spLocks noGrp="1"/>
          </p:cNvSpPr>
          <p:nvPr/>
        </p:nvSpPr>
        <p:spPr>
          <a:xfrm>
            <a:off x="67437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">
            <a:extLst>
              <a:ext uri="{FF2B5EF4-FFF2-40B4-BE49-F238E27FC236}">
                <ns2:creationId id="{9374C755-3EA3-4D16-ABF8-B2086E0D3444}"/>
              </a:ext>
            </a:extLst>
          </p:cNvPr>
          <p:cNvSpPr>
            <a:spLocks noGrp="1"/>
          </p:cNvSpPr>
          <p:nvPr/>
        </p:nvSpPr>
        <p:spPr>
          <a:xfrm>
            <a:off x="2076450" y="4762500"/>
            <a:ext cx="80391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BD1EF222-50D8-41A6-893C-1BD1FE17A576}"/>
              </a:ext>
            </a:extLst>
          </p:cNvPr>
          <p:cNvSpPr>
            <a:spLocks noGrp="1"/>
          </p:cNvSpPr>
          <p:nvPr/>
        </p:nvSpPr>
        <p:spPr>
          <a:xfrm>
            <a:off x="2381250" y="49530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">
            <a:extLst>
              <a:ext uri="{FF2B5EF4-FFF2-40B4-BE49-F238E27FC236}">
                <ns2:creationId id="{5ACF5D00-94EE-4B22-AADA-24028FAF78D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EF44DFF-C1C0-47E4-A541-993BD10068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30C3ED2C-3B43-47D6-9CF0-CD0383C42BF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645121320"/>
      </p:ext>
    </p:extLst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: 啟動 MySQL 8.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1: 啟動 MySQL 8.0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Code 1/10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2: Product 資料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2: Product 資料表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'產品編號',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'產品名稱',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'售價',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'庫存數量',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CreatedAt TIMESTAMP NOT NULL DEFAULT CURRENT_TIMESTAMP COMMENT '建立時間'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ENGINE=InnoDB DEFAULT CHARSET=utf8mb4 COMMENT='產品資料表';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Code 2/10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3: 新增與查詢資料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3: 新增與查詢資料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('藍牙耳機', 1290.00, 50),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線', 299.00, 150),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('機械鍵盤', 2490.00, 30);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'藍牙耳機';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線';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Code 3/10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4: MySQL docker-compose.yml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4: MySQL docker-compose.yml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testdb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testuser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testpass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Code 4/10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5: Nginx + Redis index.html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5: Nginx + Redis index.html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&lt;!DOCTYPE html&gt;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&lt;html&gt;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&lt;head&gt;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&lt;meta charset="utf-8"&gt;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&lt;title&gt;Nginx + Redis Compose&lt;/title&gt;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&lt;style&gt;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body { font-family: Arial; max-width: 680px; margin: 48px auto; line-height: 1.7; }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h1 { color: #0f766e; }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code { background: #eef2ff; padding: 2px 6px; border-radius: 4px; }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&lt;/style&gt;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&lt;/head&gt;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&lt;body&gt;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&lt;h1&gt;Nginx + Redis 已用 Docker Compose 啟動&lt;/h1&gt;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&lt;p&gt;這個頁面由 Nginx 容器提供服務。&lt;/p&gt;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&lt;p&gt;同一份 &lt;code&gt;docker-compose.yml&lt;/code&gt; 也啟動了一個 Redis 容器。&lt;/p&gt;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&lt;/body&gt;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&lt;/html&gt;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Code 5/10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6: Nginx + Redis compose.yml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6: Nginx + Redis compose.yml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./html:/usr/share/nginx/html:ro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redis: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redis:7-alpine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compose-redis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"6379:6379"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Code 6/10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7: Nginx + MySQL compose.yml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7: Nginx + MySQL compose.yml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# Nginx 網頁伺服器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demo-web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./html:/usr/share/nginx/html:ro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# MySQL 資料庫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demo-mysql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demo_user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demo_pass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Code 7/10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8: Nginx + MySQL compose.yml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8: Nginx + MySQL compose.yml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Code 8/10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9: 多版本 MySQL compose.yml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9: 多版本 MySQL compose.yml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Code 9/10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0: 多版本 MySQL compose.yml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10: 多版本 MySQL compose.yml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Code 10/10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2026-06-19T07:49:03.2420000Z</dcterms:created>
  <dcterms:modified xsi:type="dcterms:W3CDTF">2026-06-19T07:49:03.2420000Z</dcterms:modified>
</coreProperties>
</file>