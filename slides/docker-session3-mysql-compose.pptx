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ca10b98f4f40c0" /><Relationship Type="http://schemas.openxmlformats.org/officeDocument/2006/relationships/extended-properties" Target="/docProps/app.xml" Id="R599015e319374f49" /><Relationship Type="http://schemas.openxmlformats.org/officeDocument/2006/relationships/officeDocument" Target="/ppt/presentation.xml" Id="Rbe71d653e8ec47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6899fb89654cef"/>
  </p:sldMasterIdLst>
  <p:notesMasterIdLst>
    <p:notesMasterId xmlns:r="http://schemas.openxmlformats.org/officeDocument/2006/relationships" r:id="R2e7bde6b903648e1"/>
  </p:notesMasterIdLst>
  <p:sldIdLst>
    <p:sldId xmlns:r="http://schemas.openxmlformats.org/officeDocument/2006/relationships" id="256" r:id="R72a0ee6ab0734502"/>
    <p:sldId xmlns:r="http://schemas.openxmlformats.org/officeDocument/2006/relationships" id="257" r:id="Rc2b59579e6064116"/>
    <p:sldId xmlns:r="http://schemas.openxmlformats.org/officeDocument/2006/relationships" id="258" r:id="R40f2c42d6fd743f3"/>
    <p:sldId xmlns:r="http://schemas.openxmlformats.org/officeDocument/2006/relationships" id="259" r:id="Rf2d987227e0e4d7c"/>
    <p:sldId xmlns:r="http://schemas.openxmlformats.org/officeDocument/2006/relationships" id="260" r:id="Read5e2151f854130"/>
    <p:sldId xmlns:r="http://schemas.openxmlformats.org/officeDocument/2006/relationships" id="261" r:id="R8f20de5f4f3d4069"/>
    <p:sldId xmlns:r="http://schemas.openxmlformats.org/officeDocument/2006/relationships" id="262" r:id="Rb79afbafff624c23"/>
    <p:sldId xmlns:r="http://schemas.openxmlformats.org/officeDocument/2006/relationships" id="263" r:id="R422ab03024c445e8"/>
    <p:sldId xmlns:r="http://schemas.openxmlformats.org/officeDocument/2006/relationships" id="264" r:id="R97b6a315b7354eb0"/>
    <p:sldId xmlns:r="http://schemas.openxmlformats.org/officeDocument/2006/relationships" id="265" r:id="R0c0237d2d2a74850"/>
    <p:sldId xmlns:r="http://schemas.openxmlformats.org/officeDocument/2006/relationships" id="266" r:id="R0eb8364cda8c427a"/>
    <p:sldId xmlns:r="http://schemas.openxmlformats.org/officeDocument/2006/relationships" id="267" r:id="Raa431fe88a984d5a"/>
    <p:sldId xmlns:r="http://schemas.openxmlformats.org/officeDocument/2006/relationships" id="268" r:id="R94f5aa424cac4a02"/>
    <p:sldId xmlns:r="http://schemas.openxmlformats.org/officeDocument/2006/relationships" id="269" r:id="R61c04f2a69e045e3"/>
    <p:sldId xmlns:r="http://schemas.openxmlformats.org/officeDocument/2006/relationships" id="270" r:id="R984a950d2bb845bc"/>
    <p:sldId xmlns:r="http://schemas.openxmlformats.org/officeDocument/2006/relationships" id="271" r:id="Rfedb38e2f8d847e1"/>
    <p:sldId xmlns:r="http://schemas.openxmlformats.org/officeDocument/2006/relationships" id="272" r:id="R3f05d9d3ace7408e"/>
    <p:sldId xmlns:r="http://schemas.openxmlformats.org/officeDocument/2006/relationships" id="273" r:id="Ra13bed3d607a45d7"/>
    <p:sldId xmlns:r="http://schemas.openxmlformats.org/officeDocument/2006/relationships" id="274" r:id="R4001c8fc48be4d95"/>
    <p:sldId xmlns:r="http://schemas.openxmlformats.org/officeDocument/2006/relationships" id="275" r:id="R4740fc49380f4123"/>
    <p:sldId xmlns:r="http://schemas.openxmlformats.org/officeDocument/2006/relationships" id="276" r:id="Rd583264692674b28"/>
    <p:sldId xmlns:r="http://schemas.openxmlformats.org/officeDocument/2006/relationships" id="277" r:id="R863a4f9a5849445f"/>
    <p:sldId xmlns:r="http://schemas.openxmlformats.org/officeDocument/2006/relationships" id="278" r:id="Raa95d453611646ec"/>
    <p:sldId xmlns:r="http://schemas.openxmlformats.org/officeDocument/2006/relationships" id="279" r:id="R2f862b5ab1564615"/>
    <p:sldId xmlns:r="http://schemas.openxmlformats.org/officeDocument/2006/relationships" id="280" r:id="R960c11862b8f4230"/>
    <p:sldId xmlns:r="http://schemas.openxmlformats.org/officeDocument/2006/relationships" id="281" r:id="R1ac6b53cffb74d7e"/>
    <p:sldId xmlns:r="http://schemas.openxmlformats.org/officeDocument/2006/relationships" id="282" r:id="Re3cabab995cb4bc7"/>
    <p:sldId xmlns:r="http://schemas.openxmlformats.org/officeDocument/2006/relationships" id="283" r:id="R88d1639e46854e4f"/>
    <p:sldId xmlns:r="http://schemas.openxmlformats.org/officeDocument/2006/relationships" id="284" r:id="R19763e7e77a84637"/>
    <p:sldId xmlns:r="http://schemas.openxmlformats.org/officeDocument/2006/relationships" id="285" r:id="R78c770e502624dc9"/>
    <p:sldId xmlns:r="http://schemas.openxmlformats.org/officeDocument/2006/relationships" id="286" r:id="R200f620f1b9d479c"/>
    <p:sldId xmlns:r="http://schemas.openxmlformats.org/officeDocument/2006/relationships" id="287" r:id="R59434613543d47f8"/>
    <p:sldId xmlns:r="http://schemas.openxmlformats.org/officeDocument/2006/relationships" id="288" r:id="R7b0e831396b04c56"/>
    <p:sldId xmlns:r="http://schemas.openxmlformats.org/officeDocument/2006/relationships" id="289" r:id="R0609041351ce40da"/>
    <p:sldId xmlns:r="http://schemas.openxmlformats.org/officeDocument/2006/relationships" id="290" r:id="Ra9dcb2bc055c4fca"/>
    <p:sldId xmlns:r="http://schemas.openxmlformats.org/officeDocument/2006/relationships" id="291" r:id="Rd318afd2f0cd45a9"/>
    <p:sldId xmlns:r="http://schemas.openxmlformats.org/officeDocument/2006/relationships" id="292" r:id="R65eb40d74f2b4a52"/>
    <p:sldId xmlns:r="http://schemas.openxmlformats.org/officeDocument/2006/relationships" id="293" r:id="R402003cdae0d4c54"/>
    <p:sldId xmlns:r="http://schemas.openxmlformats.org/officeDocument/2006/relationships" id="294" r:id="R753514729c314b20"/>
    <p:sldId xmlns:r="http://schemas.openxmlformats.org/officeDocument/2006/relationships" id="295" r:id="R51644a97ab154e8e"/>
    <p:sldId xmlns:r="http://schemas.openxmlformats.org/officeDocument/2006/relationships" id="296" r:id="Ra7deb6e16a0c4f62"/>
    <p:sldId xmlns:r="http://schemas.openxmlformats.org/officeDocument/2006/relationships" id="297" r:id="R791c056061064564"/>
    <p:sldId xmlns:r="http://schemas.openxmlformats.org/officeDocument/2006/relationships" id="298" r:id="R6476cf9d716d4695"/>
    <p:sldId xmlns:r="http://schemas.openxmlformats.org/officeDocument/2006/relationships" id="299" r:id="R8dbc3950e4b344bf"/>
    <p:sldId xmlns:r="http://schemas.openxmlformats.org/officeDocument/2006/relationships" id="300" r:id="R23e244290b7b46fb"/>
    <p:sldId xmlns:r="http://schemas.openxmlformats.org/officeDocument/2006/relationships" id="301" r:id="R4b371ed958a4470e"/>
    <p:sldId xmlns:r="http://schemas.openxmlformats.org/officeDocument/2006/relationships" id="302" r:id="R4568227441324b73"/>
    <p:sldId xmlns:r="http://schemas.openxmlformats.org/officeDocument/2006/relationships" id="303" r:id="R30c3b1f4a7cb42c6"/>
    <p:sldId xmlns:r="http://schemas.openxmlformats.org/officeDocument/2006/relationships" id="304" r:id="R002733b2c5224374"/>
    <p:sldId xmlns:r="http://schemas.openxmlformats.org/officeDocument/2006/relationships" id="305" r:id="R84ebf96698ae4ed9"/>
    <p:sldId xmlns:r="http://schemas.openxmlformats.org/officeDocument/2006/relationships" id="306" r:id="R4e2d07946f84497e"/>
    <p:sldId xmlns:r="http://schemas.openxmlformats.org/officeDocument/2006/relationships" id="307" r:id="R666497194c1f428b"/>
    <p:sldId xmlns:r="http://schemas.openxmlformats.org/officeDocument/2006/relationships" id="308" r:id="Rf02dfb37d7bd4c65"/>
    <p:sldId xmlns:r="http://schemas.openxmlformats.org/officeDocument/2006/relationships" id="309" r:id="Rb7ffaa070a3d4810"/>
    <p:sldId xmlns:r="http://schemas.openxmlformats.org/officeDocument/2006/relationships" id="310" r:id="Rc45ba4f9d18247ce"/>
    <p:sldId xmlns:r="http://schemas.openxmlformats.org/officeDocument/2006/relationships" id="311" r:id="Ra4f559a450ca4083"/>
    <p:sldId xmlns:r="http://schemas.openxmlformats.org/officeDocument/2006/relationships" id="312" r:id="R4d4d4ce99f89447b"/>
    <p:sldId xmlns:r="http://schemas.openxmlformats.org/officeDocument/2006/relationships" id="313" r:id="R1356ee37fa7b4dff"/>
    <p:sldId xmlns:r="http://schemas.openxmlformats.org/officeDocument/2006/relationships" id="314" r:id="Rd9890dc87d2f4170"/>
    <p:sldId xmlns:r="http://schemas.openxmlformats.org/officeDocument/2006/relationships" id="315" r:id="R39a9bcc4f8bc4fdc"/>
    <p:sldId xmlns:r="http://schemas.openxmlformats.org/officeDocument/2006/relationships" id="316" r:id="Rcfbdfd0e0af143bf"/>
    <p:sldId xmlns:r="http://schemas.openxmlformats.org/officeDocument/2006/relationships" id="317" r:id="R719e607dfc6945c8"/>
    <p:sldId xmlns:r="http://schemas.openxmlformats.org/officeDocument/2006/relationships" id="318" r:id="Re1d6d0ba1b6a451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ba684aa23c4c48" /><Relationship Type="http://schemas.openxmlformats.org/officeDocument/2006/relationships/slideMaster" Target="/ppt/slideMasters/slideMaster1.xml" Id="R666899fb89654cef" /><Relationship Type="http://schemas.openxmlformats.org/officeDocument/2006/relationships/notesMaster" Target="/ppt/notesMasters/notesMaster1.xml" Id="R2e7bde6b903648e1" /><Relationship Type="http://schemas.openxmlformats.org/officeDocument/2006/relationships/presProps" Target="/ppt/presProps.xml" Id="Rad2b09c9f5994e22" /><Relationship Type="http://schemas.openxmlformats.org/officeDocument/2006/relationships/tableStyles" Target="/ppt/tableStyles.xml" Id="Rdc376126909046f3" /><Relationship Type="http://schemas.openxmlformats.org/officeDocument/2006/relationships/slide" Target="/ppt/slides/slide1.xml" Id="R72a0ee6ab0734502" /><Relationship Type="http://schemas.openxmlformats.org/officeDocument/2006/relationships/slide" Target="/ppt/slides/slide2.xml" Id="Rc2b59579e6064116" /><Relationship Type="http://schemas.openxmlformats.org/officeDocument/2006/relationships/slide" Target="/ppt/slides/slide3.xml" Id="R40f2c42d6fd743f3" /><Relationship Type="http://schemas.openxmlformats.org/officeDocument/2006/relationships/slide" Target="/ppt/slides/slide4.xml" Id="Rf2d987227e0e4d7c" /><Relationship Type="http://schemas.openxmlformats.org/officeDocument/2006/relationships/slide" Target="/ppt/slides/slide5.xml" Id="Read5e2151f854130" /><Relationship Type="http://schemas.openxmlformats.org/officeDocument/2006/relationships/slide" Target="/ppt/slides/slide6.xml" Id="R8f20de5f4f3d4069" /><Relationship Type="http://schemas.openxmlformats.org/officeDocument/2006/relationships/slide" Target="/ppt/slides/slide7.xml" Id="Rb79afbafff624c23" /><Relationship Type="http://schemas.openxmlformats.org/officeDocument/2006/relationships/slide" Target="/ppt/slides/slide8.xml" Id="R422ab03024c445e8" /><Relationship Type="http://schemas.openxmlformats.org/officeDocument/2006/relationships/slide" Target="/ppt/slides/slide9.xml" Id="R97b6a315b7354eb0" /><Relationship Type="http://schemas.openxmlformats.org/officeDocument/2006/relationships/slide" Target="/ppt/slides/slide10.xml" Id="R0c0237d2d2a74850" /><Relationship Type="http://schemas.openxmlformats.org/officeDocument/2006/relationships/slide" Target="/ppt/slides/slide11.xml" Id="R0eb8364cda8c427a" /><Relationship Type="http://schemas.openxmlformats.org/officeDocument/2006/relationships/slide" Target="/ppt/slides/slide12.xml" Id="Raa431fe88a984d5a" /><Relationship Type="http://schemas.openxmlformats.org/officeDocument/2006/relationships/slide" Target="/ppt/slides/slide13.xml" Id="R94f5aa424cac4a02" /><Relationship Type="http://schemas.openxmlformats.org/officeDocument/2006/relationships/slide" Target="/ppt/slides/slide14.xml" Id="R61c04f2a69e045e3" /><Relationship Type="http://schemas.openxmlformats.org/officeDocument/2006/relationships/slide" Target="/ppt/slides/slide15.xml" Id="R984a950d2bb845bc" /><Relationship Type="http://schemas.openxmlformats.org/officeDocument/2006/relationships/slide" Target="/ppt/slides/slide16.xml" Id="Rfedb38e2f8d847e1" /><Relationship Type="http://schemas.openxmlformats.org/officeDocument/2006/relationships/slide" Target="/ppt/slides/slide17.xml" Id="R3f05d9d3ace7408e" /><Relationship Type="http://schemas.openxmlformats.org/officeDocument/2006/relationships/slide" Target="/ppt/slides/slide18.xml" Id="Ra13bed3d607a45d7" /><Relationship Type="http://schemas.openxmlformats.org/officeDocument/2006/relationships/slide" Target="/ppt/slides/slide19.xml" Id="R4001c8fc48be4d95" /><Relationship Type="http://schemas.openxmlformats.org/officeDocument/2006/relationships/slide" Target="/ppt/slides/slide20.xml" Id="R4740fc49380f4123" /><Relationship Type="http://schemas.openxmlformats.org/officeDocument/2006/relationships/slide" Target="/ppt/slides/slide21.xml" Id="Rd583264692674b28" /><Relationship Type="http://schemas.openxmlformats.org/officeDocument/2006/relationships/slide" Target="/ppt/slides/slide22.xml" Id="R863a4f9a5849445f" /><Relationship Type="http://schemas.openxmlformats.org/officeDocument/2006/relationships/slide" Target="/ppt/slides/slide23.xml" Id="Raa95d453611646ec" /><Relationship Type="http://schemas.openxmlformats.org/officeDocument/2006/relationships/slide" Target="/ppt/slides/slide24.xml" Id="R2f862b5ab1564615" /><Relationship Type="http://schemas.openxmlformats.org/officeDocument/2006/relationships/slide" Target="/ppt/slides/slide25.xml" Id="R960c11862b8f4230" /><Relationship Type="http://schemas.openxmlformats.org/officeDocument/2006/relationships/slide" Target="/ppt/slides/slide26.xml" Id="R1ac6b53cffb74d7e" /><Relationship Type="http://schemas.openxmlformats.org/officeDocument/2006/relationships/slide" Target="/ppt/slides/slide27.xml" Id="Re3cabab995cb4bc7" /><Relationship Type="http://schemas.openxmlformats.org/officeDocument/2006/relationships/slide" Target="/ppt/slides/slide28.xml" Id="R88d1639e46854e4f" /><Relationship Type="http://schemas.openxmlformats.org/officeDocument/2006/relationships/slide" Target="/ppt/slides/slide29.xml" Id="R19763e7e77a84637" /><Relationship Type="http://schemas.openxmlformats.org/officeDocument/2006/relationships/slide" Target="/ppt/slides/slide30.xml" Id="R78c770e502624dc9" /><Relationship Type="http://schemas.openxmlformats.org/officeDocument/2006/relationships/slide" Target="/ppt/slides/slide31.xml" Id="R200f620f1b9d479c" /><Relationship Type="http://schemas.openxmlformats.org/officeDocument/2006/relationships/slide" Target="/ppt/slides/slide32.xml" Id="R59434613543d47f8" /><Relationship Type="http://schemas.openxmlformats.org/officeDocument/2006/relationships/slide" Target="/ppt/slides/slide33.xml" Id="R7b0e831396b04c56" /><Relationship Type="http://schemas.openxmlformats.org/officeDocument/2006/relationships/slide" Target="/ppt/slides/slide34.xml" Id="R0609041351ce40da" /><Relationship Type="http://schemas.openxmlformats.org/officeDocument/2006/relationships/slide" Target="/ppt/slides/slide35.xml" Id="Ra9dcb2bc055c4fca" /><Relationship Type="http://schemas.openxmlformats.org/officeDocument/2006/relationships/slide" Target="/ppt/slides/slide36.xml" Id="Rd318afd2f0cd45a9" /><Relationship Type="http://schemas.openxmlformats.org/officeDocument/2006/relationships/slide" Target="/ppt/slides/slide37.xml" Id="R65eb40d74f2b4a52" /><Relationship Type="http://schemas.openxmlformats.org/officeDocument/2006/relationships/slide" Target="/ppt/slides/slide38.xml" Id="R402003cdae0d4c54" /><Relationship Type="http://schemas.openxmlformats.org/officeDocument/2006/relationships/slide" Target="/ppt/slides/slide39.xml" Id="R753514729c314b20" /><Relationship Type="http://schemas.openxmlformats.org/officeDocument/2006/relationships/slide" Target="/ppt/slides/slide40.xml" Id="R51644a97ab154e8e" /><Relationship Type="http://schemas.openxmlformats.org/officeDocument/2006/relationships/slide" Target="/ppt/slides/slide41.xml" Id="Ra7deb6e16a0c4f62" /><Relationship Type="http://schemas.openxmlformats.org/officeDocument/2006/relationships/slide" Target="/ppt/slides/slide42.xml" Id="R791c056061064564" /><Relationship Type="http://schemas.openxmlformats.org/officeDocument/2006/relationships/slide" Target="/ppt/slides/slide43.xml" Id="R6476cf9d716d4695" /><Relationship Type="http://schemas.openxmlformats.org/officeDocument/2006/relationships/slide" Target="/ppt/slides/slide44.xml" Id="R8dbc3950e4b344bf" /><Relationship Type="http://schemas.openxmlformats.org/officeDocument/2006/relationships/slide" Target="/ppt/slides/slide45.xml" Id="R23e244290b7b46fb" /><Relationship Type="http://schemas.openxmlformats.org/officeDocument/2006/relationships/slide" Target="/ppt/slides/slide46.xml" Id="R4b371ed958a4470e" /><Relationship Type="http://schemas.openxmlformats.org/officeDocument/2006/relationships/slide" Target="/ppt/slides/slide47.xml" Id="R4568227441324b73" /><Relationship Type="http://schemas.openxmlformats.org/officeDocument/2006/relationships/slide" Target="/ppt/slides/slide48.xml" Id="R30c3b1f4a7cb42c6" /><Relationship Type="http://schemas.openxmlformats.org/officeDocument/2006/relationships/slide" Target="/ppt/slides/slide49.xml" Id="R002733b2c5224374" /><Relationship Type="http://schemas.openxmlformats.org/officeDocument/2006/relationships/slide" Target="/ppt/slides/slide50.xml" Id="R84ebf96698ae4ed9" /><Relationship Type="http://schemas.openxmlformats.org/officeDocument/2006/relationships/slide" Target="/ppt/slides/slide51.xml" Id="R4e2d07946f84497e" /><Relationship Type="http://schemas.openxmlformats.org/officeDocument/2006/relationships/slide" Target="/ppt/slides/slide52.xml" Id="R666497194c1f428b" /><Relationship Type="http://schemas.openxmlformats.org/officeDocument/2006/relationships/slide" Target="/ppt/slides/slide53.xml" Id="Rf02dfb37d7bd4c65" /><Relationship Type="http://schemas.openxmlformats.org/officeDocument/2006/relationships/slide" Target="/ppt/slides/slide54.xml" Id="Rb7ffaa070a3d4810" /><Relationship Type="http://schemas.openxmlformats.org/officeDocument/2006/relationships/slide" Target="/ppt/slides/slide55.xml" Id="Rc45ba4f9d18247ce" /><Relationship Type="http://schemas.openxmlformats.org/officeDocument/2006/relationships/slide" Target="/ppt/slides/slide56.xml" Id="Ra4f559a450ca4083" /><Relationship Type="http://schemas.openxmlformats.org/officeDocument/2006/relationships/slide" Target="/ppt/slides/slide57.xml" Id="R4d4d4ce99f89447b" /><Relationship Type="http://schemas.openxmlformats.org/officeDocument/2006/relationships/slide" Target="/ppt/slides/slide58.xml" Id="R1356ee37fa7b4dff" /><Relationship Type="http://schemas.openxmlformats.org/officeDocument/2006/relationships/slide" Target="/ppt/slides/slide59.xml" Id="Rd9890dc87d2f4170" /><Relationship Type="http://schemas.openxmlformats.org/officeDocument/2006/relationships/slide" Target="/ppt/slides/slide60.xml" Id="R39a9bcc4f8bc4fdc" /><Relationship Type="http://schemas.openxmlformats.org/officeDocument/2006/relationships/slide" Target="/ppt/slides/slide61.xml" Id="Rcfbdfd0e0af143bf" /><Relationship Type="http://schemas.openxmlformats.org/officeDocument/2006/relationships/slide" Target="/ppt/slides/slide62.xml" Id="R719e607dfc6945c8" /><Relationship Type="http://schemas.openxmlformats.org/officeDocument/2006/relationships/slide" Target="/ppt/slides/slide63.xml" Id="Re1d6d0ba1b6a45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afed5e97ac4d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eca6650dd54913" /><Relationship Type="http://schemas.openxmlformats.org/officeDocument/2006/relationships/notesMaster" Target="/ppt/notesMasters/notesMaster1.xml" Id="R30892dcd289245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f271af39fd4807" /><Relationship Type="http://schemas.openxmlformats.org/officeDocument/2006/relationships/notesMaster" Target="/ppt/notesMasters/notesMaster1.xml" Id="Rdd08c45f779541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52a36d56ae430f" /><Relationship Type="http://schemas.openxmlformats.org/officeDocument/2006/relationships/notesMaster" Target="/ppt/notesMasters/notesMaster1.xml" Id="Rde8dee73093e43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04cc34e828499f" /><Relationship Type="http://schemas.openxmlformats.org/officeDocument/2006/relationships/notesMaster" Target="/ppt/notesMasters/notesMaster1.xml" Id="R1d5b637e27c84c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5888705c644ff3" /><Relationship Type="http://schemas.openxmlformats.org/officeDocument/2006/relationships/notesMaster" Target="/ppt/notesMasters/notesMaster1.xml" Id="Re9b652980b2640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bda8d5f3a646c4" /><Relationship Type="http://schemas.openxmlformats.org/officeDocument/2006/relationships/notesMaster" Target="/ppt/notesMasters/notesMaster1.xml" Id="Rac5402dfea5348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70a7db2624448a" /><Relationship Type="http://schemas.openxmlformats.org/officeDocument/2006/relationships/notesMaster" Target="/ppt/notesMasters/notesMaster1.xml" Id="R39c50c99068147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5d2804ad554fdb" /><Relationship Type="http://schemas.openxmlformats.org/officeDocument/2006/relationships/notesMaster" Target="/ppt/notesMasters/notesMaster1.xml" Id="R7dfcf4fbc4c249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6f1d144ff948ea" /><Relationship Type="http://schemas.openxmlformats.org/officeDocument/2006/relationships/notesMaster" Target="/ppt/notesMasters/notesMaster1.xml" Id="R5a28e262478f47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5a18782dc8498d" /><Relationship Type="http://schemas.openxmlformats.org/officeDocument/2006/relationships/notesMaster" Target="/ppt/notesMasters/notesMaster1.xml" Id="Rf0d6c3826ec3492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29675fc34014d81" /><Relationship Type="http://schemas.openxmlformats.org/officeDocument/2006/relationships/notesMaster" Target="/ppt/notesMasters/notesMaster1.xml" Id="Ra7e705e31704472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bf84a793c046f5" /><Relationship Type="http://schemas.openxmlformats.org/officeDocument/2006/relationships/notesMaster" Target="/ppt/notesMasters/notesMaster1.xml" Id="R83a4e48131d748a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3166cebcd254ef4" /><Relationship Type="http://schemas.openxmlformats.org/officeDocument/2006/relationships/notesMaster" Target="/ppt/notesMasters/notesMaster1.xml" Id="R490bc42aa9c84fe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12a07daf3364313" /><Relationship Type="http://schemas.openxmlformats.org/officeDocument/2006/relationships/notesMaster" Target="/ppt/notesMasters/notesMaster1.xml" Id="Ra7ab612c92554c8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da50d1b189742d5" /><Relationship Type="http://schemas.openxmlformats.org/officeDocument/2006/relationships/notesMaster" Target="/ppt/notesMasters/notesMaster1.xml" Id="R49edab3228664b7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62df34f610f4f4c" /><Relationship Type="http://schemas.openxmlformats.org/officeDocument/2006/relationships/notesMaster" Target="/ppt/notesMasters/notesMaster1.xml" Id="R244a55c106dc429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647b1e5ac814b74" /><Relationship Type="http://schemas.openxmlformats.org/officeDocument/2006/relationships/notesMaster" Target="/ppt/notesMasters/notesMaster1.xml" Id="R242041080270444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cb5ebb67f3d43ef" /><Relationship Type="http://schemas.openxmlformats.org/officeDocument/2006/relationships/notesMaster" Target="/ppt/notesMasters/notesMaster1.xml" Id="R3d5d4a3dcf86498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9fe48fc69704731" /><Relationship Type="http://schemas.openxmlformats.org/officeDocument/2006/relationships/notesMaster" Target="/ppt/notesMasters/notesMaster1.xml" Id="R82d92f04185547c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0b6806156624223" /><Relationship Type="http://schemas.openxmlformats.org/officeDocument/2006/relationships/notesMaster" Target="/ppt/notesMasters/notesMaster1.xml" Id="Rb0d36c905acd4cb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e9ab91598214c82" /><Relationship Type="http://schemas.openxmlformats.org/officeDocument/2006/relationships/notesMaster" Target="/ppt/notesMasters/notesMaster1.xml" Id="R454a2eca6dba4f0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75eca12e8d5412a" /><Relationship Type="http://schemas.openxmlformats.org/officeDocument/2006/relationships/notesMaster" Target="/ppt/notesMasters/notesMaster1.xml" Id="R3c3bdc87a758440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4b1f101b02242e1" /><Relationship Type="http://schemas.openxmlformats.org/officeDocument/2006/relationships/notesMaster" Target="/ppt/notesMasters/notesMaster1.xml" Id="R62f086b4e37a465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7d413b2f4f44c18" /><Relationship Type="http://schemas.openxmlformats.org/officeDocument/2006/relationships/notesMaster" Target="/ppt/notesMasters/notesMaster1.xml" Id="Rfefdcc4c173c410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0f3336875f34ac7" /><Relationship Type="http://schemas.openxmlformats.org/officeDocument/2006/relationships/notesMaster" Target="/ppt/notesMasters/notesMaster1.xml" Id="R9a11d15f355f4bc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06a5e9b565f4d0a" /><Relationship Type="http://schemas.openxmlformats.org/officeDocument/2006/relationships/notesMaster" Target="/ppt/notesMasters/notesMaster1.xml" Id="R25843367968c4da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b072161935f4aef" /><Relationship Type="http://schemas.openxmlformats.org/officeDocument/2006/relationships/notesMaster" Target="/ppt/notesMasters/notesMaster1.xml" Id="R88b3d02ed273464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35db57e01c44910" /><Relationship Type="http://schemas.openxmlformats.org/officeDocument/2006/relationships/notesMaster" Target="/ppt/notesMasters/notesMaster1.xml" Id="R85498e0b2f49464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1d8b3248e414640" /><Relationship Type="http://schemas.openxmlformats.org/officeDocument/2006/relationships/notesMaster" Target="/ppt/notesMasters/notesMaster1.xml" Id="Re1a2188b9738406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875ccf0bdcc43eb" /><Relationship Type="http://schemas.openxmlformats.org/officeDocument/2006/relationships/notesMaster" Target="/ppt/notesMasters/notesMaster1.xml" Id="R1f7595a3a16045a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4c642be277d4c8a" /><Relationship Type="http://schemas.openxmlformats.org/officeDocument/2006/relationships/notesMaster" Target="/ppt/notesMasters/notesMaster1.xml" Id="R76e77031b55c43f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6e12f1f405e4df7" /><Relationship Type="http://schemas.openxmlformats.org/officeDocument/2006/relationships/notesMaster" Target="/ppt/notesMasters/notesMaster1.xml" Id="R5affecbd7cef4ea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01b74f2a20c4f7c" /><Relationship Type="http://schemas.openxmlformats.org/officeDocument/2006/relationships/notesMaster" Target="/ppt/notesMasters/notesMaster1.xml" Id="R56498dafa616414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b57143b99194431" /><Relationship Type="http://schemas.openxmlformats.org/officeDocument/2006/relationships/notesMaster" Target="/ppt/notesMasters/notesMaster1.xml" Id="R0c2e1762cf5147ce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5eb4a099522404e" /><Relationship Type="http://schemas.openxmlformats.org/officeDocument/2006/relationships/notesMaster" Target="/ppt/notesMasters/notesMaster1.xml" Id="R1d9a2ef00b8149e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252e9cb3d7d4cb6" /><Relationship Type="http://schemas.openxmlformats.org/officeDocument/2006/relationships/notesMaster" Target="/ppt/notesMasters/notesMaster1.xml" Id="Rafc41036186242e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fa3d0d6790b4322" /><Relationship Type="http://schemas.openxmlformats.org/officeDocument/2006/relationships/notesMaster" Target="/ppt/notesMasters/notesMaster1.xml" Id="Rfcbd71a4276249f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cdc44d38a0e4aa1" /><Relationship Type="http://schemas.openxmlformats.org/officeDocument/2006/relationships/notesMaster" Target="/ppt/notesMasters/notesMaster1.xml" Id="Rcb8079500322485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740cd28de164e9e" /><Relationship Type="http://schemas.openxmlformats.org/officeDocument/2006/relationships/notesMaster" Target="/ppt/notesMasters/notesMaster1.xml" Id="R4a29ce423e894ba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9d3770800cbc4449" /><Relationship Type="http://schemas.openxmlformats.org/officeDocument/2006/relationships/notesMaster" Target="/ppt/notesMasters/notesMaster1.xml" Id="Rda0353cda8b243f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9dc7fd813c4546e2" /><Relationship Type="http://schemas.openxmlformats.org/officeDocument/2006/relationships/notesMaster" Target="/ppt/notesMasters/notesMaster1.xml" Id="R5988156895eb4cd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104acba762740c8" /><Relationship Type="http://schemas.openxmlformats.org/officeDocument/2006/relationships/notesMaster" Target="/ppt/notesMasters/notesMaster1.xml" Id="Re078fe1664db47b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39c43ff1f624323" /><Relationship Type="http://schemas.openxmlformats.org/officeDocument/2006/relationships/notesMaster" Target="/ppt/notesMasters/notesMaster1.xml" Id="Red50b989a2ed4a84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9b9d1ffc62414c56" /><Relationship Type="http://schemas.openxmlformats.org/officeDocument/2006/relationships/notesMaster" Target="/ppt/notesMasters/notesMaster1.xml" Id="Rf44ec2c5935c4a9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6051fd35a234f27" /><Relationship Type="http://schemas.openxmlformats.org/officeDocument/2006/relationships/notesMaster" Target="/ppt/notesMasters/notesMaster1.xml" Id="R3dc4f13bbd6d4e62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e799498fe124559" /><Relationship Type="http://schemas.openxmlformats.org/officeDocument/2006/relationships/notesMaster" Target="/ppt/notesMasters/notesMaster1.xml" Id="Rd5c7a73c7729459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1c693b23382425a" /><Relationship Type="http://schemas.openxmlformats.org/officeDocument/2006/relationships/notesMaster" Target="/ppt/notesMasters/notesMaster1.xml" Id="R4986c1816032466a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38437fcf315c437b" /><Relationship Type="http://schemas.openxmlformats.org/officeDocument/2006/relationships/notesMaster" Target="/ppt/notesMasters/notesMaster1.xml" Id="Rdcb682cc74e84b1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d56ec7ae1bee4445" /><Relationship Type="http://schemas.openxmlformats.org/officeDocument/2006/relationships/notesMaster" Target="/ppt/notesMasters/notesMaster1.xml" Id="R1ebbc3304387465b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90a86f4066e74142" /><Relationship Type="http://schemas.openxmlformats.org/officeDocument/2006/relationships/notesMaster" Target="/ppt/notesMasters/notesMaster1.xml" Id="R02a5b0343ef84a03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e4b141aa14b24361" /><Relationship Type="http://schemas.openxmlformats.org/officeDocument/2006/relationships/notesMaster" Target="/ppt/notesMasters/notesMaster1.xml" Id="Redf502d86af148c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b27755eff9c44047" /><Relationship Type="http://schemas.openxmlformats.org/officeDocument/2006/relationships/notesMaster" Target="/ppt/notesMasters/notesMaster1.xml" Id="R2edf6ce2dcdd4d13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a2f7708d518b4272" /><Relationship Type="http://schemas.openxmlformats.org/officeDocument/2006/relationships/notesMaster" Target="/ppt/notesMasters/notesMaster1.xml" Id="Rae1c5969f5bb4205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ada29f5b73d14843" /><Relationship Type="http://schemas.openxmlformats.org/officeDocument/2006/relationships/notesMaster" Target="/ppt/notesMasters/notesMaster1.xml" Id="R86ce5999876f4bf2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6941f6a49d094b21" /><Relationship Type="http://schemas.openxmlformats.org/officeDocument/2006/relationships/notesMaster" Target="/ppt/notesMasters/notesMaster1.xml" Id="R624790ea228041a8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af8c2be010434c54" /><Relationship Type="http://schemas.openxmlformats.org/officeDocument/2006/relationships/notesMaster" Target="/ppt/notesMasters/notesMaster1.xml" Id="R819297704e4446ed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9b09a1bbdec0471c" /><Relationship Type="http://schemas.openxmlformats.org/officeDocument/2006/relationships/notesMaster" Target="/ppt/notesMasters/notesMaster1.xml" Id="R446fada5e36b4379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47c533db841849b3" /><Relationship Type="http://schemas.openxmlformats.org/officeDocument/2006/relationships/notesMaster" Target="/ppt/notesMasters/notesMaster1.xml" Id="Rcc83f4e3b69e485c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d73d244e0f254993" /><Relationship Type="http://schemas.openxmlformats.org/officeDocument/2006/relationships/notesMaster" Target="/ppt/notesMasters/notesMaster1.xml" Id="R5a5d86578acb4469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842399ea7340493c" /><Relationship Type="http://schemas.openxmlformats.org/officeDocument/2006/relationships/notesMaster" Target="/ppt/notesMasters/notesMaster1.xml" Id="Rb8194725ae11468d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d1704e99846a47f5" /><Relationship Type="http://schemas.openxmlformats.org/officeDocument/2006/relationships/notesMaster" Target="/ppt/notesMasters/notesMaster1.xml" Id="R9eec199cae434216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79f7b83893be4561" /><Relationship Type="http://schemas.openxmlformats.org/officeDocument/2006/relationships/notesMaster" Target="/ppt/notesMasters/notesMaster1.xml" Id="Rac047ffbd9474c20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febc796de92e4d46" /><Relationship Type="http://schemas.openxmlformats.org/officeDocument/2006/relationships/notesMaster" Target="/ppt/notesMasters/notesMaster1.xml" Id="R1b372e16eb4949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d11d143ae34f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c419604320494b" /><Relationship Type="http://schemas.openxmlformats.org/officeDocument/2006/relationships/slideLayout" Target="/ppt/slideLayouts/slideLayout1.xml" Id="R327da9c2d85548d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7da9c2d85548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340bc7799c4c05" /><Relationship Type="http://schemas.openxmlformats.org/officeDocument/2006/relationships/image" Target="/ppt/media/image.png" Id="R7f085e92152a4b85" /><Relationship Type="http://schemas.openxmlformats.org/officeDocument/2006/relationships/notesSlide" Target="/ppt/notesSlides/notesSlide1.xml" Id="R7bcaabbb00fc40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6610d90914d7b" /><Relationship Type="http://schemas.openxmlformats.org/officeDocument/2006/relationships/notesSlide" Target="/ppt/notesSlides/notesSlide2.xml" Id="Rebe05737385647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46ce54ee243e1" /><Relationship Type="http://schemas.openxmlformats.org/officeDocument/2006/relationships/notesSlide" Target="/ppt/notesSlides/notesSlide3.xml" Id="R6a48ea89cdf545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17e6bbaaa43e3" /><Relationship Type="http://schemas.openxmlformats.org/officeDocument/2006/relationships/notesSlide" Target="/ppt/notesSlides/notesSlide4.xml" Id="R6fe4894511204d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84a2d79c34c4f" /><Relationship Type="http://schemas.openxmlformats.org/officeDocument/2006/relationships/notesSlide" Target="/ppt/notesSlides/notesSlide5.xml" Id="R39915e33218d40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2cf77d51049b0" /><Relationship Type="http://schemas.openxmlformats.org/officeDocument/2006/relationships/notesSlide" Target="/ppt/notesSlides/notesSlide6.xml" Id="R99ea5c246db746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d584f13194e95" /><Relationship Type="http://schemas.openxmlformats.org/officeDocument/2006/relationships/notesSlide" Target="/ppt/notesSlides/notesSlide7.xml" Id="Rfd7ad9975b6f4cc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466cb9f70840b1" /><Relationship Type="http://schemas.openxmlformats.org/officeDocument/2006/relationships/notesSlide" Target="/ppt/notesSlides/notesSlide8.xml" Id="R791dffc0005344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ab3db2a7142e8" /><Relationship Type="http://schemas.openxmlformats.org/officeDocument/2006/relationships/notesSlide" Target="/ppt/notesSlides/notesSlide9.xml" Id="R7e69d0ce5c8943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c3265642d4b45" /><Relationship Type="http://schemas.openxmlformats.org/officeDocument/2006/relationships/notesSlide" Target="/ppt/notesSlides/notesSlide10.xml" Id="Rb1ed1b221c2744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35249411540a7" /><Relationship Type="http://schemas.openxmlformats.org/officeDocument/2006/relationships/notesSlide" Target="/ppt/notesSlides/notesSlide11.xml" Id="R2007575f3ac346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6cd899885d4c90" /><Relationship Type="http://schemas.openxmlformats.org/officeDocument/2006/relationships/notesSlide" Target="/ppt/notesSlides/notesSlide12.xml" Id="R729d61a30e9c400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996d4618184625" /><Relationship Type="http://schemas.openxmlformats.org/officeDocument/2006/relationships/notesSlide" Target="/ppt/notesSlides/notesSlide13.xml" Id="R66d5b21cb9e74b6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4ae6d81d14f6f" /><Relationship Type="http://schemas.openxmlformats.org/officeDocument/2006/relationships/notesSlide" Target="/ppt/notesSlides/notesSlide14.xml" Id="R85f21b7863f749c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571984dbdc455e" /><Relationship Type="http://schemas.openxmlformats.org/officeDocument/2006/relationships/notesSlide" Target="/ppt/notesSlides/notesSlide15.xml" Id="Rc4ea29c8a80e4cd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d16885bb0a428a" /><Relationship Type="http://schemas.openxmlformats.org/officeDocument/2006/relationships/notesSlide" Target="/ppt/notesSlides/notesSlide16.xml" Id="R97f60f0c065d4d4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e575dd7d5941c1" /><Relationship Type="http://schemas.openxmlformats.org/officeDocument/2006/relationships/notesSlide" Target="/ppt/notesSlides/notesSlide17.xml" Id="R99b62d9d1aa64c9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fa1da3a0714c29" /><Relationship Type="http://schemas.openxmlformats.org/officeDocument/2006/relationships/notesSlide" Target="/ppt/notesSlides/notesSlide18.xml" Id="Rcc294d22089c4ac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9a714dc3c4ec4" /><Relationship Type="http://schemas.openxmlformats.org/officeDocument/2006/relationships/notesSlide" Target="/ppt/notesSlides/notesSlide19.xml" Id="R8ecab61b1f22461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a4fe6de7514471" /><Relationship Type="http://schemas.openxmlformats.org/officeDocument/2006/relationships/notesSlide" Target="/ppt/notesSlides/notesSlide20.xml" Id="Rd3ffb88a0852478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f5af40d6434c8d" /><Relationship Type="http://schemas.openxmlformats.org/officeDocument/2006/relationships/notesSlide" Target="/ppt/notesSlides/notesSlide21.xml" Id="Ref5a1414c6014ca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fa226ea474d24" /><Relationship Type="http://schemas.openxmlformats.org/officeDocument/2006/relationships/notesSlide" Target="/ppt/notesSlides/notesSlide22.xml" Id="R3ed0bdddc93f4d6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1a8d0385704b10" /><Relationship Type="http://schemas.openxmlformats.org/officeDocument/2006/relationships/image" Target="/ppt/media/image2.png" Id="Ra6455a213b664e5c" /><Relationship Type="http://schemas.openxmlformats.org/officeDocument/2006/relationships/notesSlide" Target="/ppt/notesSlides/notesSlide23.xml" Id="Rb5b5865ef6e54f4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e083d82e5746ad" /><Relationship Type="http://schemas.openxmlformats.org/officeDocument/2006/relationships/notesSlide" Target="/ppt/notesSlides/notesSlide24.xml" Id="R278b1f484f9948a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30643c8e44909" /><Relationship Type="http://schemas.openxmlformats.org/officeDocument/2006/relationships/notesSlide" Target="/ppt/notesSlides/notesSlide25.xml" Id="R930c4c69f3604dc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8faf5944574ebc" /><Relationship Type="http://schemas.openxmlformats.org/officeDocument/2006/relationships/notesSlide" Target="/ppt/notesSlides/notesSlide26.xml" Id="R6f5e638237bc4db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1854244f7e4970" /><Relationship Type="http://schemas.openxmlformats.org/officeDocument/2006/relationships/notesSlide" Target="/ppt/notesSlides/notesSlide27.xml" Id="R54e88b0a00004d2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210d2a3b84557" /><Relationship Type="http://schemas.openxmlformats.org/officeDocument/2006/relationships/notesSlide" Target="/ppt/notesSlides/notesSlide28.xml" Id="Rbdf61a5411e84a9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306e5534b4d85" /><Relationship Type="http://schemas.openxmlformats.org/officeDocument/2006/relationships/notesSlide" Target="/ppt/notesSlides/notesSlide29.xml" Id="R83aa22659cf8458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734693a0c54568" /><Relationship Type="http://schemas.openxmlformats.org/officeDocument/2006/relationships/notesSlide" Target="/ppt/notesSlides/notesSlide30.xml" Id="R90bd44d9f5fb476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90657a23d4aab" /><Relationship Type="http://schemas.openxmlformats.org/officeDocument/2006/relationships/notesSlide" Target="/ppt/notesSlides/notesSlide31.xml" Id="Ra7f2e3e4c2fa4d0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44c9e16f5a450d" /><Relationship Type="http://schemas.openxmlformats.org/officeDocument/2006/relationships/notesSlide" Target="/ppt/notesSlides/notesSlide32.xml" Id="Rc8b5f543ef3e4f6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af787b8fe4932" /><Relationship Type="http://schemas.openxmlformats.org/officeDocument/2006/relationships/notesSlide" Target="/ppt/notesSlides/notesSlide33.xml" Id="R8895c1104cef41b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9da910b0414dce" /><Relationship Type="http://schemas.openxmlformats.org/officeDocument/2006/relationships/notesSlide" Target="/ppt/notesSlides/notesSlide34.xml" Id="Rec150ecf34044ce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0e9b4e12fc4be6" /><Relationship Type="http://schemas.openxmlformats.org/officeDocument/2006/relationships/notesSlide" Target="/ppt/notesSlides/notesSlide35.xml" Id="R6d32a74dd63f44c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cc96cd9ad9409a" /><Relationship Type="http://schemas.openxmlformats.org/officeDocument/2006/relationships/notesSlide" Target="/ppt/notesSlides/notesSlide36.xml" Id="Ra13e2709120947f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0598dbb71d45cd" /><Relationship Type="http://schemas.openxmlformats.org/officeDocument/2006/relationships/notesSlide" Target="/ppt/notesSlides/notesSlide37.xml" Id="R7cf2f5280d37449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d5d86f74f9405b" /><Relationship Type="http://schemas.openxmlformats.org/officeDocument/2006/relationships/notesSlide" Target="/ppt/notesSlides/notesSlide38.xml" Id="R4a7c383a38d740c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88ef45ef88436c" /><Relationship Type="http://schemas.openxmlformats.org/officeDocument/2006/relationships/notesSlide" Target="/ppt/notesSlides/notesSlide39.xml" Id="Rdca8239d604e418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d3705d7fd14f98" /><Relationship Type="http://schemas.openxmlformats.org/officeDocument/2006/relationships/notesSlide" Target="/ppt/notesSlides/notesSlide40.xml" Id="Rd73f4346309947a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6e92a0b79422e" /><Relationship Type="http://schemas.openxmlformats.org/officeDocument/2006/relationships/notesSlide" Target="/ppt/notesSlides/notesSlide41.xml" Id="R49fc04a4564a4a04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ccb9249074eb6" /><Relationship Type="http://schemas.openxmlformats.org/officeDocument/2006/relationships/notesSlide" Target="/ppt/notesSlides/notesSlide42.xml" Id="Rea46ce131e7b4af0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9b598ffa6444d6" /><Relationship Type="http://schemas.openxmlformats.org/officeDocument/2006/relationships/notesSlide" Target="/ppt/notesSlides/notesSlide43.xml" Id="R1680f5cf5e06412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f8033526b24602" /><Relationship Type="http://schemas.openxmlformats.org/officeDocument/2006/relationships/notesSlide" Target="/ppt/notesSlides/notesSlide44.xml" Id="Rc2fd5374a14347b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fbf003d7d4b8a" /><Relationship Type="http://schemas.openxmlformats.org/officeDocument/2006/relationships/notesSlide" Target="/ppt/notesSlides/notesSlide45.xml" Id="R2e6288b3d2914732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84ac22b53485b" /><Relationship Type="http://schemas.openxmlformats.org/officeDocument/2006/relationships/notesSlide" Target="/ppt/notesSlides/notesSlide46.xml" Id="Rf1ab1bf8a682463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a1e36602e44df" /><Relationship Type="http://schemas.openxmlformats.org/officeDocument/2006/relationships/notesSlide" Target="/ppt/notesSlides/notesSlide47.xml" Id="Rc5c26b85f5154c38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2295c17c04f2c" /><Relationship Type="http://schemas.openxmlformats.org/officeDocument/2006/relationships/notesSlide" Target="/ppt/notesSlides/notesSlide48.xml" Id="R2fadf1668cb74042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dba3838664f58" /><Relationship Type="http://schemas.openxmlformats.org/officeDocument/2006/relationships/notesSlide" Target="/ppt/notesSlides/notesSlide49.xml" Id="Rd5c7797cce7f45e9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4c0517dd1449d" /><Relationship Type="http://schemas.openxmlformats.org/officeDocument/2006/relationships/notesSlide" Target="/ppt/notesSlides/notesSlide50.xml" Id="Rbc08cd925e7e49c0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ad373557864dae" /><Relationship Type="http://schemas.openxmlformats.org/officeDocument/2006/relationships/notesSlide" Target="/ppt/notesSlides/notesSlide51.xml" Id="Rec050c6501464faa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7fedd686b44e5" /><Relationship Type="http://schemas.openxmlformats.org/officeDocument/2006/relationships/notesSlide" Target="/ppt/notesSlides/notesSlide52.xml" Id="R22a997c94dc94029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b5c52daadf4aa1" /><Relationship Type="http://schemas.openxmlformats.org/officeDocument/2006/relationships/notesSlide" Target="/ppt/notesSlides/notesSlide53.xml" Id="Rb9241cd3f2b94fad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c9eb348c1456c" /><Relationship Type="http://schemas.openxmlformats.org/officeDocument/2006/relationships/notesSlide" Target="/ppt/notesSlides/notesSlide54.xml" Id="R862a4bef97ce42a8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45bac7d3304ff8" /><Relationship Type="http://schemas.openxmlformats.org/officeDocument/2006/relationships/notesSlide" Target="/ppt/notesSlides/notesSlide55.xml" Id="Rcb8e446583e5496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5996ba73b4e5d" /><Relationship Type="http://schemas.openxmlformats.org/officeDocument/2006/relationships/notesSlide" Target="/ppt/notesSlides/notesSlide56.xml" Id="Reb3c0b76f7f54483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679919f794410" /><Relationship Type="http://schemas.openxmlformats.org/officeDocument/2006/relationships/notesSlide" Target="/ppt/notesSlides/notesSlide57.xml" Id="Rbb4518fc641444e7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421263493e4ade" /><Relationship Type="http://schemas.openxmlformats.org/officeDocument/2006/relationships/notesSlide" Target="/ppt/notesSlides/notesSlide58.xml" Id="R6105a9f9fad84ce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75a61492014aa9" /><Relationship Type="http://schemas.openxmlformats.org/officeDocument/2006/relationships/notesSlide" Target="/ppt/notesSlides/notesSlide59.xml" Id="Re208fee1dd4144a8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a4da01a1314fc2" /><Relationship Type="http://schemas.openxmlformats.org/officeDocument/2006/relationships/notesSlide" Target="/ppt/notesSlides/notesSlide60.xml" Id="Ra1ae63e11d2444c5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3c92656664ce8" /><Relationship Type="http://schemas.openxmlformats.org/officeDocument/2006/relationships/notesSlide" Target="/ppt/notesSlides/notesSlide61.xml" Id="R293c89e0fa154b60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6364f1d7346f4" /><Relationship Type="http://schemas.openxmlformats.org/officeDocument/2006/relationships/notesSlide" Target="/ppt/notesSlides/notesSlide62.xml" Id="R3b5630760d7c41d1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a739b136546f8" /><Relationship Type="http://schemas.openxmlformats.org/officeDocument/2006/relationships/notesSlide" Target="/ppt/notesSlides/notesSlide63.xml" Id="R3a050216d48f43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BAF8CC-A11E-4B41-A4AC-BEAF420C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085e92152a4b85"/>
          <a:srcRect xmlns:a="http://schemas.openxmlformats.org/drawingml/2006/main" l="18968" t="0" r="189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29150" y="0"/>
            <a:ext cx="75628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6F607-9DF1-4376-A659-533EE507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BF591-D149-46FE-8B21-8F613E69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133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E6193-FA12-4F3C-BCAD-9B731651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B42F13-0BF4-4EE2-A7FB-4D0BF71C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096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0E5B7-E26C-4A7E-BF4F-DEFF9866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DCAFA-44E6-4D62-BF3B-52B489AA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7810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A5798-34B6-4643-8689-3D47C6F7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5770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docker-compose.yml 一次管理多個服務。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E8AD43-5323-4B3C-8FD3-4195D2E2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409269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4F06D7-789F-4A23-A029-BC561ACD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6BA731-CCCA-4AD1-B7A2-04A2F07E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B5D27-67B3-41F4-94C7-3456D934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3D4BE2-AD85-49AA-A1FB-BC499C3D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6FB1B-B3E2-437B-ACF7-3CE54206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75FFC-9791-42B4-A123-156FB234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6264B-EAFE-42A2-846E-A2BFDEB6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BE0D8-0ECB-494C-82F3-8BB6AF52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3B011-082D-40BD-B526-8734582B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AD48E5-36B9-4081-A402-865CD45C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879886-7B99-414F-8401-4E55F8EC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5ABFF-337F-4C58-9212-BDD3955F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417B24-338C-482C-8986-39EFF8CA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DE4EEB-E7F3-4884-9518-A32B5738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docker-compose.yml，一鍵啟動。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A3A8DB-1510-418D-BEDA-F0C25D63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9B3C8F-028A-498A-A201-AB7D8341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C9131E-883D-4CF5-81D7-1BAB8DAF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A681F4-6485-4BFA-8180-1E7D191C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55E961-F165-4A28-9E1F-D339150A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B858FA-C719-4BD0-BCBA-05299431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275480-66EE-42F5-ACEA-11973F23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 + Flask + MySQL、多版本 MySQL、Docker Hub 探索與清理。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560534-4529-4484-8FAD-68CB6BDD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28E40B-8166-48BF-8F2C-667C6434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09D5A4-3BB7-40F1-8F85-40E7A885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7DC6F5-2ECA-4F81-A444-561AFCF2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26A291-E480-4889-90BB-EF37789E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976B8E-2450-4EDC-92BA-7DBD4F9F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24604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61F470-52D5-47B4-A0F8-71DB8F90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C5C02-AD6D-4658-AD29-D60488B1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91940-2C1B-4AE7-A64C-1EB19223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44005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814CE1-9013-479D-9BF9-64A3BF46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859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1935A-DE10-4807-8E85-422712FB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76500"/>
            <a:ext cx="39433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F5EE0-3A95-466A-9E83-F9358242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95450"/>
            <a:ext cx="44005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EF763-6D5F-4BB8-ACF6-BF32B2D6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859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D43EB-D9A5-433A-BC39-A29447D3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76500"/>
            <a:ext cx="39433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4478BA-BE2A-4C1C-A4F2-FD9431C2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52700"/>
            <a:ext cx="952500" cy="438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C2DC52-71F4-4081-ABB2-05F591534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14850"/>
            <a:ext cx="90678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F5F81-A704-4C03-B2B9-0871D6AA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7625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77BBD4-338D-44E6-AFDE-CB0B8E49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EA0ED-24BB-46A4-86DD-DBCCD17E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314DC5-687E-4145-8E4A-5B15E958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52413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3AE2D9-D253-4EB7-AF7C-586680AE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51BB0-2584-4C31-A8E6-CC8E2FB2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4A525E-7A98-40A1-BE02-C5AE31A4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24000"/>
            <a:ext cx="1040130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325A4-5B1C-4139-8461-9607B6F0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478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501A8-BEFA-4658-89EA-5A0654CB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76600"/>
            <a:ext cx="4286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C604B-3C04-43B9-B812-DE8C33F5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B3D47-F564-4A70-8D97-FEC02AF5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81450"/>
            <a:ext cx="3829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670618-97F3-4A9E-8C51-0F1F526F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76600"/>
            <a:ext cx="4286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B5A74-5E85-48AA-B54B-233981BB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4671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6EACF8-ECB4-41D2-9D9B-02A8D21E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81450"/>
            <a:ext cx="3829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4F3DB-B669-49FC-A0C9-F04464E6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007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9E339E-18E2-4F26-A0CD-93F9BC8B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81AC4-CBCD-4CA6-920B-80DA6892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2AA9C0-2D67-4852-BAF1-C5EE4DB6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99896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9460A0-199F-4930-AAB8-47D8B4B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4CFCF-184E-4FF4-B65B-D8A55BD7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BA597-693A-4B3A-99CE-3EF4B059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87CC3C-8E83-4816-86DD-079C245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431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0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D857E-9AE4-4CCD-B703-5E511770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43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E90FC-B3EE-4DAC-A55B-4098DEF6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0BDA71-1A9D-4100-B665-426D49B9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431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F4E08-07C7-465A-884B-CDC93EA7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43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2470E-CE14-4B78-85DC-1DA68985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BF1204-3A73-43A7-9747-D69CD340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431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D69BC2-FC5A-46BD-B1D0-6F2A4732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310ED4-0600-46AF-927B-81F26DA9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625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62723E-C6A7-4575-957E-E78980D8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D4D877-E8B2-4E34-B4A6-A55853A9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96056-1102-4E10-BABC-6B5BA468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36987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0EF49B-E437-46A9-A0F0-7CF85A3C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F0EA4-0812-4E4B-AB89-6133ACDC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8FEDC-777C-4222-B034-360E6FBD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52400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189196-1918-49F9-A8C3-D59BAFAF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52400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5A698-8D0D-463A-89FA-F8D9FDCD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52400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A3271-1ECA-44A3-9319-3C5085DA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3830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1F44C-7338-48DC-82C6-3B8EAAB8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62877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4453C-31BF-4E57-9B1E-4C4859EC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287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42FE6-F71A-442E-967F-3F5D06DC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07645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D15D61-6B2A-4599-94FF-CB0AFF8A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7645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FAA5E-9E29-4DCE-807E-06840EB1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F7B5E-3AE5-4EC0-BFC5-50E56321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9075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F8813-81A0-428D-A321-5D038D95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1812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FA632-2550-4502-8C95-AC728C1C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812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F687DA-D056-4CC3-972D-B5CE88B7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7545DA-4058-4DDF-A733-FF07788E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2890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893052-6940-4AA3-AF20-4EDC5A8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62890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10A63B-E375-40E3-B23E-D077DD64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74320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146B13-452F-46B2-995B-5153E614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3367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7FF874-F5D3-4972-A755-706B6D42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336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AD65B9-4768-43C0-8D8F-78164553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8135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508DFF-D0F1-412E-B16C-923BED0B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18135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38A0B8-23B1-4287-BEA7-E88AE7F4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8135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15A0B4-2BC9-4469-BE77-B582E137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9565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37F8E9-2A2B-46E8-B542-8DBAD514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2861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973264-0E5E-4A95-9FD8-E98972F9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861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6E0EB7-A3C6-45BE-ADA1-03CA305F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3380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A5D580-6C27-41BA-974A-D07DCA24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73380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52BE24-6056-48E7-BC7E-2244662D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3380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A3BB7F-405A-48FB-BE58-C16D284B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84810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A636F2-1222-4175-BBB1-65C519E5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3857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B41401-7107-4026-9F8E-F7446029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385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1B4535-808F-49C3-9E19-6DF09440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11A939-D836-456B-AAB2-5C6F832F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8625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B5889D-4B6F-4D13-A1C4-A7598DA3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8625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73A6F7-7192-45C3-A365-BC1BB8A8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0055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62FD61-EE30-4C9C-BC0D-CAE6960F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3910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A49232-3A53-4B6A-B35A-CF12C375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910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5379F7-17F1-40A2-B1B3-4DC41B6E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4C3C3D-05A3-4B80-BF25-1B99071E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BAF342-7E29-4F1E-8166-CC9CB896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6807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F8A8F4-1514-4E72-90CF-2945D35D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C3A99-47E3-457A-A3CE-EE8653E8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FCD383-2FE0-4135-B7A6-9403415C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6572250" cy="3695700"/>
          </a:xfrm>
          <a:prstGeom xmlns:a="http://schemas.openxmlformats.org/drawingml/2006/main" prst="roundRect">
            <a:avLst>
              <a:gd name="adj" fmla="val 257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CE8D52-E14C-4525-A048-0E170ABE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F32203-D5CE-4EF3-AC27-BE905EAF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6F1F48-1A56-4B1F-8D7B-1FE75875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2AFDB-4983-48A8-A74B-236B69D5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61531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my-mysql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MYSQL_ROOT_PASSWORD=my-secret-pw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MYSQL_DATABASE=testdb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MYSQL_USER=testuser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MYSQL_PASSWORD=testpass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-p 3306:3306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mysql:8.0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F20F67-91C7-441E-B30A-FB090138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4287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179F8-7F54-4C55-A0F5-BE808762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621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C4516F-0388-4D21-854D-56603D1B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716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2255E2-F8BF-4687-9431-F80ABAE8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526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35427-A345-4897-9360-40A769FE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C5AF2-7042-4EAD-A936-806CA446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955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EB88E-BAD6-4B17-95C8-B490BAF1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765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352390-DD59-4090-99BD-5E8A1C2C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99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D4EDFA-FDA4-46D3-8008-76F4B06E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194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35CB95-4D60-4CF9-BFB8-D91F552B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004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FA1ED1-2DB9-44CE-961E-85071597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338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3EF6C4-FB51-466F-9BC8-DAACE154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7433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3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EE353F-F999-465C-9589-9A9D2284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3243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B25A2B-5299-43AE-A188-1172E9BD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577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AF038A-570E-4448-B0BF-D23BE415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672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F68B69-6ECD-46B8-853F-0A239668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AD7D01-B3AD-4FC9-AB43-58231B0C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9B9BDD-453F-4AA7-8666-489CD9C5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365722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範例程式碼：啟動 MySQL 8.0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my-mysql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MYSQL_ROOT_PASSWORD=my-secret-pw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MYSQL_DATABASE=testdb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MYSQL_USER=testuser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MYSQL_PASSWORD=testpass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-p 3306:3306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mysql:8.0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9CF4FA-2A7E-4243-8A20-7F300658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15AA3-56F5-47AF-A0DE-4EF48F2A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5334000" cy="2038350"/>
          </a:xfrm>
          <a:prstGeom xmlns:a="http://schemas.openxmlformats.org/drawingml/2006/main" prst="roundRect">
            <a:avLst>
              <a:gd name="adj" fmla="val 467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42916-F547-4261-B023-396D15DC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FCA455-E91E-4575-BFA2-C98F66D1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45D13-1DEB-4259-8E61-0D671612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56925-41F3-4198-A73C-E1DFE558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38350"/>
            <a:ext cx="49149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my-mysql mysql -u root -p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43CF9-78D9-453A-B6A4-7DE7636A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76400"/>
            <a:ext cx="3714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11AEA2-9C77-47D4-90A0-7F74E082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669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6D89F-351B-4051-B0E8-A9CEF9B8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86000"/>
            <a:ext cx="3257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401B3A-1248-4279-AD25-75E9E998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14850"/>
            <a:ext cx="85725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AE15A-17CF-48F6-B7EB-D0E45EC6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2440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主機工具也能連：localhost:3306，root / my-secret-pw 或 testuser / testpass。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73571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34096B-C4FB-41CC-8440-9C10237C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777D2B-14CD-4676-8C43-8D68D7B1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41BDD-741B-42A9-806C-BF8C6A87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B262F-443D-40A6-87C9-48A9A0A1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26AA2-8790-4A1F-853F-CC948088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5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51C87-5D0F-48EF-8490-184F7E42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C6031-1198-4B7B-9CDE-78362636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E3649-C83F-45D1-94A0-46A72AC5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8F08E9-5B6D-40E0-9525-E62A1BF8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239328-2012-49D2-9044-295D6948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966DD7-0E34-4DFA-B8B6-EEEEBB69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52DFC-36F7-4302-AE99-9970B264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3FBC1-7C95-4E59-85C2-6E247ABF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3BACC-859D-4FB6-818A-3A325A2A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A93CF9-613C-473E-BA2C-B0F46040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407DD-2C9F-4767-A4FF-9B4046A3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BD848E-B382-406B-9252-73481473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FCD01C-A9DD-44CE-A612-DDEC53D9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021A65-B4F1-4FBC-B4CD-D83A316E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AA1FC8-4292-416C-81CE-059253B1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0FB012-61DA-4B84-8B04-6281DC27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8DF8A1-8F19-41FB-BA68-0E0DF0DD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62450"/>
            <a:ext cx="609600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744DB9-10AC-49AF-9FFA-407C0FC2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36E7DC-8A77-4B24-94CB-A115DBCA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4D46FC-FEB1-45CD-928C-A84D1A31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587ACA-67E0-4354-BFE7-16A8A145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81550"/>
            <a:ext cx="567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0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testdb;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B0F0C1-746C-4353-AE94-7FE7C17F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024B11-6E93-4210-96B9-0863EAB8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2BFD82-8392-4524-AAD2-A8BE7DB1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829201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E06751EF-DCCA-42CF-BA7B-86B13857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880F540-D81A-4F7D-8181-5B8B3FCA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 資料表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0E8D265-93AB-4F07-8456-38E79406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AA93120-A65C-4EEB-8427-1A546BC4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20A73A0-D35E-4A71-94B4-3B5AD47E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Product 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Id INT NOT NULL AUTO_INCREMENT PRIMARY KEY COMMENT '產品編號',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Name VARCHAR(100) NOT NULL COMMENT '產品名稱',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Price DECIMAL(10,2) NOT NULL DEFAULT 0.00 COMMENT '售價',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Stock INT NOT NULL DEFAULT 0 COMMENT '庫存數量',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CreatedAt TIMESTAMP NOT NULL DEFAULT CURRENT_TIMESTAMP COMMENT '建立時間'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ENGINE=InnoDB DEFAULT CHARSET=utf8mb4 COMMENT='產品資料表';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B743D44-211E-4EE6-9BF6-D87752AA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9F6D0C5-8BF4-470B-A1CB-1DAB9150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6131581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C5A432CF-8E88-4E7E-8D3B-C98215E5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29CD34-D96F-47B2-8DE2-7D05C2D8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範例程式碼：新增與查詢資料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4768CD1-6AAD-4A82-BC33-20D827C8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95FE38F7-8033-46DF-BD53-16DF629B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9B5E2494-4D7F-46FA-860E-79A7EB7B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Product (Name, Price, Stock) VALUES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('藍牙耳機', 1290.00, 50),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('USB-C 線', 299.00, 150),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('機械鍵盤', 2490.00, 30);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Name, Price FROM Product WHERE Price &gt; 1000;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UPDATE Product SET Price = 1190.00 WHERE Name = '藍牙耳機';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DELETE FROM Product WHERE Name = 'USB-C 線';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B9C80AC-914B-46A0-8DC5-B2F5011C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D0CC169-F2D5-4C3B-8FE4-58F17E0C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68701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0CFFB7-8352-4D09-9AFA-6A3D05FB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DF85A9-103C-4E60-8C7C-F397A683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5C180-401A-4B8F-A4C6-6187793A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95275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9BEDA-F6AC-4E5D-8C29-9F910147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33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3EFFE-8C56-4359-B383-F24E7296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813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BFC8A-C3A0-4219-BAA1-5429025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09850"/>
            <a:ext cx="7620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A6D434-FCFD-4D0D-A798-C43D28DE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809750"/>
            <a:ext cx="295275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E75B83-FB2D-4038-B124-AD3D0686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33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39866-ED0C-456B-9786-F67C823D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95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079F0E-56AF-4859-9184-1CEAEEFC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09850"/>
            <a:ext cx="7620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3F2FF7-7763-42F2-9FEC-3545287B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09750"/>
            <a:ext cx="209550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969AB-CE7F-4C6D-932C-DACC0DA5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1336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FE1746-EBD8-484E-9042-6CB14AEA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956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2D5C7-6B00-4D7B-9236-01CAD516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7E2742-48DA-46D9-ABB1-9DC3E130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ED9988-D1C3-418C-B913-38717454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A9B00C-6F12-423F-B08E-C803831C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EA4F3E-C91D-40AA-AC31-1326E9C6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834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91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53B47A-D6F7-4905-9B1E-87D7155C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644B8D-58E4-40AA-AD13-356BFE7D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FDF1B3-A819-4870-8ACE-953F1F18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149511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106E4F-DF8D-4573-A3EB-2A173180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42FC30-9ADE-4AAA-A3DE-66CF2598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3F75CC-6642-4615-8E7A-23E3715C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85900"/>
            <a:ext cx="6191250" cy="3276600"/>
          </a:xfrm>
          <a:prstGeom xmlns:a="http://schemas.openxmlformats.org/drawingml/2006/main" prst="roundRect">
            <a:avLst>
              <a:gd name="adj" fmla="val 290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91823E-8A28-4229-8C0B-16FFA153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47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06F2E8-8900-4222-B48F-94E90395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647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FA2A87-CCCA-42FA-B2E3-0BE3EF90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47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B40C1-1587-404D-9E4D-9EE5A28D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05000"/>
            <a:ext cx="57721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my-mysql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MYSQL_ROOT_PASSWORD=my-secret-pw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MYSQL_DATABASE=testdb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-p 3306:3306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mysql-data:/var/lib/mysql ^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mysql:8.0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AB92B-4CEB-45E5-920D-F1060998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90700"/>
            <a:ext cx="3143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E53D5A-EC1B-40E7-B7D2-2D483423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812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20312-44B5-4177-923F-F7CEEF15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765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6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980C9C-5B21-480A-8929-FFF09EBA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43300"/>
            <a:ext cx="31432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E62DE2-338E-4051-9BC6-297B66AB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338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8DA2EF-DDA8-410B-87A1-64B05730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52900"/>
            <a:ext cx="2686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6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ED1D3-6E25-45CB-A8DC-C34F8137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429250"/>
            <a:ext cx="868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7B5049-9EFB-43B3-884B-55340C81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9F29F0-B460-4855-96EB-16099156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4D4847-81BF-435C-8362-75111BC1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380507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079566-3754-461D-A30E-2C7C90F0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BAC72-8877-45C3-AB81-D69192B3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FB05B-F83D-40F0-86DC-42EDC7D3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10591800" cy="4057650"/>
          </a:xfrm>
          <a:prstGeom xmlns:a="http://schemas.openxmlformats.org/drawingml/2006/main" prst="roundRect">
            <a:avLst>
              <a:gd name="adj" fmla="val 3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113890-0C09-4378-8783-A255FC36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90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23C18-E590-415B-8943-BA70F2B0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669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5E241-BA11-4A81-B144-48E35B90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7526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FBD62-6123-45B1-BACB-58513A6E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0574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FAD17-AEB2-43FC-BBEF-CFF08404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E951F0-C9CB-48CD-8567-4F0F2424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669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24156-0AAB-4C18-AA8C-CDF7530B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526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DEE5AD-7735-40BF-8EE1-C7187A05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574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1EC0B5-6A6D-45FE-AEDD-F1D7E400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28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BCA00F-F4C7-4494-B48F-C9F484E4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0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EBD65C-61BC-492B-8982-526E52B6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908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AB12F7-8E79-4FDE-88CE-0ABADD3C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95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3F5AA-990D-4EB1-95A1-4F815FEF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28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2C90B-7A81-4C09-B06D-1374C6FE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0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CA0FD5-D64D-41FB-8505-E4306D8E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908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C260E8-ECF9-43C5-BA6F-470ADE37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895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FEF19A-8CFA-4457-99E2-1D4049BB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67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7F6DB0-2228-4A53-9415-760F8F89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43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4A1B8A-F4E6-4ABB-B915-BE668B53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290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1A6E7C-A5BB-44F4-98D7-C2736E2F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338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276F9E-DC46-4314-B07E-63A43914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67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3F465F-B143-48F7-A5AE-3543027C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43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5D21F-A062-445E-A73B-89D86D9DD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290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E7C31C-A414-4044-91C7-34B7904C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338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C4C87F-5D74-4DA1-9AF9-FEC3493F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05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CA2F54-4B42-488C-A937-3AA66520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1EF067-AADC-44FF-9FE6-0C8D47CD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672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806693-6079-4F3D-A670-FAECD19A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720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207302-B9FA-4AD5-A593-B491C708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05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AFCDA7-D9B8-4899-ABD3-9E865022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81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AF1ADB-A31B-4C1A-8A78-FBD0CC2C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672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85E20F-4844-4946-A8B7-10DB3531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720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F46A8C-D085-4C5E-AF15-79367508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753100"/>
            <a:ext cx="80772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33CF91-F215-403B-80C7-52745BAE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867400"/>
            <a:ext cx="7505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75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A27C30-DB91-4A84-9644-B57B2AC9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18A661-E4B1-4FB7-9548-3F2A9CB3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E90E26-693F-4D4F-BE4F-7167B5C3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8161954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E88B00-B7A0-4A36-AE32-760966DD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309440-396D-44C3-B705-F07F396B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52611F-450B-42B0-B934-F328615E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1059180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283DA-8066-4A7D-BA8B-E3994B3B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8ABD3D-88A4-4B93-839D-8305E8B0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44EEF-829D-4A3A-A5B2-6C9391B3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2284D-0459-44BC-8D1C-F38B50C8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1017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89D8FA-D4EA-490B-86B9-5E9FF801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38500"/>
            <a:ext cx="9525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4F46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EE4F12-17BB-4879-9B8F-0F76EA8B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95750"/>
            <a:ext cx="67437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50530F-DF26-4CDA-A633-9B9FB42A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400550"/>
            <a:ext cx="6019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83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把所有容器設定寫進 docker-compose.yml，一個指令全部啟動。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8B03E0-4072-4310-B6ED-8601342F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7F5CA-F2DF-426C-B150-F8E8171F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F3DC1-4933-49DF-AE6A-DFC700FD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093156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1070DD-3F0F-42F9-9CE9-8F84F126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D02B34-A66B-4265-82CC-2AD8129F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47C7DA-5851-433E-8EEE-6121F44D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19250"/>
            <a:ext cx="447675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6A646-5330-4F3A-9D60-D3CBAA62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33A80C-EF8F-421D-9802-8B838DA6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32BBB0-DB68-4481-9FBC-92F4A946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C9411-F19F-4CBE-8CB0-FF17CC7E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38350"/>
            <a:ext cx="40576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5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 "8080:80"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 "443:443"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DB_HOST: mysql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DB_PORT: 3306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ECE0B4-EA66-41B7-AF79-731B66FC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60020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3D61BF-C0BE-4000-97D7-82367E88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90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99B4C-3E14-430C-BB7D-E418EA33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5265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69D883-7DEE-4A23-BC4E-D61E669F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0020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DE7BE-F83B-4198-B921-5215E41A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790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752E4-F56E-4056-A18A-70472AD9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5265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DA133F-769B-4D64-B946-ED3E0D6B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2895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739321-2EAE-48D6-A7F4-D4D95967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EA532-362F-4E91-A153-3F24C7E9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814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2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576E9E-95BF-4251-A3E7-1CABADF3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2895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693600-26C2-4C2E-A926-AC3EFFCB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194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4E869-C941-49B2-9D04-0B8C52AF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814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EA6C1A-A9FA-40AE-A923-6783B5E0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1054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C40828-2F2D-4D1E-88F9-B135A3D3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E0992B-05D8-436F-91B1-3D262624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8DF2E9-BF8A-4F32-BD8A-85775029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6832234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388A98-7B23-4AB4-BA63-DD3EDC55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DAE367-B8BB-47CC-A6B6-6AD651E5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my-mysql 改寫成 Compose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F5C191-62CB-43E1-8D71-1AF0145F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0200"/>
            <a:ext cx="1028700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F3E7D-0471-43B7-9BC3-91800942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62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4B43C0-6667-4CB0-8053-BA0804CA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6700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42540-9639-4A89-A87D-185193B9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85750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FC092-BF8A-4EF4-B659-8AAC90D1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276600"/>
            <a:ext cx="2114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9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container_name: my-mysql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B396F-D8EB-4C6A-9353-BC29DAE8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66700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C13A50-07E2-4E7B-80E5-AC8105D5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5750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environment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867EA-CB03-44CF-A253-92F6D4FC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114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password / db / user / pass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ports: "3306:3306"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1535A-C462-4069-BE63-90812CEE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62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AB4621-40B9-4532-9708-FE15E21E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2190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ECA69E-9D68-4564-9851-A6B5CD5B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480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mysql-data:/var/lib/mysql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B66095-14BA-4199-B0B7-4636102D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6710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資料放在 named volume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68008-D004-4AF9-B3CD-17E3C027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先延續前面的 MySQL，不換題目，讓每一行都有 docker run 對照。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3E99D5-E3B3-45F2-AA9E-71127090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91E6D7-629E-4386-870D-D100734C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B16CA-155D-480D-AF79-256A1412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2765268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C0E8FD50-7D2B-4388-8383-C2562A33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44A6EB-4D78-4C78-87E0-59C50415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範例程式碼：docker-compose.yml（MySQL）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9487AB3-79B8-47E5-9EAE-CBC7B3B2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CFBC6C51-0D5A-43D4-ACE2-CD7CECEE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5EA7E73-D8B7-4251-A481-26E9D4EC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my-mysql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MYSQL_ROOT_PASSWORD: my-secret-pw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testdb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MYSQL_USER: testuser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MYSQL_PASSWORD: testpass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"3306:3306"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mysql-data:/var/lib/mysql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mysql-data: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50F08EE-78FB-440C-90A7-DEBE07E5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27F1AEC-E7B4-40EB-9C91-09C7BF1E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8251805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0D54E2-8513-4E99-BC9B-9E38E27A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09EA44-085C-470F-BAB1-D84F811D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A5286-1B15-40E1-BD32-B92CD885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58904-72B2-4ABF-B09A-E5B23B4B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676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1B659-FD79-406D-9731-B4B09086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76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FA0DD3-1B1D-4740-8FC4-3E81F371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049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1B7221-3B6D-4674-A8F6-8EC6E48B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676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DF0BC4-CDF0-4009-98A3-35BA8290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76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DB6422-F040-4F4E-8F27-E3A2DA9E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431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5E810-EF9C-42A7-8E19-60C1DD62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14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289572-7F51-4C4F-B4A9-2A1A66E6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146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D37D1-2107-4702-B2FE-D102264E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431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3ACEB-2458-4527-ACCC-697D32D3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14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5BFDE-CB7B-4270-B7D2-37233BE9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146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EAEE3F-43D6-46DE-8E0A-F0CBFF92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813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D2FF4F-63A3-4E08-96E9-A2B11216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352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C03B1B-9F29-462A-9C9A-A1F44C7B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528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A47FEC-84C2-4979-BD76-D42EEC24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813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C61044-3E74-48B2-ABEB-3FF39B7F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352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1FF92C-B551-477E-AED9-4D0CA791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528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BF3FF4-14FD-4A08-94DA-8575B014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195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2966FB-F4E3-48F5-A9DE-8883B8EF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91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B8ECC-D481-4259-B702-3E400B47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910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F0E503-196B-46AF-BD6D-2C84064F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195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3387C4-54F3-4204-A5AC-1F6F025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191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1CE8D3-A1A7-408E-8BB8-A4DEAF38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910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B3DAFD-A2C0-42D5-A49C-597914D5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9CE049-EE0D-4919-88A1-F32B70E8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2C9D97-D4EF-4BAC-A33E-12821432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709186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7C3C1A-A6A3-42AF-81D2-9B5708BC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3BB24-A86C-4685-AF49-0880B352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與 depends_on 只解決部分問題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8BA7C-79C7-402E-A7EE-19E911CC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4381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BCF9F-2206-4FAA-9B29-E3AE778D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restart: unless-stopped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EE671A-6BA5-4D42-842C-EBA63F58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38400"/>
            <a:ext cx="3924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開發環境常用。容器非手動停止時會自動重啟；手動 stop 後維持停止。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9916A-6C45-4C62-8D53-118AD524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76400"/>
            <a:ext cx="4381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CECC99-4C68-4D57-9919-3DA5C4EF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F4CE6B-6303-4DE4-8CCB-411BB65E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38400"/>
            <a:ext cx="3924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控制啟動順序，例如先啟動 db 再啟動 web。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6A20E7-82D3-4F71-8DF2-FFC0575F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57700"/>
            <a:ext cx="86868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9899D-555C-44BE-B17C-5BAD4B9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8630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depends_on 只保證容器先啟動，不保證 MySQL 已經 ready；程式端仍需要重試機制。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538722-87FF-42AF-85BC-17A144F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2429AE-6EA6-4F8F-A273-961BD7D1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73FC2C-6001-42AD-9AE9-92F76E97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0055826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A052DC-6B9D-469B-AC4A-81779AA4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F36AC-15CC-4F9E-876A-B8E8D3A7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C2D666-0DFA-497C-8E16-C9A82A29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4762500" cy="243840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8F2BC-234B-4E90-A82D-FF53FC1C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478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D8AD1-3535-4D7D-978F-68E857DC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3365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F96140-6366-4E42-8DDE-2D442CC7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57350"/>
            <a:ext cx="4762500" cy="243840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4DF0B-E080-40ED-8985-2FC6A29D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478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3955D-CEA8-4942-B656-861BEB8C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3365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C5880-2105-4375-871F-D4578A56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19650"/>
            <a:ext cx="86868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813ACF-DF7B-46CB-BE6F-B416CB61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2920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7B25E-0772-4A2E-BE0E-7B1B0E10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6779E-2C33-4DCA-A28B-273365E3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D774C0-A783-4326-9A07-F6D0CE11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2825119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3ED3AE-1CA0-48D7-B672-DD405F28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A76F2-BEDE-49A4-ABA3-46F067CF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455a213b664e5c"/>
          <a:srcRect xmlns:a="http://schemas.openxmlformats.org/drawingml/2006/main" l="5014" t="0" r="50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447800"/>
            <a:ext cx="4476750" cy="28003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DF5BC-1AF6-49D4-A41C-64505F24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47800"/>
            <a:ext cx="4476750" cy="28003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9AD43-F1E9-4DAB-A91F-5D148A1D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4381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92CBFA-9F5B-472C-8DC3-593D81AA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BDFA72-1172-4005-9A01-1941E25A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3924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同一份 compose 裡的服務可以用服務名稱互相連線，例如 app 連 db。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938B29-FF9E-4D81-B9E4-BB0123DE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4381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32E6C-25B0-47B4-A7ED-2C3B63B81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766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設定可進 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1A7E63-C4E6-4693-B544-8A088762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3924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 clone 專案後，只要 docker compose up 就能跑起環境。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411338-2654-41CC-9FF8-69F14E26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29250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這堂先會用 Compose 自動網路；第四堂再正式拆 Docker Network 與 --network。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D8D9F4-E682-472D-A758-E77A180C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543241-4B2C-4679-A8AE-7FE52D0C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390C1-9377-4ED5-9581-FB17733E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954718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A10F21-2DF7-4C2C-99AA-C8E411D4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B1630E-8AD7-4CEB-9AD7-79545F99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5D75E3-7F27-408C-A56F-B17876D2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5143500" cy="3829050"/>
          </a:xfrm>
          <a:prstGeom xmlns:a="http://schemas.openxmlformats.org/drawingml/2006/main" prst="roundRect">
            <a:avLst>
              <a:gd name="adj" fmla="val 248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69C07-D11F-41CB-A8C7-1B3A56BE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542999-9D18-4F49-9730-578564D6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553D8-9900-470E-80A4-9BED3F9F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F3665-9D2F-475E-8B29-9CA9276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47850"/>
            <a:ext cx="4724400" cy="327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C:\docker-lab\mysql-compose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94CA9-16C8-421B-886B-76042BBE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42875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2ED0D7-60CD-4B58-9048-4AF1D3C5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5906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4F3587-6A76-4FC7-8D5B-E1AB1196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002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00EA28-4D25-45EF-89D9-BA682D69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7170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975E7-91E0-4B33-AB0E-D3E39CC4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3362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366F8F-2EBF-4469-AF62-54220F2F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4315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AF919B-DDD8-41F0-8C67-5CF55045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91465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F562FE-482C-49D0-8BD1-D4534579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765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B69731-D922-4375-8079-693FF55B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861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C47C1B-A54D-4819-A6CE-D7FDCF77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65760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38A22-D999-4DF3-870C-4DD1A0CD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1952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CBA7B0-A1C3-4DB5-A89F-0D4DB125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F69F2D-400C-40E7-A125-AA0C5016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0055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BEA021-5069-4937-91EF-1F78F821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5624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D6EE55-50D0-48B4-A4EB-15C929DB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720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BF0452-A79C-4757-B451-8F7B0809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DF2EB9-139B-4C86-9B52-9FC854A7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9F3A51-4BAF-40F6-A319-E1287BED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8624526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7640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8669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7640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669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7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docker-compose.yml 可以 commit 進 Git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1475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9052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自動網路（先會用）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3865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1475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052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3865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6E06E0-BEB0-4178-A369-7BB6FDED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73B865-6C6A-499C-8CBF-2639E264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練習 P2：照解答跑 Nginx + Flask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6BF06-DC00-4A64-BEAF-FC459666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525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先照講義完整解答跑起來，觀察 Nginx 如何用 service name 連到 Flask。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C7190D-6B4B-45EE-B2D4-493F5F60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2DD2D-4B4C-42A7-BBC6-E4F76E23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19DD3-257A-4F15-A2EE-F73ABB4F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nginx:alpine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proxy_pass app:5000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D4DC5-10DC-4D80-B36F-D23DA8BE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22132E-A5E5-46CF-A13D-1D5889D0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AB6B3-BA8B-4E65-8C54-ACD5BB4C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expose 5000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不對主機開 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2DE65-C542-4780-9A80-24A41BD5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585D1C-8FCA-4317-80E7-24D62A89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E5AA4-496A-4696-825A-8F9DFC02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用 app:5000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連到 Flask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ED96AC-EBF9-412D-80AD-BB7BA280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A3B52C-530F-4067-ACCD-039A9D1C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B6DC46-D592-47B8-A182-F00B1110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瀏覽器開 8080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exec web wget app:5000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17CC9-3198-42B7-9BBF-B44163AC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7429500" cy="12382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0D2942-D235-4BB8-9686-F84C4C32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678687-1712-4279-97BA-265FDAD7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A3BF7E-6F76-493E-A9A1-D0582C1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C9516F-C9AF-481D-9821-46A21321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19650"/>
            <a:ext cx="701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 &amp;&amp; docker compose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exec web wget -qO- http://app:5000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FFDE36-270B-49FB-B8FF-ACBF238A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D94594-5F55-4231-A50B-98EDA53B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5C865D-AAA8-477E-9AF3-E7AA547F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1128280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socket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home():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message="Hello from Flask behind Nginx",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hostname=socket.gethostname(),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範例程式碼：app/requirements.txt（Nginx + Flask）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範例程式碼：nginx/default.conf（Nginx + Flask）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listen 80;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location /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proxy_pass http://app:5000;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proxy_set_header Host $host;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proxy_set_header X-Real-IP $remote_addr;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364CA04-9970-4B23-859B-7B554CD4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13302FD-2FF9-4CF6-A594-74C37F10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範例程式碼：docker-compose.yml（Nginx + Flask）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23B0136-4615-44B6-858C-3187F16F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AF73C6B-4F9A-4EE7-9112-9ACD73CA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D534A58-388B-45A0-ACFE-A1057231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web: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nginx:alpine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compose-nginx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"8080:80"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./nginx/default.conf:/etc/nginx/conf.d/default.conf:ro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app: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python:3.11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compose-flask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working_dir: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./app:/app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expose: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"5000"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command: sh -c "pip install -r requirements.txt &amp;&amp; python app.py"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A12A03C-B4E1-4C98-9FE4-16BFA62F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16DDE08F-61AF-4B4B-AF89-7B087CC4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323884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D58D26-6956-47B3-B68B-681BAF02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F5298-34CB-439F-B4CF-B8B8494F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下一段：Nginx + Flask + MySQL 完整實作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812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2400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nginx:alpine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proxy app:5000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14650"/>
            <a:ext cx="9144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15" name="app-bg 15">
            <a:extLst xmlns:a="http://schemas.openxmlformats.org/drawingml/2006/main"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0000" y="21907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app-title 16">
            <a:extLst xmlns:a="http://schemas.openxmlformats.org/drawingml/2006/main"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8600" y="23812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app</a:t>
            </a:r>
          </a:p>
        </p:txBody>
      </p:sp>
      <p:sp>
        <p:nvSpPr>
          <p:cNvPr id="17" name="app-body 17">
            <a:extLst xmlns:a="http://schemas.openxmlformats.org/drawingml/2006/main"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8600" y="2800350"/>
            <a:ext cx="2400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expose 5000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DB_HOST=db</a:t>
            </a:r>
          </a:p>
        </p:txBody>
      </p:sp>
      <p:sp>
        <p:nvSpPr>
          <p:cNvPr id="18" name="arrow 18">
            <a:extLst xmlns:a="http://schemas.openxmlformats.org/drawingml/2006/main"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14650"/>
            <a:ext cx="9144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CBE324-C5C4-40A4-A155-F0AD81F2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0000" y="21907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C96E05-42D6-426F-9E39-F26B5455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600" y="23812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26342-4228-40DB-83E4-AFD769D6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600" y="2800350"/>
            <a:ext cx="2400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db-data:/var/lib/mysql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F95F12-5EAE-4C8C-8431-DF60F81E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95800"/>
            <a:ext cx="40767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4F2BA7-319A-4B4F-9D60-CB172BB2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686300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這段由老師帶著做，重點是 Nginx 用 app、Flask 用 db 兩段 service name。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6537A2-DAB9-4330-A390-0B2C7290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37674C-273F-4B0D-BD12-98A95411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C8BA44-EAEF-42EF-969D-58C83BE6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5272271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F6E50D-6D30-4F37-8FA5-007A176C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DOCKER-COMPOSE.YML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BC23C-60C0-421F-AE44-9C30942A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Nginx + Flask + MySQL：三個 service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C863A-6120-4B59-846C-3E1502B0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6191250" cy="4324350"/>
          </a:xfrm>
          <a:prstGeom xmlns:a="http://schemas.openxmlformats.org/drawingml/2006/main" prst="roundRect">
            <a:avLst>
              <a:gd name="adj" fmla="val 220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3B805-8BB9-4395-B89E-B3E7CB10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14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6AC720-D60C-4834-843F-1D41CE4E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14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E5DA2-972C-482D-9CA4-75FB4982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14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B22E41-4D3A-47CF-B07B-370413B3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71650"/>
            <a:ext cx="5772150" cy="377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web: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nginx:alpine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 ["8080:80"]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 [app]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app: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expose: ["5000"]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 { DB_HOST: db }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 [db]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mysql:8.0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 [db-data:/var/lib/mysql]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 { db-data: 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9D994-B65F-48F1-9CF3-8CD8B4E2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90700"/>
            <a:ext cx="3048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12E67-435C-4960-BA49-8E158121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51D17A-B978-4D35-86B6-E23C0034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193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Nginx 對外 8080，proxy 到 app:5000。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68C442-7CEE-4950-9DB0-596E6108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3048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B65744-0F9F-4D7E-B829-53961A8F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195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app / db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1A815E-DD04-4E3B-8124-FF9D09E7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576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Flask 用 DB_HOST=db 連 MySQL。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B347B9-D0D3-4479-9F09-2EE754AF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4A8BA3-F032-4E41-A2B0-1B6AE28E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19D7E4-41D6-413F-86B3-143FF8D6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7049483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1/3）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pymysql.connect(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host=os.environ["DB_HOST"],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user=os.environ["DB_USER"],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password=os.environ["DB_PASSWORD"],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database=os.environ["DB_NAME"],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charset="utf8mb4",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cursorclass=pymysql.cursors.DictCursor,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2/3）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last_error = None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for _ in range(10):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try: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with connect_db() as conn: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with conn.cursor() as cursor: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cursor.execute(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"""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CREATE TABLE IF NOT EXISTS visits 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    id INT NOT NULL AUTO_INCREMENT PRIMARY KEY,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    created_at TIMESTAMP NOT NULL DEFAULT CURRENT_TIMESTAMP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"""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cursor.execute("INSERT INTO visits () VALUES ()")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conn.commit()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cursor.execute("SELECT COUNT(*) AS count FROM visits")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row = cursor.fetchone()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3/3）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return jsonify(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message="Flask connected to MySQL through the Compose network",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db_host=os.environ["DB_HOST"],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visits=row["count"],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except Exception as error: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last_error = error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time.sleep(2)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jsonify(error=str(last_error)), 500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範例程式碼：app/requirements.txt（Nginx + Flask + MySQL）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範例程式碼：nginx/default.conf（Nginx + Flask + MySQL）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listen 80;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location /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proxy_pass http://app:5000;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proxy_set_header Host $host;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proxy_set_header X-Real-IP $remote_addr;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3D84B4A-E046-40ED-9E71-096B3DC5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C191322-06B3-4D73-A1A7-F79E4395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範例程式碼：docker-compose.yml（Nginx + Flask + MySQL 1/3）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F27A23E-710D-4343-A225-6D058775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827D97E-A273-4D25-A370-AEE82808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E8AAFA7A-AC22-4BB3-B190-C54852FA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web: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nginx:alpine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demo-nginx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"8080:80"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./nginx/default.conf:/etc/nginx/conf.d/default.conf:ro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app: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python:3.11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demo-flask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working_dir: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./app:/app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199D8C1-384E-4F9D-B08A-D6059DA7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39286C1-B53C-4A23-8195-4CA3B90A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4308908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24F5EF18-1A9B-4B89-92AF-49233194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64DB57-A4B1-45A8-8A74-18BFB1BE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範例程式碼：docker-compose.yml（Nginx + Flask + MySQL 2/3）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4F9B1FE-66EA-4F8C-93D5-40458BEB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EB565F5-3DC6-43CA-BA4A-491958A8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BE462DF9-535B-47C0-B625-08597191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DB_HOST: 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DB_NAME: demo_db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DB_USER: demo_user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DB_PASSWORD: demo_pass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expose: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"5000"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command: sh -c "pip install -r requirements.txt &amp;&amp; python app.py"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B8F98F6-AD64-489C-9A27-AE918DCC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3D9FDE10-2783-4745-BAD1-C61D862D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96273061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範例程式碼：docker-compose.yml（Nginx + Flask + MySQL 3/3）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demo-mysql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MYSQL_ROOT_PASSWORD: root1234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demo_db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MYSQL_USER: demo_user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MYSQL_PASSWORD: demo_pass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"3306:3306"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db-data:/var/lib/mysql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db-data: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0E04D7-C178-4CC5-8F7D-D54FC634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18045-3CE1-4E1F-90F7-174D5AB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9FB19-6852-4793-8696-402AF282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431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3D5A7-C9C2-4A06-A207-7FBE9A97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DBD69-CDD9-4A2D-AED5-C55FDDBD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三個服務都應該是 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721C4-EA40-4B64-88CE-165FD05D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431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4E409-8EE5-439F-B1BF-60FEC304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66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5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1EBC94-9D0A-4C93-B001-797300F0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05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Nginx、Flask 與 MySQL 沒有錯誤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2CB71-7B50-4A2A-A588-518F70C7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431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E8068-854B-4FA6-81A0-AD5277250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 / 工具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C817E8-0011-4826-8F01-798A7088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05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localhost:8080 看 JSON；localhost:3306 連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0A2432-9FD1-40E5-B2FC-3083BBEC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38700"/>
            <a:ext cx="5905500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EB53A2-4F81-46F8-A271-EDA4B5C9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6AA9D5-A746-4448-9710-5D15E8FB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FE7939-1036-4BEE-ABF2-789D02FF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B639E-D924-4BB1-AFF6-27B5738A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57800"/>
            <a:ext cx="548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2A01B3-454B-441B-94D2-D57C8015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27B77B-999F-42C9-8BBD-566A42BF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C2F858-4505-4B32-A68F-4653D2DE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5165728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5CE85E-B951-41C2-A31D-898FB0D1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INSIDE 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803DDD-2EDE-461E-8408-9CEC6BD8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demo-mysql 確認 Flask 寫入資料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FDC53-9C70-463C-B8D3-71F1E8B8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6858000" cy="3505200"/>
          </a:xfrm>
          <a:prstGeom xmlns:a="http://schemas.openxmlformats.org/drawingml/2006/main" prst="roundRect">
            <a:avLst>
              <a:gd name="adj" fmla="val 271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5C32F-EB97-468B-A621-C145EADC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E790F-732F-4F34-943E-F987B54E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27BB44-9687-4C34-B84D-7207D988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D62FC-5561-4062-82C4-F68DF7FC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47850"/>
            <a:ext cx="64389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demo-mysql mysql -u demo_user -p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demo_db;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visits;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2AC9D-6ED5-4411-978E-DA571235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38350"/>
            <a:ext cx="285750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612176-FA1F-492C-B481-489F0342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288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這一步驗證什麼？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7A063A-3D12-4F65-B219-669D1563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47950"/>
            <a:ext cx="2400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不是只看容器 Up，而是確認 Flask 真的透過 db 寫入 MySQL。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DE522-3962-44B7-879B-6F43B4EB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15CFC8-DC87-441C-828E-7A339002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4A4B2D-FD34-4D67-86F2-E7856800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89050438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626EA8-5ACB-4C15-8E32-33E2A508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4547F5-4919-40F2-AA7C-3CAA94EB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086E6-93B6-4355-91D6-7E6E7C3D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8BBD2-0899-4331-B487-02FBF552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56D9E-6826-40A6-B44D-814EB116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67000"/>
            <a:ext cx="36385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B3A4F8-1CDE-4C92-A821-A95167D2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D6E432-B905-4C04-9DBE-C113D9B8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96DCB-B197-4B65-8FD5-012C1053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67000"/>
            <a:ext cx="36385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2E884B-1C98-40BA-B297-85414312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53000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5F853-13AE-4244-B1CE-AF98E63F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012212-7EBF-49BC-83F2-89D8AA1E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515E6C-9207-4057-BE42-FC3779D8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4764884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1F89E3-6C5E-4260-A6A3-AF21573A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EC029D-3F16-46BA-A7DB-A62433F3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讓多版本 MySQL 可以並存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EB307-D7E5-49E1-88CE-E0E75862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0744200" cy="2400300"/>
          </a:xfrm>
          <a:prstGeom xmlns:a="http://schemas.openxmlformats.org/drawingml/2006/main" prst="roundRect">
            <a:avLst>
              <a:gd name="adj" fmla="val 396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234011-8807-4B56-8352-C679411F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81F8B-615F-4837-A652-73E2F3E3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3743D-F912-4F9B-88D8-2E6FF593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F7957A-3D1E-4FDE-94C2-C5A784DE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85950"/>
            <a:ext cx="103251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D68711-7153-4D0E-9FA6-2335EB7A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1910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9AC709-5020-498E-8BD2-89C90C44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52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EEE478-6962-4E69-8885-4F765EB7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7205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6D02B-A812-485C-844A-499740EF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62450"/>
            <a:ext cx="41910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495787-BA55-4676-BDE2-78CBF016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552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E5DF6C-0AF9-48D3-97B1-9ABFCC96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97205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prune、image prune、system prune -a 都要確認後再執行。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830DF6-7690-4190-8C76-C0DF7BF9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B9AAF-C80D-429C-9222-08DCC4A7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73D08D-4626-4010-9617-F8EB7EB2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1277486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87DB311C-8E8E-4C76-9D74-CF1698ED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69F863F-45E0-46F1-94DB-34D0ACAA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範例程式碼：docker-compose.yml（多版本 MySQL 1/2）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2CA4C807-06C5-4997-85A5-33BCFD01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694DFF00-7A47-491B-9D3A-47A6E607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83E66F7-D4F5-4E63-BD02-1D1B4D86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mysql8: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mysql:8.0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mysql8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MYSQL_ROOT_PASSWORD: root123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old_project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"3306:3306"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mysql8-data:/var/lib/mysql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mysql9: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mysql:9.0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mysql9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MYSQL_ROOT_PASSWORD: root123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new_project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"3307:3306"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0577E29-140E-4EAF-BD3F-7DE31736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E88DE876-D7EA-415F-9D42-45C02E511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83127243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6E71E3EE-27C0-4E02-BED7-ECE531FA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04A94C-942F-44E0-84AA-5908B8B8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範例程式碼：docker-compose.yml（多版本 MySQL 2/2）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2AB1A58-1566-42E2-8650-EFD37FDE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6EDE3A0-0B39-4C30-B378-FDB5C416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BD9E99F-CF50-40C9-A22D-1FF8EF07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mysql9-data:/var/lib/mysql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mysql8-data: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mysql9-data: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68E727E-9D59-437D-B5C5-DAEABF3B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0E06D9B8-FC21-4B8D-8800-479C1204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1922012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F684B1-2C17-4B01-951D-AB4E5E6E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A60BE-DDC1-437D-A99C-565B3340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D7A30-5DB5-4B9C-94F4-28F19E0E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744200" cy="2552700"/>
          </a:xfrm>
          <a:prstGeom xmlns:a="http://schemas.openxmlformats.org/drawingml/2006/main" prst="roundRect">
            <a:avLst>
              <a:gd name="adj" fmla="val 373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9BF3D3-9B99-4870-9992-AA91DAB4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4A2B8-BF1C-4B4E-BCB4-4B4A5AC4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E54312-9104-4A34-BB5A-7660CD42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A447A-8AC0-4C1F-80E7-9AE76AA1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103251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880EE4-8A7B-48AC-9D9A-526321E4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52950"/>
            <a:ext cx="304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397DAC-F0A6-44BC-8E95-C2315E17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434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09A93-E670-49BB-876E-91DC4D36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435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D76C92-3228-4999-9DCA-7490B688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52950"/>
            <a:ext cx="304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FC5DC5-54D9-4349-8BD0-B9F3A288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7434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9EE890-5782-4D4A-AE77-FB93228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1435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35AFB1-AB7E-47F7-AF35-0E7FA37F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52950"/>
            <a:ext cx="304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1AF5D1-4401-4928-9EC0-38F3503C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434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F2A973-7E6E-4406-B6AD-88D6F526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1435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mysql8 mysql9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需要資料才加 volume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857602-8D70-4295-84D5-9F44348C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0D2EEC-3384-4D01-8D77-9819DEE2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BF70F4-A37F-4D29-8803-C3A6235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5816430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11F0B6-62AA-43D4-B556-696DB35A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BE7D2-8043-4DAC-A573-AEA1E630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挑戰題：把多容器環境做完整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94D57-EB94-478C-BE50-387A3CF6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D3D806-EAC1-4087-9ED8-25520A3B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859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C1：Nginx + Flask + MySQL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401198-E200-44DE-8207-E6BAAED8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1460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參考前面解答，改出 Browser -&gt; Nginx -&gt; Flask -&gt; MySQL 的三服務 Compose，並用 docker compose ps、wget 和 docker stats 觀察狀態與資源。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D4825-0C2A-4AF8-8077-AC6D4420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9545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87105D-AB09-46AD-A622-3F102B60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859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C2：自己查 Docker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90466-E0E5-4B1D-8558-37B915E0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1460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找一個課堂沒用過的 Image，讀官方文件，寫出 docker run 指令並把過程記錄下來。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4C755-3EA3-4D16-ABF8-B2086E0D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762500"/>
            <a:ext cx="80391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1EF222-50D8-41A6-893C-1BD1FE1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530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下一堂：Dockerfile、映像檔優化與資源配置。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CF5D00-94EE-4B22-AADA-24028FAF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F44DFF-C1C0-47E4-A541-993BD10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C3ED2C-3B43-47D6-9CF0-CD0383C4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645121320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完整程式碼：p2-nginx-flask-compose/solution/app/app.py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socket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home():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message="Hello from Flask behind Nginx",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hostname=socket.gethostname(),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完整程式碼：p2-nginx-flask-compose/solution/app/requirements.txt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完整程式碼：p2-nginx-flask-compose/solution/nginx/default.conf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listen 80;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location /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proxy_pass http://app:5000;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proxy_set_header Host $host;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proxy_set_header X-Real-IP $remote_addr;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883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完整程式碼：p2-nginx-flask-compose/solution/docker-compose.yml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web: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nginx:alpine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practice-nginx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"8080:80"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./nginx/default.conf:/etc/nginx/conf.d/default.conf:ro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app: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python:3.11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practice-flask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working_dir: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./app:/app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expose: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"5000"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command: sh -c "pip install -r requirements.txt &amp;&amp; python app.py"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883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完整程式碼：p2-nginx-flask-compose/solution/docker-compose.yml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(1/3)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pymysql.connect(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host=os.environ["DB_HOST"],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user=os.environ["DB_USER"],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password=os.environ["DB_PASSWORD"],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database=os.environ["DB_NAME"],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charset="utf8mb4",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cursorclass=pymysql.cursors.DictCursor,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(2/3)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last_error = None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for _ in range(10):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try: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with connect_db() as conn: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with conn.cursor() as cursor: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cursor.execute(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"""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CREATE TABLE IF NOT EXISTS visits 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    id INT NOT NULL AUTO_INCREMENT PRIMARY KEY,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    created_at TIMESTAMP NOT NULL DEFAULT CURRENT_TIMESTAMP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    """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cursor.execute("INSERT INTO visits () VALUES ()")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conn.commit()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cursor.execute("SELECT COUNT(*) AS count FROM visits")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row = cursor.fetchone()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return jsonify(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message="Flask connected to MySQL through the Compose network",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db_host=os.environ["DB_HOST"],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(3/3)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visits=row["count"],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except Exception as error: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last_error = error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time.sleep(2)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jsonify(error=str(last_error)), 500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完整程式碼：compose-nginx-flask-mysql/app/requirements.txt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完整程式碼：compose-nginx-flask-mysql/nginx/default.conf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listen 80;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location /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proxy_pass http://app:5000;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proxy_set_header Host $host;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proxy_set_header X-Real-IP $remote_addr;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完整程式碼：compose-nginx-flask-mysql/docker-compose.yml (1/3)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web: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nginx:alpine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demo-nginx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"8080:80"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./nginx/default.conf:/etc/nginx/conf.d/default.conf:ro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app: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python:3.11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demo-flask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working_dir: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./app:/app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DB_HOST: 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DB_NAME: demo_db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完整程式碼：compose-nginx-flask-mysql/docker-compose.yml (2/3)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DB_USER: demo_user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DB_PASSWORD: demo_pass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expose: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"5000"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command: sh -c "pip install -r requirements.txt &amp;&amp; python app.py"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demo-mysql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MYSQL_ROOT_PASSWORD: root1234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demo_db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MYSQL_USER: demo_user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MYSQL_PASSWORD: demo_pass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"3306:3306"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db-data:/var/lib/mysql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完整程式碼：compose-nginx-flask-mysql/docker-compose.yml (3/3)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db-data: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完整程式碼：p3-mysql-versions/docker-compose.yml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mysql8: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mysql8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MYSQL_ROOT_PASSWORD: root123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old_project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"3306:3306"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mysql8-data:/var/lib/mysql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mysql9: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mysql:9.0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mysql9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MYSQL_ROOT_PASSWORD: root123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new_project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"3307:3306"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完整程式碼：p3-mysql-versions/docker-compose.yml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mysql9-data:/var/lib/mysql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mysql8-data: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mysql9-data: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2026-06-23T08:33:22.9710000Z</dcterms:created>
  <dcterms:modified xsi:type="dcterms:W3CDTF">2026-06-23T08:33:22.9710000Z</dcterms:modified>
</coreProperties>
</file>