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64"/>
  </p:normalViewPr>
  <p:slideViewPr>
    <p:cSldViewPr snapToGrid="0">
      <p:cViewPr varScale="1">
        <p:scale>
          <a:sx n="143" d="100"/>
          <a:sy n="143" d="100"/>
        </p:scale>
        <p:origin x="24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8968" r="18968"/>
          <a:stretch>
            <a:fillRect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8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Flask + MySQL、多版本 MySQL、Docker Hub 探索與清理。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'產品編號',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'產品名稱',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'售價',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'庫存數量',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CreatedAt TIMESTAMP NOT NULL DEFAULT CURRENT_TIMESTAMP COMMENT '建立時間'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58532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('藍牙耳機', 1290.00, 50),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('機械鍵盤', 2490.00, 30);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>
            <a:r>
              <a:rPr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6644" lnSpcReduction="1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254" lnSpcReduction="10000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2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8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7548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4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5014" r="5014"/>
          <a:stretch>
            <a:fillRect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 project name，用來管理同一組 container、network、volume。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75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~/docker-lab/mysql-compose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P2：照解答跑 Nginx + Flask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先照講義完整解答跑起來，觀察 Nginx 如何用 service name 連到 Flask。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proxy_pass app:5000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不對主機開 port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用 app:5000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連到 Flask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8080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 web wget app:5000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docker compose exec web wget app:5000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Flask + MySQL 完整實作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 app:5000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pp-title 16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17" name="app-body 17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</p:txBody>
      </p:sp>
      <p:sp>
        <p:nvSpPr>
          <p:cNvPr id="18" name="arrow 18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800"/>
            <a:ext cx="40767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這段由老師帶著做，重點是 Nginx 用 app、Flask 用 db 兩段 service name。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F5F6E50D-6D30-4F37-8FA5-007A176C56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9BC23C-60C0-421F-AE44-9C30942A389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Flask + MySQL：三個 service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A3C863A-6120-4B59-846C-3E1502B0227D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6191250" cy="4324350"/>
          </a:xfrm>
          <a:prstGeom prst="roundRect">
            <a:avLst>
              <a:gd name="adj" fmla="val 220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EE3B805-8BB9-4395-B89E-B3E7CB10A4D0}"/>
              </a:ext>
            </a:extLst>
          </p:cNvPr>
          <p:cNvSpPr>
            <a:spLocks noGrp="1"/>
          </p:cNvSpPr>
          <p:nvPr/>
        </p:nvSpPr>
        <p:spPr>
          <a:xfrm>
            <a:off x="952500" y="1514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A6AC720-D60C-4834-843F-1D41CE4E28F4}"/>
              </a:ext>
            </a:extLst>
          </p:cNvPr>
          <p:cNvSpPr>
            <a:spLocks noGrp="1"/>
          </p:cNvSpPr>
          <p:nvPr/>
        </p:nvSpPr>
        <p:spPr>
          <a:xfrm>
            <a:off x="1123950" y="1514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D8E5DA2-972C-482D-9CA4-75FB49827877}"/>
              </a:ext>
            </a:extLst>
          </p:cNvPr>
          <p:cNvSpPr>
            <a:spLocks noGrp="1"/>
          </p:cNvSpPr>
          <p:nvPr/>
        </p:nvSpPr>
        <p:spPr>
          <a:xfrm>
            <a:off x="1295400" y="1514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B22E41-4D3A-47CF-B07B-370413B3D7F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5772150" cy="3771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 ["8080:80"]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[app]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 ["5000"]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 { DB_HOST: db }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[db]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 [db-data:/var/lib/mysql]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 { db-data: }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3E9D994-B65F-48F1-9CF3-8CD8B4E21661}"/>
              </a:ext>
            </a:extLst>
          </p:cNvPr>
          <p:cNvSpPr>
            <a:spLocks noGrp="1"/>
          </p:cNvSpPr>
          <p:nvPr/>
        </p:nvSpPr>
        <p:spPr>
          <a:xfrm>
            <a:off x="7715250" y="17907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912E67-435C-4960-BA49-8E1581214B84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651D17A-B978-4D35-86B6-E23C0034438E}"/>
              </a:ext>
            </a:extLst>
          </p:cNvPr>
          <p:cNvSpPr>
            <a:spLocks noGrp="1"/>
          </p:cNvSpPr>
          <p:nvPr/>
        </p:nvSpPr>
        <p:spPr>
          <a:xfrm>
            <a:off x="7943850" y="24193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對外 8080，proxy 到 app:5000。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868C442-7CEE-4950-9DB0-596E61080983}"/>
              </a:ext>
            </a:extLst>
          </p:cNvPr>
          <p:cNvSpPr>
            <a:spLocks noGrp="1"/>
          </p:cNvSpPr>
          <p:nvPr/>
        </p:nvSpPr>
        <p:spPr>
          <a:xfrm>
            <a:off x="7715250" y="34290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B65744-0F9F-4D7E-B829-53961A8FD0D6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app / db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41A815E-DD04-4E3B-8124-FF9D09E70645}"/>
              </a:ext>
            </a:extLst>
          </p:cNvPr>
          <p:cNvSpPr>
            <a:spLocks noGrp="1"/>
          </p:cNvSpPr>
          <p:nvPr/>
        </p:nvSpPr>
        <p:spPr>
          <a:xfrm>
            <a:off x="7943850" y="40576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Flask 用 DB_HOST=db 連 MySQL。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B347B9-D0D3-4479-9F09-2EE754AF1A1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04A8BA3-F032-4E41-A2B0-1B6AE28E19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419D7E4-41D6-413F-86B3-143FF8D6D5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5704948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RESTART POLICY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policy：四種用法差異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預設值。停了就停，不會自動回來。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on-failure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只有程式錯誤結束（非 0）才重啟。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always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31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停止後自動重啟；Docker 重開也會帶起。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unless-stopped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36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意外停止會重啟；手動 stop 後維持停止。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depends_on 與 Flask retry 解決不同問題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 retry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資料庫還沒 ready 時，程式端等待後重試連線。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只控制啟動順序，不保證 MySQL 已 ready。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重點：depends_on 管容器啟動順序；retry 管應用程式連線可靠性。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3D84B4A-E046-40ED-9E71-096B3DC5790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C191322-06B3-4D73-A1A7-F79E43954A3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F27A23E-710D-4343-A225-6D0587756BBD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827D97E-A273-4D25-A370-AEE82808B959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E8AAFA7A-AC22-4BB3-B190-C54852FABD0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0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199D8C1-384E-4F9D-B08A-D6059DA79F3B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739286C1-B53C-4A23-8195-4CA3B90AF435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430890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24F5EF18-1A9B-4B89-92AF-49233194FD3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364DB57-A4B1-45A8-8A74-18BFB1BEAE2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4F9B1FE-66EA-4F8C-93D5-40458BEB753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EB565F5-3DC6-43CA-BA4A-491958A83D8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BE462DF9-535B-47C0-B625-08597191E45E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B8F98F6-AD64-489C-9A27-AE918DCC719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3D9FDE10-2783-4745-BAD1-C61D862DEBC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962730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三個服務都應該是 Up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Nginx、Flask 與 MySQL 沒有錯誤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 JSON；localhost:3306 連 MySQL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noGrp="1"/>
          </p:cNvSpPr>
          <p:nvPr/>
        </p:nvSpPr>
        <p:spPr>
          <a:xfrm>
            <a:off x="3143250" y="4838700"/>
            <a:ext cx="5905500" cy="1028700"/>
          </a:xfrm>
          <a:prstGeom prst="roundRect">
            <a:avLst>
              <a:gd name="adj" fmla="val 92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noGrp="1"/>
          </p:cNvSpPr>
          <p:nvPr/>
        </p:nvSpPr>
        <p:spPr>
          <a:xfrm>
            <a:off x="33147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noGrp="1"/>
          </p:cNvSpPr>
          <p:nvPr/>
        </p:nvSpPr>
        <p:spPr>
          <a:xfrm>
            <a:off x="34861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noGrp="1"/>
          </p:cNvSpPr>
          <p:nvPr/>
        </p:nvSpPr>
        <p:spPr>
          <a:xfrm>
            <a:off x="36576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noGrp="1"/>
          </p:cNvSpPr>
          <p:nvPr/>
        </p:nvSpPr>
        <p:spPr>
          <a:xfrm>
            <a:off x="3352800" y="5257800"/>
            <a:ext cx="5486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5527" lnSpcReduction="1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305CE85E-B951-41C2-A31D-898FB0D1E7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4803DDD-2EDE-461E-8408-9CEC6BD8AA0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 Flask 寫入資料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A0FDC53-9C70-463C-B8D3-71F1E8B8BD80}"/>
              </a:ext>
            </a:extLst>
          </p:cNvPr>
          <p:cNvSpPr>
            <a:spLocks noGrp="1"/>
          </p:cNvSpPr>
          <p:nvPr/>
        </p:nvSpPr>
        <p:spPr>
          <a:xfrm>
            <a:off x="819150" y="1428750"/>
            <a:ext cx="6858000" cy="3505200"/>
          </a:xfrm>
          <a:prstGeom prst="roundRect">
            <a:avLst>
              <a:gd name="adj" fmla="val 27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5C5C32F-EB97-468B-A621-C145EADC9CAD}"/>
              </a:ext>
            </a:extLst>
          </p:cNvPr>
          <p:cNvSpPr>
            <a:spLocks noGrp="1"/>
          </p:cNvSpPr>
          <p:nvPr/>
        </p:nvSpPr>
        <p:spPr>
          <a:xfrm>
            <a:off x="9906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46E790F-732F-4F34-943E-F987B54E31BA}"/>
              </a:ext>
            </a:extLst>
          </p:cNvPr>
          <p:cNvSpPr>
            <a:spLocks noGrp="1"/>
          </p:cNvSpPr>
          <p:nvPr/>
        </p:nvSpPr>
        <p:spPr>
          <a:xfrm>
            <a:off x="11620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327BB44-9687-4C34-B84D-7207D9887591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BD62FC-5561-4062-82C4-F68DF7FC29EF}"/>
              </a:ext>
            </a:extLst>
          </p:cNvPr>
          <p:cNvSpPr>
            <a:spLocks noGrp="1"/>
          </p:cNvSpPr>
          <p:nvPr/>
        </p:nvSpPr>
        <p:spPr>
          <a:xfrm>
            <a:off x="1028700" y="1847850"/>
            <a:ext cx="64389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visits;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112AC9D-6ED5-4411-978E-DA57123544BF}"/>
              </a:ext>
            </a:extLst>
          </p:cNvPr>
          <p:cNvSpPr>
            <a:spLocks noGrp="1"/>
          </p:cNvSpPr>
          <p:nvPr/>
        </p:nvSpPr>
        <p:spPr>
          <a:xfrm>
            <a:off x="8172450" y="2038350"/>
            <a:ext cx="2857500" cy="1600200"/>
          </a:xfrm>
          <a:prstGeom prst="roundRect">
            <a:avLst>
              <a:gd name="adj" fmla="val 7143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612176-FA1F-492C-B481-489F034269ED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07A063A-3D12-4F65-B219-669D15634A99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2400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Flask 真的透過 db 寫入 MySQL。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14DE522-3962-44B7-879B-6F43B4EB0C8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15CFC8-DC87-441C-828E-7A339002929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B4A4B2D-FD34-4D67-86F2-E7856800CF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8905043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1/2）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CA4C807-06C5-4997-85A5-33BCFD01DED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694DFF00-7A47-491B-9D3A-47A6E607FDE5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6E71E3EE-27C0-4E02-BED7-ECE531FAC4C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E04A94C-942F-44E0-84AA-5908B8B844DD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2/2）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AB1A58-1566-42E2-8650-EFD37FDED80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6EDE3A0-0B39-4C30-B378-FDB5C416291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2BD9E99F-CF50-40C9-A22D-1FF8EF07399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68E727E-9D59-437D-B5C5-DAEABF3B0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0E06D9B8-FC21-4B8D-8800-479C12044EE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9220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2552700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Flask +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noGrp="1"/>
          </p:cNvSpPr>
          <p:nvPr/>
        </p:nvSpPr>
        <p:spPr>
          <a:xfrm>
            <a:off x="11430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 Browser -&gt; Nginx -&gt; Flask -&gt; MySQL 的三服務 Compose，並用 docker compose config、ps、wget 和 docker stats 觀察狀態與資源。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noGrp="1"/>
          </p:cNvSpPr>
          <p:nvPr/>
        </p:nvSpPr>
        <p:spPr>
          <a:xfrm>
            <a:off x="65151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noGrp="1"/>
          </p:cNvSpPr>
          <p:nvPr/>
        </p:nvSpPr>
        <p:spPr>
          <a:xfrm>
            <a:off x="2076450" y="4762500"/>
            <a:ext cx="80391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noGrp="1"/>
          </p:cNvSpPr>
          <p:nvPr/>
        </p:nvSpPr>
        <p:spPr>
          <a:xfrm>
            <a:off x="2381250" y="49530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完整程式碼：p2-nginx-flask-compose/solution/app/app.py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完整程式碼：p2-nginx-flask-compose/solution/nginx/default.conf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完整程式碼：compose-nginx-flask-mysql/nginx/default.conf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4952</Words>
  <Application>Microsoft Macintosh PowerPoint</Application>
  <DocSecurity>0</DocSecurity>
  <PresentationFormat>寬螢幕</PresentationFormat>
  <Paragraphs>1033</Paragraphs>
  <Slides>63</Slides>
  <Notes>63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63</vt:i4>
      </vt:variant>
    </vt:vector>
  </HeadingPairs>
  <TitlesOfParts>
    <vt:vector size="68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1</cp:revision>
  <dcterms:created xsi:type="dcterms:W3CDTF">2026-06-25T15:11:11Z</dcterms:created>
  <dcterms:modified xsi:type="dcterms:W3CDTF">2026-06-25T15:17:45Z</dcterms:modified>
</cp:coreProperties>
</file>