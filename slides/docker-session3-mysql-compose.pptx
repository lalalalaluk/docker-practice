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319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85" r:id="rId21"/>
    <p:sldId id="276" r:id="rId22"/>
    <p:sldId id="274" r:id="rId23"/>
    <p:sldId id="275" r:id="rId24"/>
    <p:sldId id="277" r:id="rId25"/>
    <p:sldId id="278" r:id="rId26"/>
    <p:sldId id="279" r:id="rId27"/>
    <p:sldId id="320" r:id="rId28"/>
    <p:sldId id="280" r:id="rId29"/>
    <p:sldId id="281" r:id="rId30"/>
    <p:sldId id="282" r:id="rId31"/>
    <p:sldId id="283" r:id="rId32"/>
    <p:sldId id="289" r:id="rId33"/>
    <p:sldId id="290" r:id="rId34"/>
    <p:sldId id="296" r:id="rId35"/>
    <p:sldId id="298" r:id="rId36"/>
    <p:sldId id="299" r:id="rId37"/>
    <p:sldId id="300" r:id="rId38"/>
    <p:sldId id="302" r:id="rId3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60"/>
    <p:restoredTop sz="94653"/>
  </p:normalViewPr>
  <p:slideViewPr>
    <p:cSldViewPr snapToGrid="0">
      <p:cViewPr varScale="1">
        <p:scale>
          <a:sx n="80" d="100"/>
          <a:sy n="80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0350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595994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MySQL；</a:t>
            </a:r>
            <a:r>
              <a:rPr lang="zh-TW" alt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多版本 </a:t>
            </a:r>
            <a:r>
              <a:rPr 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MySQL、Docker Hub </a:t>
            </a:r>
            <a:r>
              <a:rPr lang="zh-TW" altLang="en-US"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探索與清理。</a:t>
            </a:r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90" lnSpcReduction="1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344424" y="151584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6F312FD1-A973-C1E5-7C88-B4FCE2217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600" y="336363"/>
            <a:ext cx="5582429" cy="5887272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C7A170EA-FF7F-ED24-5B37-DC63930807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71" y="1622884"/>
            <a:ext cx="3943900" cy="2514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04523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產品編號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產品名稱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售價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庫存數量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',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CreatedAt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TIMESTAMP NOT NULL DEFAULT CURRENT_TIMESTAMP COMMENT 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建立時間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InnoDB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DEFAULT CHARSET=utf8mb4 COMMENT='</a:t>
            </a:r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產品資料表</a:t>
            </a:r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 lang="en-US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('Bluetooth Headphones', 1290.00, 50),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Cable', 299.00, 150),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('Mechanical Keyboard', 2490.00, 30);</a:t>
            </a:r>
          </a:p>
          <a:p>
            <a:endParaRPr lang="en-US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'Bluetooth Headphones';</a:t>
            </a:r>
          </a:p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Cable';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0" lnSpcReduction="1000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19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144" lnSpcReduction="2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1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851" lnSpcReduction="1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254" lnSpcReduction="10000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-e MYSQL_ROOT_PASSWORD=my-secret-pw -e MYSQL_DATABASE=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-e MYSQL_USER=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-e MYSQL_PASSWORD=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-p 3306:3306 -v 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2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2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8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53943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restart: unless-stopped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RESTART POLICY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policy：四種用法差異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no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預設值。停了就停，不會自動回來。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0B1220"/>
                </a:solidFill>
                <a:latin typeface="Aptos Display"/>
              </a:rPr>
              <a:t>on-failure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只有程式錯誤結束才重啟</a:t>
            </a:r>
            <a:r>
              <a:rPr sz="1575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always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31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停止後自動重啟；Docker 重開也會帶起。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unless-stopped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36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意外停止會重啟；手動 stop 後維持停止。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-compose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project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name，用來管理同一組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container、network、volume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P2：Flask 連 MySQL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沿用前一段 MySQL Compose，只新增 Flask 連到 db。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5000:5000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主機連 Flask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mysql-data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testdb / testuser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visits 會增加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curl http://localhost:5000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MySQL（1/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：app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關鍵片段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28469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先看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Flask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如何用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DB_HOST=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db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連資料庫</a:t>
            </a:r>
            <a:r>
              <a:rPr lang="zh-TW" altLang="en-US"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endParaRPr sz="1250" dirty="0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9" name="Code">
            <a:extLst>
              <a:ext uri="{FF2B5EF4-FFF2-40B4-BE49-F238E27FC236}">
                <a16:creationId xmlns:a16="http://schemas.microsoft.com/office/drawing/2014/main" id="{8140682F-EB2D-7748-7DE1-3B286F71E2FE}"/>
              </a:ext>
            </a:extLst>
          </p:cNvPr>
          <p:cNvSpPr>
            <a:spLocks noGrp="1"/>
          </p:cNvSpPr>
          <p:nvPr/>
        </p:nvSpPr>
        <p:spPr>
          <a:xfrm>
            <a:off x="609600" y="1544693"/>
            <a:ext cx="10550000" cy="440120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time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import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from flask import Flask,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jsonify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app = Flask(__name__)</a:t>
            </a:r>
          </a:p>
          <a:p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def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get_db_connection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while True: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try: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return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pymysql.connect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host=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["DB_HOST"],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user=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["DB_USER"],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password=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["DB_PASSWORD"],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database=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os.environ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["DB_NAME"],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cursorclass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pymysql.cursors.DictCursor</a:t>
            </a:r>
            <a:endParaRPr lang="en-US" altLang="zh-TW" sz="14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)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except Exception as e: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print(f"</a:t>
            </a:r>
            <a:r>
              <a:rPr lang="zh-TW" altLang="en-US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資料庫連線中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...: {e}")</a:t>
            </a:r>
          </a:p>
          <a:p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4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time.sleep</a:t>
            </a:r>
            <a:r>
              <a:rPr lang="en-US" altLang="zh-TW" sz="14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2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：app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關鍵片段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28469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先看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Flask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如何用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DB_HOST=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db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連資料庫</a:t>
            </a:r>
            <a:r>
              <a:rPr lang="zh-TW" altLang="en-US"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</a:t>
            </a:r>
            <a:endParaRPr sz="1250" dirty="0">
              <a:solidFill>
                <a:srgbClr val="CBD5E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21000" y="1810213"/>
            <a:ext cx="10550000" cy="470065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@app.get("/")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def home():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connection =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get_db_connection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try: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with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connection.cursor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as cursor: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= "SELECT Id, Name, Price, Stock,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FROM Product"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cursor.execute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rows =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cursor.fetchall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for row in rows: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if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   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 = row['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CreatedAt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'].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strftime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('%Y-%m-%d %H:%M:%S')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return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jsonify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status="success",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product_count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(rows),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    products=rows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    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finally: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connection.close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if __name__ == "__main__":</a:t>
            </a:r>
          </a:p>
          <a:p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zh-TW" sz="110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app.run</a:t>
            </a:r>
            <a:r>
              <a:rPr lang="en-US" altLang="zh-TW" sz="11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(host="0.0.0.0", port=5000)</a:t>
            </a:r>
          </a:p>
          <a:p>
            <a:endParaRPr lang="en-US" altLang="zh-TW" sz="11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488792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3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：依賴套件）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</a:t>
            </a:r>
            <a:r>
              <a:rPr sz="1250" dirty="0" err="1">
                <a:solidFill>
                  <a:srgbClr val="CBD5E1"/>
                </a:solidFill>
                <a:latin typeface="Aptos"/>
                <a:ea typeface="Aptos"/>
                <a:cs typeface="Aptos"/>
              </a:rPr>
              <a:t>PyMySQL</a:t>
            </a:r>
            <a:r>
              <a:rPr sz="1250" dirty="0">
                <a:solidFill>
                  <a:srgbClr val="CBD5E1"/>
                </a:solidFill>
                <a:latin typeface="Aptos"/>
                <a:ea typeface="Aptos"/>
                <a:cs typeface="Aptos"/>
              </a:rPr>
              <a:t> 是 Flask 連 MySQL 的 driver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en-US" altLang="zh-TW" dirty="0">
                <a:solidFill>
                  <a:srgbClr val="E5E7EB"/>
                </a:solidFill>
                <a:latin typeface="Consolas"/>
              </a:rPr>
              <a:t>requirements</a:t>
            </a:r>
            <a:r>
              <a:rPr lang="en-US" dirty="0">
                <a:solidFill>
                  <a:srgbClr val="E5E7EB"/>
                </a:solidFill>
                <a:latin typeface="Consolas"/>
              </a:rPr>
              <a:t>.t</a:t>
            </a:r>
            <a:r>
              <a:rPr lang="en-US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xt</a:t>
            </a: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</a:t>
            </a:r>
            <a:endParaRPr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4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/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：Compose app）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app 對主機開 5000，並用 DB_HOST=db 找 MySQL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  <a:endParaRPr lang="en-US"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en-US"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working_dir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 /app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depends_on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2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endParaRPr sz="12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</a:t>
            </a:r>
            <a:r>
              <a:rPr lang="en-US"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bash</a:t>
            </a:r>
            <a:r>
              <a:rPr sz="1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 + MySQL（</a:t>
            </a:r>
            <a:r>
              <a:rPr lang="en-US"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5/5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：Compose </a:t>
            </a:r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db</a:t>
            </a:r>
            <a:r>
              <a:rPr sz="2300" b="1" dirty="0">
                <a:solidFill>
                  <a:srgbClr val="F8FAFC"/>
                </a:solidFill>
                <a:latin typeface="Aptos"/>
                <a:ea typeface="Aptos"/>
                <a:cs typeface="Aptos"/>
              </a:rPr>
              <a:t>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db 沿用第一段 MySQL Compose，設定不換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db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lang="zh-TW" alt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restart: unless-stopped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-data:/var/lib/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-data:</a:t>
            </a:r>
            <a:endParaRPr lang="en-US"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lang="zh-TW" alt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en-US" altLang="zh-TW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external: true(</a:t>
            </a:r>
            <a:r>
              <a:rPr lang="zh-TW" altLang="en-US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選填</a:t>
            </a:r>
            <a:r>
              <a:rPr lang="en-US" altLang="zh-TW" sz="11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endParaRPr lang="zh-TW" altLang="en-US" sz="11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下一段：Flask + MySQL Compose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
5000:5000
DB_HOST=db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17" name="app-body 17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
3306:3306
mysql-data:/var/lib/mysql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compose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ps / logs
down / down -v
config 檢查設定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799"/>
            <a:ext cx="4076700" cy="1238251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這段只保留 app / db；沿用上一段設定，重點放在 Compose 如何管理兩個容器。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depends_on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與 Flask retry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解決不同問題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 retry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資料庫還沒 ready 時，程式端等待後重試連線。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只控制啟動順序，不保證 MySQL 已 ready。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重點：depends_on 管容器啟動順序；retry 管應用程式連線可靠性。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/ db 都應該是 Up。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Flask 與 MySQL 沒有錯誤；若 MySQL 還沒 ready，Flask retry 會等它。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886075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50" b="1" dirty="0" err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</a:t>
            </a:r>
            <a:r>
              <a:rPr sz="1250" b="1" dirty="0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zh-TW" altLang="en-US" sz="1250" b="1" dirty="0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打開觀察</a:t>
            </a:r>
            <a:endParaRPr sz="1250" b="1" dirty="0">
              <a:solidFill>
                <a:srgbClr val="04785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71" lnSpcReduction="10000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管兩個 MySQL 版本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116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down -v 會連 Volume 一起刪，確認後再執行。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44627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 dirty="0" err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</a:t>
            </a:r>
            <a:endParaRPr sz="2300" b="1" dirty="0">
              <a:solidFill>
                <a:srgbClr val="F8FAF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517392" y="1330093"/>
            <a:ext cx="10550000" cy="493981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zh-TW" altLang="en-US" sz="1050" dirty="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mysql8: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image: mysql:8.0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environment: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MYSQL_ROOT_PASSWORD: my-secret-pw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MYSQL_DATABASE: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testdb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MYSQL_USER: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testuser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MYSQL_PASSWORD: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testpass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ports: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"3306:3306"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mysql8-data:/var/lib/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mysql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mysql9: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image: mysql:9.0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restart: unless-stopped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environment: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MYSQL_ROOT_PASSWORD: my-secret-pw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MYSQL_DATABASE: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testdb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MYSQL_USER: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testuser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MYSQL_PASSWORD: 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testpass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ports: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"3307:3306"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  - mysql9-data:/var/lib/</a:t>
            </a:r>
            <a:r>
              <a:rPr lang="en-US" altLang="zh-TW" sz="1050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mysql</a:t>
            </a:r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volumes: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mysql8-data:</a:t>
            </a:r>
          </a:p>
          <a:p>
            <a:r>
              <a:rPr lang="en-US" altLang="zh-TW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mysql9-data:</a:t>
            </a:r>
          </a:p>
          <a:p>
            <a:endParaRPr lang="en-US" altLang="zh-TW" sz="105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49"/>
            <a:ext cx="10744200" cy="2783967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36486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</a:t>
            </a:r>
            <a:r>
              <a:rPr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ps</a:t>
            </a:r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lang="zh-TW" alt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進入 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mysql8 </a:t>
            </a:r>
            <a:r>
              <a:rPr lang="zh-TW" alt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容器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exec mysql8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sz="13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lang="en-US" sz="13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-u root –p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#</a:t>
            </a:r>
            <a:r>
              <a:rPr lang="zh-TW" altLang="en-US" dirty="0"/>
              <a:t> 這是 </a:t>
            </a:r>
            <a:r>
              <a:rPr lang="en-US" altLang="zh-TW" dirty="0"/>
              <a:t>MySQL </a:t>
            </a:r>
            <a:r>
              <a:rPr lang="zh-TW" altLang="en-US" dirty="0"/>
              <a:t>內部的指令，最後記得加分號 </a:t>
            </a:r>
            <a:endParaRPr lang="en-US" altLang="zh-TW" dirty="0"/>
          </a:p>
          <a:p>
            <a:pPr algn="l">
              <a:lnSpc>
                <a:spcPct val="104000"/>
              </a:lnSpc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dirty="0"/>
              <a:t>SELECT VERSION();</a:t>
            </a:r>
            <a:endParaRPr lang="en-US" sz="135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lang="en-US" sz="13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compose down -v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會刪資料，確認後再執行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2603</Words>
  <Application>Microsoft Office PowerPoint</Application>
  <DocSecurity>0</DocSecurity>
  <PresentationFormat>寬螢幕</PresentationFormat>
  <Paragraphs>601</Paragraphs>
  <Slides>38</Slides>
  <Notes>38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42</cp:revision>
  <dcterms:created xsi:type="dcterms:W3CDTF">2026-06-25T15:11:11Z</dcterms:created>
  <dcterms:modified xsi:type="dcterms:W3CDTF">2026-08-19T14:03:24Z</dcterms:modified>
</cp:coreProperties>
</file>