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7d9f29fcaa9e4f22" /><ns0:Relationship Type="http://schemas.openxmlformats.org/officeDocument/2006/relationships/extended-properties" Target="/docProps/app.xml" Id="R84edaf79d3e34d62" /><ns0:Relationship Type="http://schemas.openxmlformats.org/officeDocument/2006/relationships/officeDocument" Target="/ppt/presentation.xml" Id="R423b4c55fcb046d7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0723807342234ed7"/>
  </p:sldMasterIdLst>
  <p:sldIdLst>
    <p:sldId xmlns:r="http://schemas.openxmlformats.org/officeDocument/2006/relationships" id="256" r:id="R3bb9ed9246724c7f"/>
    <p:sldId xmlns:r="http://schemas.openxmlformats.org/officeDocument/2006/relationships" id="257" r:id="R9d8c0d038f1347bb"/>
    <p:sldId xmlns:r="http://schemas.openxmlformats.org/officeDocument/2006/relationships" id="258" r:id="R4d06066d07d640f1"/>
    <p:sldId xmlns:r="http://schemas.openxmlformats.org/officeDocument/2006/relationships" id="259" r:id="R5db12356fad84f33"/>
    <p:sldId xmlns:r="http://schemas.openxmlformats.org/officeDocument/2006/relationships" id="260" r:id="Ra37fad4c4c6c4a8d"/>
    <p:sldId xmlns:r="http://schemas.openxmlformats.org/officeDocument/2006/relationships" id="261" r:id="R3c069a58dc974fb2"/>
    <p:sldId xmlns:r="http://schemas.openxmlformats.org/officeDocument/2006/relationships" id="262" r:id="Rbf41462062bc44aa"/>
    <p:sldId id="286" r:id="rId1"/>
    <p:sldId xmlns:r="http://schemas.openxmlformats.org/officeDocument/2006/relationships" id="263" r:id="Rb7fe58702fa94ddf"/>
    <p:sldId xmlns:r="http://schemas.openxmlformats.org/officeDocument/2006/relationships" id="264" r:id="R6b580d0fb54c4500"/>
    <p:sldId id="287" r:id="rId2"/>
    <p:sldId id="288" r:id="rId3"/>
    <p:sldId xmlns:r="http://schemas.openxmlformats.org/officeDocument/2006/relationships" id="265" r:id="R374a33a5772f4baf"/>
    <p:sldId xmlns:r="http://schemas.openxmlformats.org/officeDocument/2006/relationships" id="266" r:id="Rbe91b6361ebd4547"/>
    <p:sldId xmlns:r="http://schemas.openxmlformats.org/officeDocument/2006/relationships" id="267" r:id="Rbb116402c2304750"/>
    <p:sldId xmlns:r="http://schemas.openxmlformats.org/officeDocument/2006/relationships" id="268" r:id="R5d962329b29e470e"/>
    <p:sldId xmlns:r="http://schemas.openxmlformats.org/officeDocument/2006/relationships" id="269" r:id="R524228ef67314c5a"/>
    <p:sldId xmlns:r="http://schemas.openxmlformats.org/officeDocument/2006/relationships" id="270" r:id="Re7a68d2696234a37"/>
    <p:sldId id="289" r:id="rId4"/>
    <p:sldId xmlns:r="http://schemas.openxmlformats.org/officeDocument/2006/relationships" id="271" r:id="R02c6b63a90f24ef6"/>
    <p:sldId xmlns:r="http://schemas.openxmlformats.org/officeDocument/2006/relationships" id="272" r:id="Re1288fe984a44e8d"/>
    <p:sldId xmlns:r="http://schemas.openxmlformats.org/officeDocument/2006/relationships" id="273" r:id="R583bc90f82f244ad"/>
    <p:sldId xmlns:r="http://schemas.openxmlformats.org/officeDocument/2006/relationships" id="274" r:id="R24070ba0cbe24522"/>
    <p:sldId xmlns:r="http://schemas.openxmlformats.org/officeDocument/2006/relationships" id="275" r:id="Rda47fcacbc8d4b3d"/>
    <p:sldId xmlns:r="http://schemas.openxmlformats.org/officeDocument/2006/relationships" id="276" r:id="Rceeebe22d6444bf5"/>
    <p:sldId xmlns:r="http://schemas.openxmlformats.org/officeDocument/2006/relationships" id="277" r:id="Ra84af5a49278411f"/>
    <p:sldId id="290" r:id="rId5"/>
    <p:sldId id="291" r:id="rId6"/>
    <p:sldId xmlns:r="http://schemas.openxmlformats.org/officeDocument/2006/relationships" id="278" r:id="R78bed099d3124ee8"/>
    <p:sldId xmlns:r="http://schemas.openxmlformats.org/officeDocument/2006/relationships" id="279" r:id="R48380da907be4173"/>
    <p:sldId id="292" r:id="rId7"/>
    <p:sldId id="293" r:id="rId8"/>
    <p:sldId xmlns:r="http://schemas.openxmlformats.org/officeDocument/2006/relationships" id="280" r:id="Rff72ae626e744568"/>
    <p:sldId xmlns:r="http://schemas.openxmlformats.org/officeDocument/2006/relationships" id="281" r:id="R9e0c904148e04b18"/>
    <p:sldId xmlns:r="http://schemas.openxmlformats.org/officeDocument/2006/relationships" id="282" r:id="Rdf2355019ff041de"/>
    <p:sldId xmlns:r="http://schemas.openxmlformats.org/officeDocument/2006/relationships" id="283" r:id="R41fc3d396b3544b5"/>
    <p:sldId id="294" r:id="rId9"/>
    <p:sldId id="295" r:id="rId10"/>
    <p:sldId xmlns:r="http://schemas.openxmlformats.org/officeDocument/2006/relationships" id="284" r:id="Rd7627dfebde64855"/>
    <p:sldId xmlns:r="http://schemas.openxmlformats.org/officeDocument/2006/relationships" id="285" r:id="R09b6550b11a3466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2c6ea1e5daaa42d8" /><ns0:Relationship Type="http://schemas.openxmlformats.org/officeDocument/2006/relationships/slideMaster" Target="/ppt/slideMasters/slideMaster1.xml" Id="R0723807342234ed7" /><ns0:Relationship Type="http://schemas.openxmlformats.org/officeDocument/2006/relationships/presProps" Target="/ppt/presProps.xml" Id="R78b50578aaa048f9" /><ns0:Relationship Type="http://schemas.openxmlformats.org/officeDocument/2006/relationships/tableStyles" Target="/ppt/tableStyles.xml" Id="Rf1bf8c1f60bf418b" /><ns0:Relationship Type="http://schemas.openxmlformats.org/officeDocument/2006/relationships/slide" Target="/ppt/slides/slide1.xml" Id="R3bb9ed9246724c7f" /><ns0:Relationship Type="http://schemas.openxmlformats.org/officeDocument/2006/relationships/slide" Target="/ppt/slides/slide2.xml" Id="R9d8c0d038f1347bb" /><ns0:Relationship Type="http://schemas.openxmlformats.org/officeDocument/2006/relationships/slide" Target="/ppt/slides/slide3.xml" Id="R4d06066d07d640f1" /><ns0:Relationship Type="http://schemas.openxmlformats.org/officeDocument/2006/relationships/slide" Target="/ppt/slides/slide4.xml" Id="R5db12356fad84f33" /><ns0:Relationship Type="http://schemas.openxmlformats.org/officeDocument/2006/relationships/slide" Target="/ppt/slides/slide5.xml" Id="Ra37fad4c4c6c4a8d" /><ns0:Relationship Type="http://schemas.openxmlformats.org/officeDocument/2006/relationships/slide" Target="/ppt/slides/slide6.xml" Id="R3c069a58dc974fb2" /><ns0:Relationship Type="http://schemas.openxmlformats.org/officeDocument/2006/relationships/slide" Target="/ppt/slides/slide7.xml" Id="Rbf41462062bc44aa" /><ns0:Relationship Type="http://schemas.openxmlformats.org/officeDocument/2006/relationships/slide" Target="/ppt/slides/slide8.xml" Id="Rb7fe58702fa94ddf" /><ns0:Relationship Type="http://schemas.openxmlformats.org/officeDocument/2006/relationships/slide" Target="/ppt/slides/slide9.xml" Id="R6b580d0fb54c4500" /><ns0:Relationship Type="http://schemas.openxmlformats.org/officeDocument/2006/relationships/slide" Target="/ppt/slides/slide10.xml" Id="R374a33a5772f4baf" /><ns0:Relationship Type="http://schemas.openxmlformats.org/officeDocument/2006/relationships/slide" Target="/ppt/slides/slide11.xml" Id="Rbe91b6361ebd4547" /><ns0:Relationship Type="http://schemas.openxmlformats.org/officeDocument/2006/relationships/slide" Target="/ppt/slides/slide12.xml" Id="Rbb116402c2304750" /><ns0:Relationship Type="http://schemas.openxmlformats.org/officeDocument/2006/relationships/slide" Target="/ppt/slides/slide13.xml" Id="R5d962329b29e470e" /><ns0:Relationship Type="http://schemas.openxmlformats.org/officeDocument/2006/relationships/slide" Target="/ppt/slides/slide14.xml" Id="R524228ef67314c5a" /><ns0:Relationship Type="http://schemas.openxmlformats.org/officeDocument/2006/relationships/slide" Target="/ppt/slides/slide15.xml" Id="Re7a68d2696234a37" /><ns0:Relationship Type="http://schemas.openxmlformats.org/officeDocument/2006/relationships/slide" Target="/ppt/slides/slide16.xml" Id="R02c6b63a90f24ef6" /><ns0:Relationship Type="http://schemas.openxmlformats.org/officeDocument/2006/relationships/slide" Target="/ppt/slides/slide17.xml" Id="Re1288fe984a44e8d" /><ns0:Relationship Type="http://schemas.openxmlformats.org/officeDocument/2006/relationships/slide" Target="/ppt/slides/slide18.xml" Id="R583bc90f82f244ad" /><ns0:Relationship Type="http://schemas.openxmlformats.org/officeDocument/2006/relationships/slide" Target="/ppt/slides/slide19.xml" Id="R24070ba0cbe24522" /><ns0:Relationship Type="http://schemas.openxmlformats.org/officeDocument/2006/relationships/slide" Target="/ppt/slides/slide20.xml" Id="Rda47fcacbc8d4b3d" /><ns0:Relationship Type="http://schemas.openxmlformats.org/officeDocument/2006/relationships/slide" Target="/ppt/slides/slide21.xml" Id="Rceeebe22d6444bf5" /><ns0:Relationship Type="http://schemas.openxmlformats.org/officeDocument/2006/relationships/slide" Target="/ppt/slides/slide22.xml" Id="Ra84af5a49278411f" /><ns0:Relationship Type="http://schemas.openxmlformats.org/officeDocument/2006/relationships/slide" Target="/ppt/slides/slide23.xml" Id="R78bed099d3124ee8" /><ns0:Relationship Type="http://schemas.openxmlformats.org/officeDocument/2006/relationships/slide" Target="/ppt/slides/slide24.xml" Id="R48380da907be4173" /><ns0:Relationship Type="http://schemas.openxmlformats.org/officeDocument/2006/relationships/slide" Target="/ppt/slides/slide25.xml" Id="Rff72ae626e744568" /><ns0:Relationship Type="http://schemas.openxmlformats.org/officeDocument/2006/relationships/slide" Target="/ppt/slides/slide26.xml" Id="R9e0c904148e04b18" /><ns0:Relationship Type="http://schemas.openxmlformats.org/officeDocument/2006/relationships/slide" Target="/ppt/slides/slide27.xml" Id="Rdf2355019ff041de" /><ns0:Relationship Type="http://schemas.openxmlformats.org/officeDocument/2006/relationships/slide" Target="/ppt/slides/slide28.xml" Id="R41fc3d396b3544b5" /><ns0:Relationship Type="http://schemas.openxmlformats.org/officeDocument/2006/relationships/slide" Target="/ppt/slides/slide29.xml" Id="Rd7627dfebde64855" /><ns0:Relationship Type="http://schemas.openxmlformats.org/officeDocument/2006/relationships/slide" Target="/ppt/slides/slide30.xml" Id="R09b6550b11a34661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ns0:Relationship Type="http://schemas.openxmlformats.org/officeDocument/2006/relationships/slide" Target="/ppt/slides/slide35.xml" Id="rId5" /><ns0:Relationship Type="http://schemas.openxmlformats.org/officeDocument/2006/relationships/slide" Target="/ppt/slides/slide36.xml" Id="rId6" /><ns0:Relationship Type="http://schemas.openxmlformats.org/officeDocument/2006/relationships/slide" Target="/ppt/slides/slide37.xml" Id="rId7" /><ns0:Relationship Type="http://schemas.openxmlformats.org/officeDocument/2006/relationships/slide" Target="/ppt/slides/slide38.xml" Id="rId8" /><ns0:Relationship Type="http://schemas.openxmlformats.org/officeDocument/2006/relationships/slide" Target="/ppt/slides/slide39.xml" Id="rId9" /><ns0:Relationship Type="http://schemas.openxmlformats.org/officeDocument/2006/relationships/slide" Target="/ppt/slides/slide40.xml" Id="rId10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583bddc003db4201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a20cc98abb9e4972" /><ns0:Relationship Type="http://schemas.openxmlformats.org/officeDocument/2006/relationships/slideLayout" Target="/ppt/slideLayouts/slideLayout1.xml" Id="Re7bd5bbd427647a2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bd5bbd427647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ebc1439e194f9c" /><ns0:Relationship Type="http://schemas.openxmlformats.org/officeDocument/2006/relationships/image" Target="/ppt/media/image.png" Id="Reb40fc6fcb2a4fe0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07ba92dc2e41dc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25e7e5518a41f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c946f5b52340d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84d75a16914009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e4a4c9d5ef478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f518ca1784ba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3798946ab246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3f97d26e8e4e7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a89b029f62471e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4aa79c6ad642d0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50b384a3e0411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914383b30a499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dab6143596471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2a7963c4d744b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d08e95b9544c9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c34f0ec56d4f0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6d6631ee54292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29d6463f744ade" /><ns0:Relationship Type="http://schemas.openxmlformats.org/officeDocument/2006/relationships/image" Target="/ppt/media/image2.png" Id="R213470133bbf470c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2a8960f5c6489a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4f9acfb8664da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2d3ee61c2d4493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383a840d544c70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d40bec923e48a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8da9231cd44f1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cea8bd695f472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9ac666099a413c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f6a43c0fd44720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17407034b44399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20f95b27d548bb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eb40fc6fcb2a4fe0"/>
          <a:srcRect l="18968" t="0" r="18968" b="0"/>
          <a:stretch>
            <a:fillRect l="0" t="0" r="0" b="0"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>
              <a:ext uri="{FF2B5EF4-FFF2-40B4-BE49-F238E27FC236}">
                <ns2:creationId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>
              <a:ext uri="{FF2B5EF4-FFF2-40B4-BE49-F238E27FC236}">
                <ns2:creationId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docker-compose.yml 一次管理多個服務。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340926976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>
              <a:ext uri="{FF2B5EF4-FFF2-40B4-BE49-F238E27FC236}">
                <ns2:creationId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>
              <a:ext uri="{FF2B5EF4-FFF2-40B4-BE49-F238E27FC236}">
                <ns2:creationId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>
              <a:ext uri="{FF2B5EF4-FFF2-40B4-BE49-F238E27FC236}">
                <ns2:creationId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docker-compose.yml，一鍵啟動。</a:t>
            </a:r>
          </a:p>
        </p:txBody>
      </p:sp>
      <p:sp>
        <p:nvSpPr>
          <p:cNvPr id="15" name="">
            <a:extLst>
              <a:ext uri="{FF2B5EF4-FFF2-40B4-BE49-F238E27FC236}">
                <ns2:creationId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>
              <a:ext uri="{FF2B5EF4-FFF2-40B4-BE49-F238E27FC236}">
                <ns2:creationId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MySQL、多版本 MySQL、Docker Hub 探索與清理。</a:t>
            </a:r>
          </a:p>
        </p:txBody>
      </p:sp>
      <p:sp>
        <p:nvSpPr>
          <p:cNvPr id="22" name="">
            <a:extLst>
              <a:ext uri="{FF2B5EF4-FFF2-40B4-BE49-F238E27FC236}">
                <ns2:creationId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>
              <a:ext uri="{FF2B5EF4-FFF2-40B4-BE49-F238E27FC236}">
                <ns2:creationId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>
              <a:ext uri="{FF2B5EF4-FFF2-40B4-BE49-F238E27FC236}">
                <ns2:creationId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52460499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>
              <a:ext uri="{FF2B5EF4-FFF2-40B4-BE49-F238E27FC236}">
                <ns2:creationId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>
              <a:ext uri="{FF2B5EF4-FFF2-40B4-BE49-F238E27FC236}">
                <ns2:creationId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>
              <a:ext uri="{FF2B5EF4-FFF2-40B4-BE49-F238E27FC236}">
                <ns2:creationId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>
              <a:ext uri="{FF2B5EF4-FFF2-40B4-BE49-F238E27FC236}">
                <ns2:creationId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>
              <a:ext uri="{FF2B5EF4-FFF2-40B4-BE49-F238E27FC236}">
                <ns2:creationId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>
              <a:ext uri="{FF2B5EF4-FFF2-40B4-BE49-F238E27FC236}">
                <ns2:creationId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>
              <a:ext uri="{FF2B5EF4-FFF2-40B4-BE49-F238E27FC236}">
                <ns2:creationId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15241383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>
              <a:ext uri="{FF2B5EF4-FFF2-40B4-BE49-F238E27FC236}">
                <ns2:creationId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>
              <a:ext uri="{FF2B5EF4-FFF2-40B4-BE49-F238E27FC236}">
                <ns2:creationId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>
              <a:ext uri="{FF2B5EF4-FFF2-40B4-BE49-F238E27FC236}">
                <ns2:creationId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>
              <a:ext uri="{FF2B5EF4-FFF2-40B4-BE49-F238E27FC236}">
                <ns2:creationId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>
              <a:ext uri="{FF2B5EF4-FFF2-40B4-BE49-F238E27FC236}">
                <ns2:creationId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>
              <a:ext uri="{FF2B5EF4-FFF2-40B4-BE49-F238E27FC236}">
                <ns2:creationId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>
              <a:ext uri="{FF2B5EF4-FFF2-40B4-BE49-F238E27FC236}">
                <ns2:creationId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739989600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>
              <a:ext uri="{FF2B5EF4-FFF2-40B4-BE49-F238E27FC236}">
                <ns2:creationId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>
              <a:ext uri="{FF2B5EF4-FFF2-40B4-BE49-F238E27FC236}">
                <ns2:creationId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>
              <a:ext uri="{FF2B5EF4-FFF2-40B4-BE49-F238E27FC236}">
                <ns2:creationId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>
              <a:ext uri="{FF2B5EF4-FFF2-40B4-BE49-F238E27FC236}">
                <ns2:creationId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>
              <a:ext uri="{FF2B5EF4-FFF2-40B4-BE49-F238E27FC236}">
                <ns2:creationId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>
              <a:ext uri="{FF2B5EF4-FFF2-40B4-BE49-F238E27FC236}">
                <ns2:creationId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>
              <a:ext uri="{FF2B5EF4-FFF2-40B4-BE49-F238E27FC236}">
                <ns2:creationId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>
              <a:ext uri="{FF2B5EF4-FFF2-40B4-BE49-F238E27FC236}">
                <ns2:creationId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>
              <a:ext uri="{FF2B5EF4-FFF2-40B4-BE49-F238E27FC236}">
                <ns2:creationId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253698752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>
              <a:ext uri="{FF2B5EF4-FFF2-40B4-BE49-F238E27FC236}">
                <ns2:creationId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>
              <a:ext uri="{FF2B5EF4-FFF2-40B4-BE49-F238E27FC236}">
                <ns2:creationId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>
              <a:ext uri="{FF2B5EF4-FFF2-40B4-BE49-F238E27FC236}">
                <ns2:creationId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>
              <a:ext uri="{FF2B5EF4-FFF2-40B4-BE49-F238E27FC236}">
                <ns2:creationId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>
              <a:ext uri="{FF2B5EF4-FFF2-40B4-BE49-F238E27FC236}">
                <ns2:creationId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>
              <a:ext uri="{FF2B5EF4-FFF2-40B4-BE49-F238E27FC236}">
                <ns2:creationId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>
              <a:ext uri="{FF2B5EF4-FFF2-40B4-BE49-F238E27FC236}">
                <ns2:creationId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>
              <a:ext uri="{FF2B5EF4-FFF2-40B4-BE49-F238E27FC236}">
                <ns2:creationId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>
              <a:ext uri="{FF2B5EF4-FFF2-40B4-BE49-F238E27FC236}">
                <ns2:creationId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>
              <a:ext uri="{FF2B5EF4-FFF2-40B4-BE49-F238E27FC236}">
                <ns2:creationId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>
              <a:ext uri="{FF2B5EF4-FFF2-40B4-BE49-F238E27FC236}">
                <ns2:creationId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>
              <a:ext uri="{FF2B5EF4-FFF2-40B4-BE49-F238E27FC236}">
                <ns2:creationId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>
              <a:ext uri="{FF2B5EF4-FFF2-40B4-BE49-F238E27FC236}">
                <ns2:creationId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>
              <a:ext uri="{FF2B5EF4-FFF2-40B4-BE49-F238E27FC236}">
                <ns2:creationId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>
              <a:ext uri="{FF2B5EF4-FFF2-40B4-BE49-F238E27FC236}">
                <ns2:creationId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>
              <a:ext uri="{FF2B5EF4-FFF2-40B4-BE49-F238E27FC236}">
                <ns2:creationId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>
              <a:ext uri="{FF2B5EF4-FFF2-40B4-BE49-F238E27FC236}">
                <ns2:creationId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>
              <a:ext uri="{FF2B5EF4-FFF2-40B4-BE49-F238E27FC236}">
                <ns2:creationId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>
              <a:ext uri="{FF2B5EF4-FFF2-40B4-BE49-F238E27FC236}">
                <ns2:creationId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>
              <a:ext uri="{FF2B5EF4-FFF2-40B4-BE49-F238E27FC236}">
                <ns2:creationId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>
              <a:ext uri="{FF2B5EF4-FFF2-40B4-BE49-F238E27FC236}">
                <ns2:creationId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>
              <a:ext uri="{FF2B5EF4-FFF2-40B4-BE49-F238E27FC236}">
                <ns2:creationId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46680776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>
              <a:ext uri="{FF2B5EF4-FFF2-40B4-BE49-F238E27FC236}">
                <ns2:creationId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>
              <a:ext uri="{FF2B5EF4-FFF2-40B4-BE49-F238E27FC236}">
                <ns2:creationId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>
              <a:ext uri="{FF2B5EF4-FFF2-40B4-BE49-F238E27FC236}">
                <ns2:creationId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>
              <a:ext uri="{FF2B5EF4-FFF2-40B4-BE49-F238E27FC236}">
                <ns2:creationId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>
              <a:ext uri="{FF2B5EF4-FFF2-40B4-BE49-F238E27FC236}">
                <ns2:creationId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>
              <a:ext uri="{FF2B5EF4-FFF2-40B4-BE49-F238E27FC236}">
                <ns2:creationId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>
              <a:ext uri="{FF2B5EF4-FFF2-40B4-BE49-F238E27FC236}">
                <ns2:creationId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>
              <a:ext uri="{FF2B5EF4-FFF2-40B4-BE49-F238E27FC236}">
                <ns2:creationId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>
              <a:ext uri="{FF2B5EF4-FFF2-40B4-BE49-F238E27FC236}">
                <ns2:creationId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>
              <a:ext uri="{FF2B5EF4-FFF2-40B4-BE49-F238E27FC236}">
                <ns2:creationId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>
              <a:ext uri="{FF2B5EF4-FFF2-40B4-BE49-F238E27FC236}">
                <ns2:creationId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>
              <a:ext uri="{FF2B5EF4-FFF2-40B4-BE49-F238E27FC236}">
                <ns2:creationId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1436572218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>
              <a:ext uri="{FF2B5EF4-FFF2-40B4-BE49-F238E27FC236}">
                <ns2:creationId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>
              <a:ext uri="{FF2B5EF4-FFF2-40B4-BE49-F238E27FC236}">
                <ns2:creationId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>
              <a:ext uri="{FF2B5EF4-FFF2-40B4-BE49-F238E27FC236}">
                <ns2:creationId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>
              <a:ext uri="{FF2B5EF4-FFF2-40B4-BE49-F238E27FC236}">
                <ns2:creationId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>
              <a:ext uri="{FF2B5EF4-FFF2-40B4-BE49-F238E27FC236}">
                <ns2:creationId id="{BE401B3A-1248-4279-AD25-75E9E9986B48}"/>
              </a:ext>
            </a:extLst>
          </p:cNvPr>
          <p:cNvSpPr>
            <a:spLocks noGrp="1"/>
          </p:cNvSpPr>
          <p:nvPr/>
        </p:nvSpPr>
        <p:spPr>
          <a:xfrm>
            <a:off x="1809750" y="4514850"/>
            <a:ext cx="8572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80AE15A-17CF-48F6-B7EB-D0E45EC6C303}"/>
              </a:ext>
            </a:extLst>
          </p:cNvPr>
          <p:cNvSpPr>
            <a:spLocks noGrp="1"/>
          </p:cNvSpPr>
          <p:nvPr/>
        </p:nvSpPr>
        <p:spPr>
          <a:xfrm>
            <a:off x="2095500" y="47244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>
              <a:ext uri="{FF2B5EF4-FFF2-40B4-BE49-F238E27FC236}">
                <ns2:creationId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>
              <a:ext uri="{FF2B5EF4-FFF2-40B4-BE49-F238E27FC236}">
                <ns2:creationId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227357109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>
              <a:ext uri="{FF2B5EF4-FFF2-40B4-BE49-F238E27FC236}">
                <ns2:creationId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>
              <a:ext uri="{FF2B5EF4-FFF2-40B4-BE49-F238E27FC236}">
                <ns2:creationId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>
              <a:ext uri="{FF2B5EF4-FFF2-40B4-BE49-F238E27FC236}">
                <ns2:creationId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>
              <a:ext uri="{FF2B5EF4-FFF2-40B4-BE49-F238E27FC236}">
                <ns2:creationId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>
              <a:ext uri="{FF2B5EF4-FFF2-40B4-BE49-F238E27FC236}">
                <ns2:creationId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>
              <a:ext uri="{FF2B5EF4-FFF2-40B4-BE49-F238E27FC236}">
                <ns2:creationId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>
              <a:ext uri="{FF2B5EF4-FFF2-40B4-BE49-F238E27FC236}">
                <ns2:creationId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>
              <a:ext uri="{FF2B5EF4-FFF2-40B4-BE49-F238E27FC236}">
                <ns2:creationId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>
              <a:ext uri="{FF2B5EF4-FFF2-40B4-BE49-F238E27FC236}">
                <ns2:creationId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>
              <a:ext uri="{FF2B5EF4-FFF2-40B4-BE49-F238E27FC236}">
                <ns2:creationId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>
              <a:ext uri="{FF2B5EF4-FFF2-40B4-BE49-F238E27FC236}">
                <ns2:creationId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>
              <a:ext uri="{FF2B5EF4-FFF2-40B4-BE49-F238E27FC236}">
                <ns2:creationId id="{D08DF8A1-8F19-41FB-BA68-0E0DF0DD2228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6096000" cy="1181100"/>
          </a:xfrm>
          <a:prstGeom prst="roundRect">
            <a:avLst>
              <a:gd name="adj" fmla="val 8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E2744DB9-10AC-49AF-9FFA-407C0FC2B155}"/>
              </a:ext>
            </a:extLst>
          </p:cNvPr>
          <p:cNvSpPr>
            <a:spLocks noGrp="1"/>
          </p:cNvSpPr>
          <p:nvPr/>
        </p:nvSpPr>
        <p:spPr>
          <a:xfrm>
            <a:off x="3219450" y="4524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836E7DC-8A77-4B24-94CB-A115DBCA26BE}"/>
              </a:ext>
            </a:extLst>
          </p:cNvPr>
          <p:cNvSpPr>
            <a:spLocks noGrp="1"/>
          </p:cNvSpPr>
          <p:nvPr/>
        </p:nvSpPr>
        <p:spPr>
          <a:xfrm>
            <a:off x="3390900" y="4524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B84D46FC-FEB1-45CD-928C-A84D1A316B00}"/>
              </a:ext>
            </a:extLst>
          </p:cNvPr>
          <p:cNvSpPr>
            <a:spLocks noGrp="1"/>
          </p:cNvSpPr>
          <p:nvPr/>
        </p:nvSpPr>
        <p:spPr>
          <a:xfrm>
            <a:off x="3562350" y="4524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F587ACA-67E0-4354-BFE7-16A8A145DDC9}"/>
              </a:ext>
            </a:extLst>
          </p:cNvPr>
          <p:cNvSpPr>
            <a:spLocks noGrp="1"/>
          </p:cNvSpPr>
          <p:nvPr/>
        </p:nvSpPr>
        <p:spPr>
          <a:xfrm>
            <a:off x="3257550" y="4781550"/>
            <a:ext cx="5676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>
              <a:ext uri="{FF2B5EF4-FFF2-40B4-BE49-F238E27FC236}">
                <ns2:creationId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>
              <a:ext uri="{FF2B5EF4-FFF2-40B4-BE49-F238E27FC236}">
                <ns2:creationId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228292011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>
              <a:ext uri="{FF2B5EF4-FFF2-40B4-BE49-F238E27FC236}">
                <ns2:creationId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>
              <a:ext uri="{FF2B5EF4-FFF2-40B4-BE49-F238E27FC236}">
                <ns2:creationId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>
              <a:ext uri="{FF2B5EF4-FFF2-40B4-BE49-F238E27FC236}">
                <ns2:creationId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>
              <a:ext uri="{FF2B5EF4-FFF2-40B4-BE49-F238E27FC236}">
                <ns2:creationId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>
              <a:ext uri="{FF2B5EF4-FFF2-40B4-BE49-F238E27FC236}">
                <ns2:creationId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>
              <a:ext uri="{FF2B5EF4-FFF2-40B4-BE49-F238E27FC236}">
                <ns2:creationId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>
              <a:ext uri="{FF2B5EF4-FFF2-40B4-BE49-F238E27FC236}">
                <ns2:creationId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>
              <a:ext uri="{FF2B5EF4-FFF2-40B4-BE49-F238E27FC236}">
                <ns2:creationId id="{D932D5C7-6B00-4D7B-9236-01CAD5160FF6}"/>
              </a:ext>
            </a:extLst>
          </p:cNvPr>
          <p:cNvSpPr>
            <a:spLocks noGrp="1"/>
          </p:cNvSpPr>
          <p:nvPr/>
        </p:nvSpPr>
        <p:spPr>
          <a:xfrm>
            <a:off x="1714500" y="4762500"/>
            <a:ext cx="87630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267E2742-48DA-46D9-ABB1-9DC3E1309430}"/>
              </a:ext>
            </a:extLst>
          </p:cNvPr>
          <p:cNvSpPr>
            <a:spLocks noGrp="1"/>
          </p:cNvSpPr>
          <p:nvPr/>
        </p:nvSpPr>
        <p:spPr>
          <a:xfrm>
            <a:off x="18859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E5ED9988-D1C3-418C-B913-387174541BE5}"/>
              </a:ext>
            </a:extLst>
          </p:cNvPr>
          <p:cNvSpPr>
            <a:spLocks noGrp="1"/>
          </p:cNvSpPr>
          <p:nvPr/>
        </p:nvSpPr>
        <p:spPr>
          <a:xfrm>
            <a:off x="20574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ABA9B00C-6F12-423F-B08E-C803831C8BDE}"/>
              </a:ext>
            </a:extLst>
          </p:cNvPr>
          <p:cNvSpPr>
            <a:spLocks noGrp="1"/>
          </p:cNvSpPr>
          <p:nvPr/>
        </p:nvSpPr>
        <p:spPr>
          <a:xfrm>
            <a:off x="22288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144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>
              <a:ext uri="{FF2B5EF4-FFF2-40B4-BE49-F238E27FC236}">
                <ns2:creationId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>
              <a:ext uri="{FF2B5EF4-FFF2-40B4-BE49-F238E27FC236}">
                <ns2:creationId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1711495115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>
              <a:ext uri="{FF2B5EF4-FFF2-40B4-BE49-F238E27FC236}">
                <ns2:creationId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>
              <a:ext uri="{FF2B5EF4-FFF2-40B4-BE49-F238E27FC236}">
                <ns2:creationId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>
              <a:ext uri="{FF2B5EF4-FFF2-40B4-BE49-F238E27FC236}">
                <ns2:creationId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6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>
              <a:ext uri="{FF2B5EF4-FFF2-40B4-BE49-F238E27FC236}">
                <ns2:creationId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>
              <a:ext uri="{FF2B5EF4-FFF2-40B4-BE49-F238E27FC236}">
                <ns2:creationId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>
              <a:ext uri="{FF2B5EF4-FFF2-40B4-BE49-F238E27FC236}">
                <ns2:creationId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>
              <a:ext uri="{FF2B5EF4-FFF2-40B4-BE49-F238E27FC236}">
                <ns2:creationId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>
              <a:ext uri="{FF2B5EF4-FFF2-40B4-BE49-F238E27FC236}">
                <ns2:creationId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65380507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>
              <a:ext uri="{FF2B5EF4-FFF2-40B4-BE49-F238E27FC236}">
                <ns2:creationId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>
              <a:ext uri="{FF2B5EF4-FFF2-40B4-BE49-F238E27FC236}">
                <ns2:creationId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>
              <a:ext uri="{FF2B5EF4-FFF2-40B4-BE49-F238E27FC236}">
                <ns2:creationId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>
              <a:ext uri="{FF2B5EF4-FFF2-40B4-BE49-F238E27FC236}">
                <ns2:creationId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>
              <a:ext uri="{FF2B5EF4-FFF2-40B4-BE49-F238E27FC236}">
                <ns2:creationId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>
              <a:ext uri="{FF2B5EF4-FFF2-40B4-BE49-F238E27FC236}">
                <ns2:creationId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>
              <a:ext uri="{FF2B5EF4-FFF2-40B4-BE49-F238E27FC236}">
                <ns2:creationId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>
              <a:ext uri="{FF2B5EF4-FFF2-40B4-BE49-F238E27FC236}">
                <ns2:creationId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>
              <a:ext uri="{FF2B5EF4-FFF2-40B4-BE49-F238E27FC236}">
                <ns2:creationId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>
              <a:ext uri="{FF2B5EF4-FFF2-40B4-BE49-F238E27FC236}">
                <ns2:creationId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ns2:creationId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>
              <a:ext uri="{FF2B5EF4-FFF2-40B4-BE49-F238E27FC236}">
                <ns2:creationId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>
              <a:ext uri="{FF2B5EF4-FFF2-40B4-BE49-F238E27FC236}">
                <ns2:creationId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>
              <a:ext uri="{FF2B5EF4-FFF2-40B4-BE49-F238E27FC236}">
                <ns2:creationId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>
              <a:ext uri="{FF2B5EF4-FFF2-40B4-BE49-F238E27FC236}">
                <ns2:creationId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>
              <a:ext uri="{FF2B5EF4-FFF2-40B4-BE49-F238E27FC236}">
                <ns2:creationId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>
              <a:ext uri="{FF2B5EF4-FFF2-40B4-BE49-F238E27FC236}">
                <ns2:creationId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>
              <a:ext uri="{FF2B5EF4-FFF2-40B4-BE49-F238E27FC236}">
                <ns2:creationId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>
              <a:ext uri="{FF2B5EF4-FFF2-40B4-BE49-F238E27FC236}">
                <ns2:creationId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>
              <a:ext uri="{FF2B5EF4-FFF2-40B4-BE49-F238E27FC236}">
                <ns2:creationId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>
              <a:ext uri="{FF2B5EF4-FFF2-40B4-BE49-F238E27FC236}">
                <ns2:creationId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>
              <a:ext uri="{FF2B5EF4-FFF2-40B4-BE49-F238E27FC236}">
                <ns2:creationId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>
              <a:ext uri="{FF2B5EF4-FFF2-40B4-BE49-F238E27FC236}">
                <ns2:creationId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>
              <a:ext uri="{FF2B5EF4-FFF2-40B4-BE49-F238E27FC236}">
                <ns2:creationId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">
            <a:extLst>
              <a:ext uri="{FF2B5EF4-FFF2-40B4-BE49-F238E27FC236}">
                <ns2:creationId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>
              <a:ext uri="{FF2B5EF4-FFF2-40B4-BE49-F238E27FC236}">
                <ns2:creationId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68161954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>
              <a:ext uri="{FF2B5EF4-FFF2-40B4-BE49-F238E27FC236}">
                <ns2:creationId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>
              <a:ext uri="{FF2B5EF4-FFF2-40B4-BE49-F238E27FC236}">
                <ns2:creationId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37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把所有容器設定寫進 docker-compose.yml，一個指令全部啟動。</a:t>
            </a:r>
          </a:p>
        </p:txBody>
      </p:sp>
      <p:sp>
        <p:nvSpPr>
          <p:cNvPr id="11" name="">
            <a:extLst>
              <a:ext uri="{FF2B5EF4-FFF2-40B4-BE49-F238E27FC236}">
                <ns2:creationId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809315650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>
              <a:ext uri="{FF2B5EF4-FFF2-40B4-BE49-F238E27FC236}">
                <ns2:creationId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>
              <a:ext uri="{FF2B5EF4-FFF2-40B4-BE49-F238E27FC236}">
                <ns2:creationId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">
            <a:extLst>
              <a:ext uri="{FF2B5EF4-FFF2-40B4-BE49-F238E27FC236}">
                <ns2:creationId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>
              <a:ext uri="{FF2B5EF4-FFF2-40B4-BE49-F238E27FC236}">
                <ns2:creationId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>
              <a:ext uri="{FF2B5EF4-FFF2-40B4-BE49-F238E27FC236}">
                <ns2:creationId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>
              <a:ext uri="{FF2B5EF4-FFF2-40B4-BE49-F238E27FC236}">
                <ns2:creationId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>
              <a:ext uri="{FF2B5EF4-FFF2-40B4-BE49-F238E27FC236}">
                <ns2:creationId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>
              <a:ext uri="{FF2B5EF4-FFF2-40B4-BE49-F238E27FC236}">
                <ns2:creationId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>
              <a:ext uri="{FF2B5EF4-FFF2-40B4-BE49-F238E27FC236}">
                <ns2:creationId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>
              <a:ext uri="{FF2B5EF4-FFF2-40B4-BE49-F238E27FC236}">
                <ns2:creationId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>
              <a:ext uri="{FF2B5EF4-FFF2-40B4-BE49-F238E27FC236}">
                <ns2:creationId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>
              <a:ext uri="{FF2B5EF4-FFF2-40B4-BE49-F238E27FC236}">
                <ns2:creationId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>
              <a:ext uri="{FF2B5EF4-FFF2-40B4-BE49-F238E27FC236}">
                <ns2:creationId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36832234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>
              <a:ext uri="{FF2B5EF4-FFF2-40B4-BE49-F238E27FC236}">
                <ns2:creationId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">
            <a:extLst>
              <a:ext uri="{FF2B5EF4-FFF2-40B4-BE49-F238E27FC236}">
                <ns2:creationId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>
              <a:ext uri="{FF2B5EF4-FFF2-40B4-BE49-F238E27FC236}">
                <ns2:creationId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">
            <a:extLst>
              <a:ext uri="{FF2B5EF4-FFF2-40B4-BE49-F238E27FC236}">
                <ns2:creationId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">
            <a:extLst>
              <a:ext uri="{FF2B5EF4-FFF2-40B4-BE49-F238E27FC236}">
                <ns2:creationId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">
            <a:extLst>
              <a:ext uri="{FF2B5EF4-FFF2-40B4-BE49-F238E27FC236}">
                <ns2:creationId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">
            <a:extLst>
              <a:ext uri="{FF2B5EF4-FFF2-40B4-BE49-F238E27FC236}">
                <ns2:creationId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>
              <a:ext uri="{FF2B5EF4-FFF2-40B4-BE49-F238E27FC236}">
                <ns2:creationId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">
            <a:extLst>
              <a:ext uri="{FF2B5EF4-FFF2-40B4-BE49-F238E27FC236}">
                <ns2:creationId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1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">
            <a:extLst>
              <a:ext uri="{FF2B5EF4-FFF2-40B4-BE49-F238E27FC236}">
                <ns2:creationId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">
            <a:extLst>
              <a:ext uri="{FF2B5EF4-FFF2-40B4-BE49-F238E27FC236}">
                <ns2:creationId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>
              <a:ext uri="{FF2B5EF4-FFF2-40B4-BE49-F238E27FC236}">
                <ns2:creationId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52765268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>
              <a:ext uri="{FF2B5EF4-FFF2-40B4-BE49-F238E27FC236}">
                <ns2:creationId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>
              <a:ext uri="{FF2B5EF4-FFF2-40B4-BE49-F238E27FC236}">
                <ns2:creationId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>
              <a:ext uri="{FF2B5EF4-FFF2-40B4-BE49-F238E27FC236}">
                <ns2:creationId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>
              <a:ext uri="{FF2B5EF4-FFF2-40B4-BE49-F238E27FC236}">
                <ns2:creationId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>
              <a:ext uri="{FF2B5EF4-FFF2-40B4-BE49-F238E27FC236}">
                <ns2:creationId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>
              <a:ext uri="{FF2B5EF4-FFF2-40B4-BE49-F238E27FC236}">
                <ns2:creationId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>
              <a:ext uri="{FF2B5EF4-FFF2-40B4-BE49-F238E27FC236}">
                <ns2:creationId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>
              <a:ext uri="{FF2B5EF4-FFF2-40B4-BE49-F238E27FC236}">
                <ns2:creationId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>
              <a:ext uri="{FF2B5EF4-FFF2-40B4-BE49-F238E27FC236}">
                <ns2:creationId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>
              <a:ext uri="{FF2B5EF4-FFF2-40B4-BE49-F238E27FC236}">
                <ns2:creationId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>
              <a:ext uri="{FF2B5EF4-FFF2-40B4-BE49-F238E27FC236}">
                <ns2:creationId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>
              <a:ext uri="{FF2B5EF4-FFF2-40B4-BE49-F238E27FC236}">
                <ns2:creationId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>
              <a:ext uri="{FF2B5EF4-FFF2-40B4-BE49-F238E27FC236}">
                <ns2:creationId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>
              <a:ext uri="{FF2B5EF4-FFF2-40B4-BE49-F238E27FC236}">
                <ns2:creationId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>
              <a:ext uri="{FF2B5EF4-FFF2-40B4-BE49-F238E27FC236}">
                <ns2:creationId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>
              <a:ext uri="{FF2B5EF4-FFF2-40B4-BE49-F238E27FC236}">
                <ns2:creationId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>
              <a:ext uri="{FF2B5EF4-FFF2-40B4-BE49-F238E27FC236}">
                <ns2:creationId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>
              <a:ext uri="{FF2B5EF4-FFF2-40B4-BE49-F238E27FC236}">
                <ns2:creationId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>
              <a:ext uri="{FF2B5EF4-FFF2-40B4-BE49-F238E27FC236}">
                <ns2:creationId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87091869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>
              <a:ext uri="{FF2B5EF4-FFF2-40B4-BE49-F238E27FC236}">
                <ns2:creationId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>
              <a:ext uri="{FF2B5EF4-FFF2-40B4-BE49-F238E27FC236}">
                <ns2:creationId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>
              <a:ext uri="{FF2B5EF4-FFF2-40B4-BE49-F238E27FC236}">
                <ns2:creationId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>
              <a:ext uri="{FF2B5EF4-FFF2-40B4-BE49-F238E27FC236}">
                <ns2:creationId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>
              <a:ext uri="{FF2B5EF4-FFF2-40B4-BE49-F238E27FC236}">
                <ns2:creationId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>
              <a:ext uri="{FF2B5EF4-FFF2-40B4-BE49-F238E27FC236}">
                <ns2:creationId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>
              <a:ext uri="{FF2B5EF4-FFF2-40B4-BE49-F238E27FC236}">
                <ns2:creationId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40055826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>
              <a:ext uri="{FF2B5EF4-FFF2-40B4-BE49-F238E27FC236}">
                <ns2:creationId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>
              <a:ext uri="{FF2B5EF4-FFF2-40B4-BE49-F238E27FC236}">
                <ns2:creationId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>
              <a:ext uri="{FF2B5EF4-FFF2-40B4-BE49-F238E27FC236}">
                <ns2:creationId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>
              <a:ext uri="{FF2B5EF4-FFF2-40B4-BE49-F238E27FC236}">
                <ns2:creationId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>
              <a:ext uri="{FF2B5EF4-FFF2-40B4-BE49-F238E27FC236}">
                <ns2:creationId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>
              <a:ext uri="{FF2B5EF4-FFF2-40B4-BE49-F238E27FC236}">
                <ns2:creationId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>
              <a:ext uri="{FF2B5EF4-FFF2-40B4-BE49-F238E27FC236}">
                <ns2:creationId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22825119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>
              <a:ext uri="{FF2B5EF4-FFF2-40B4-BE49-F238E27FC236}">
                <ns2:creationId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13470133bbf470c"/>
          <a:srcRect l="5014" t="0" r="5014" b="0"/>
          <a:stretch>
            <a:fillRect l="0" t="0" r="0" b="0"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>
              <a:ext uri="{FF2B5EF4-FFF2-40B4-BE49-F238E27FC236}">
                <ns2:creationId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web 連 db。</a:t>
            </a:r>
          </a:p>
        </p:txBody>
      </p:sp>
      <p:sp>
        <p:nvSpPr>
          <p:cNvPr id="8" name="">
            <a:extLst>
              <a:ext uri="{FF2B5EF4-FFF2-40B4-BE49-F238E27FC236}">
                <ns2:creationId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設定可進 Git</a:t>
            </a:r>
          </a:p>
        </p:txBody>
      </p:sp>
      <p:sp>
        <p:nvSpPr>
          <p:cNvPr id="10" name="">
            <a:extLst>
              <a:ext uri="{FF2B5EF4-FFF2-40B4-BE49-F238E27FC236}">
                <ns2:creationId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 clone 專案後，只要 docker compose up 就能跑起環境。</a:t>
            </a:r>
          </a:p>
        </p:txBody>
      </p:sp>
      <p:sp>
        <p:nvSpPr>
          <p:cNvPr id="11" name="">
            <a:extLst>
              <a:ext uri="{FF2B5EF4-FFF2-40B4-BE49-F238E27FC236}">
                <ns2:creationId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這堂先會用 Compose 自動網路；第四堂再正式拆 Docker Network 與 --network。</a:t>
            </a:r>
          </a:p>
        </p:txBody>
      </p:sp>
      <p:sp>
        <p:nvSpPr>
          <p:cNvPr id="12" name="">
            <a:extLst>
              <a:ext uri="{FF2B5EF4-FFF2-40B4-BE49-F238E27FC236}">
                <ns2:creationId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4:creationId val="39547184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>
              <a:ext uri="{FF2B5EF4-FFF2-40B4-BE49-F238E27FC236}">
                <ns2:creationId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C:\docker-lab\mysql-compose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>
              <a:ext uri="{FF2B5EF4-FFF2-40B4-BE49-F238E27FC236}">
                <ns2:creationId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>
              <a:ext uri="{FF2B5EF4-FFF2-40B4-BE49-F238E27FC236}">
                <ns2:creationId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>
              <a:ext uri="{FF2B5EF4-FFF2-40B4-BE49-F238E27FC236}">
                <ns2:creationId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>
              <a:ext uri="{FF2B5EF4-FFF2-40B4-BE49-F238E27FC236}">
                <ns2:creationId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>
              <a:ext uri="{FF2B5EF4-FFF2-40B4-BE49-F238E27FC236}">
                <ns2:creationId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>
              <a:ext uri="{FF2B5EF4-FFF2-40B4-BE49-F238E27FC236}">
                <ns2:creationId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>
              <a:ext uri="{FF2B5EF4-FFF2-40B4-BE49-F238E27FC236}">
                <ns2:creationId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>
              <a:ext uri="{FF2B5EF4-FFF2-40B4-BE49-F238E27FC236}">
                <ns2:creationId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>
              <a:ext uri="{FF2B5EF4-FFF2-40B4-BE49-F238E27FC236}">
                <ns2:creationId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>
              <a:ext uri="{FF2B5EF4-FFF2-40B4-BE49-F238E27FC236}">
                <ns2:creationId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>
              <a:ext uri="{FF2B5EF4-FFF2-40B4-BE49-F238E27FC236}">
                <ns2:creationId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>
              <a:ext uri="{FF2B5EF4-FFF2-40B4-BE49-F238E27FC236}">
                <ns2:creationId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1186245266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>
              <a:ext uri="{FF2B5EF4-FFF2-40B4-BE49-F238E27FC236}">
                <ns2:creationId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>
              <a:ext uri="{FF2B5EF4-FFF2-40B4-BE49-F238E27FC236}">
                <ns2:creationId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>
              <a:ext uri="{FF2B5EF4-FFF2-40B4-BE49-F238E27FC236}">
                <ns2:creationId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>
              <a:ext uri="{FF2B5EF4-FFF2-40B4-BE49-F238E27FC236}">
                <ns2:creationId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>
              <a:ext uri="{FF2B5EF4-FFF2-40B4-BE49-F238E27FC236}">
                <ns2:creationId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274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docker-compose.yml 可以 commit 進 Git</a:t>
            </a:r>
          </a:p>
        </p:txBody>
      </p:sp>
      <p:sp>
        <p:nvSpPr>
          <p:cNvPr id="9" name="">
            <a:extLst>
              <a:ext uri="{FF2B5EF4-FFF2-40B4-BE49-F238E27FC236}">
                <ns2:creationId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">
            <a:extLst>
              <a:ext uri="{FF2B5EF4-FFF2-40B4-BE49-F238E27FC236}">
                <ns2:creationId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>
              <a:ext uri="{FF2B5EF4-FFF2-40B4-BE49-F238E27FC236}">
                <ns2:creationId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>
              <a:ext uri="{FF2B5EF4-FFF2-40B4-BE49-F238E27FC236}">
                <ns2:creationId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>
              <a:ext uri="{FF2B5EF4-FFF2-40B4-BE49-F238E27FC236}">
                <ns2:creationId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>
              <a:ext uri="{FF2B5EF4-FFF2-40B4-BE49-F238E27FC236}">
                <ns2:creationId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746081113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Redis</a:t>
            </a:r>
          </a:p>
        </p:txBody>
      </p:sp>
      <p:sp>
        <p:nvSpPr>
          <p:cNvPr id="3" name="">
            <a:extLst>
              <a:ext uri="{FF2B5EF4-FFF2-40B4-BE49-F238E27FC236}">
                <ns2:creationId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先照講義完整解答跑起來，再改一行 port。</a:t>
            </a:r>
          </a:p>
        </p:txBody>
      </p:sp>
      <p:sp>
        <p:nvSpPr>
          <p:cNvPr id="4" name="">
            <a:extLst>
              <a:ext uri="{FF2B5EF4-FFF2-40B4-BE49-F238E27FC236}">
                <ns2:creationId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>
              <a:ext uri="{FF2B5EF4-FFF2-40B4-BE49-F238E27FC236}">
                <ns2:creationId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 + 掛載 ./html</a:t>
            </a:r>
          </a:p>
        </p:txBody>
      </p:sp>
      <p:sp>
        <p:nvSpPr>
          <p:cNvPr id="7" name="">
            <a:extLst>
              <a:ext uri="{FF2B5EF4-FFF2-40B4-BE49-F238E27FC236}">
                <ns2:creationId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9" name="">
            <a:extLst>
              <a:ext uri="{FF2B5EF4-FFF2-40B4-BE49-F238E27FC236}">
                <ns2:creationId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redis:7-alpine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6379:6379</a:t>
            </a:r>
          </a:p>
        </p:txBody>
      </p:sp>
      <p:sp>
        <p:nvSpPr>
          <p:cNvPr id="10" name="">
            <a:extLst>
              <a:ext uri="{FF2B5EF4-FFF2-40B4-BE49-F238E27FC236}">
                <ns2:creationId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2" name="">
            <a:extLst>
              <a:ext uri="{FF2B5EF4-FFF2-40B4-BE49-F238E27FC236}">
                <ns2:creationId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兩個服務都設定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unless-stopped</a:t>
            </a:r>
          </a:p>
        </p:txBody>
      </p:sp>
      <p:sp>
        <p:nvSpPr>
          <p:cNvPr id="13" name="">
            <a:extLst>
              <a:ext uri="{FF2B5EF4-FFF2-40B4-BE49-F238E27FC236}">
                <ns2:creationId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>
              <a:ext uri="{FF2B5EF4-FFF2-40B4-BE49-F238E27FC236}">
                <ns2:creationId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ps 確認兩個都 Up</a:t>
            </a:r>
          </a:p>
        </p:txBody>
      </p:sp>
      <p:sp>
        <p:nvSpPr>
          <p:cNvPr id="16" name="">
            <a:extLst>
              <a:ext uri="{FF2B5EF4-FFF2-40B4-BE49-F238E27FC236}">
                <ns2:creationId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7" name="">
            <a:extLst>
              <a:ext uri="{FF2B5EF4-FFF2-40B4-BE49-F238E27FC236}">
                <ns2:creationId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compose-redis redis-cli ping</a:t>
            </a:r>
          </a:p>
        </p:txBody>
      </p:sp>
      <p:sp>
        <p:nvSpPr>
          <p:cNvPr id="21" name="">
            <a:extLst>
              <a:ext uri="{FF2B5EF4-FFF2-40B4-BE49-F238E27FC236}">
                <ns2:creationId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>
              <a:ext uri="{FF2B5EF4-FFF2-40B4-BE49-F238E27FC236}">
                <ns2:creationId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31128280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>
              <a:ext uri="{FF2B5EF4-FFF2-40B4-BE49-F238E27FC236}">
                <ns2:creationId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MySQL 完整實作</a:t>
            </a:r>
          </a:p>
        </p:txBody>
      </p:sp>
      <p:sp>
        <p:nvSpPr>
          <p:cNvPr id="3" name="">
            <a:extLst>
              <a:ext uri="{FF2B5EF4-FFF2-40B4-BE49-F238E27FC236}">
                <ns2:creationId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184785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">
            <a:extLst>
              <a:ext uri="{FF2B5EF4-FFF2-40B4-BE49-F238E27FC236}">
                <ns2:creationId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184785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./html:/usr/share/nginx/html:ro</a:t>
            </a:r>
          </a:p>
        </p:txBody>
      </p:sp>
      <p:sp>
        <p:nvSpPr>
          <p:cNvPr id="6" name="">
            <a:extLst>
              <a:ext uri="{FF2B5EF4-FFF2-40B4-BE49-F238E27FC236}">
                <ns2:creationId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48006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6096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">
            <a:extLst>
              <a:ext uri="{FF2B5EF4-FFF2-40B4-BE49-F238E27FC236}">
                <ns2:creationId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6324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">
            <a:extLst>
              <a:ext uri="{FF2B5EF4-FFF2-40B4-BE49-F238E27FC236}">
                <ns2:creationId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5887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這段由老師帶著做，完整 HTML 與 compose.yml 都放在講義。</a:t>
            </a:r>
          </a:p>
        </p:txBody>
      </p:sp>
      <p:sp>
        <p:nvSpPr>
          <p:cNvPr id="12" name="">
            <a:extLst>
              <a:ext uri="{FF2B5EF4-FFF2-40B4-BE49-F238E27FC236}">
                <ns2:creationId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952722717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DOCKER-COMPOSE.YML</a:t>
            </a:r>
          </a:p>
        </p:txBody>
      </p:sp>
      <p:sp>
        <p:nvSpPr>
          <p:cNvPr id="2" name="">
            <a:extLst>
              <a:ext uri="{FF2B5EF4-FFF2-40B4-BE49-F238E27FC236}">
                <ns2:creationId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MySQL：講義內有完整檔案</a:t>
            </a:r>
          </a:p>
        </p:txBody>
      </p:sp>
      <p:sp>
        <p:nvSpPr>
          <p:cNvPr id="3" name="">
            <a:extLst>
              <a:ext uri="{FF2B5EF4-FFF2-40B4-BE49-F238E27FC236}">
                <ns2:creationId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355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8" name="">
            <a:extLst>
              <a:ext uri="{FF2B5EF4-FFF2-40B4-BE49-F238E27FC236}">
                <ns2:creationId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">
            <a:extLst>
              <a:ext uri="{FF2B5EF4-FFF2-40B4-BE49-F238E27FC236}">
                <ns2:creationId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3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負責靜態網頁，使用唯讀 Bind Mount。</a:t>
            </a:r>
          </a:p>
        </p:txBody>
      </p:sp>
      <p:sp>
        <p:nvSpPr>
          <p:cNvPr id="11" name="">
            <a:extLst>
              <a:ext uri="{FF2B5EF4-FFF2-40B4-BE49-F238E27FC236}">
                <ns2:creationId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3" name="">
            <a:extLst>
              <a:ext uri="{FF2B5EF4-FFF2-40B4-BE49-F238E27FC236}">
                <ns2:creationId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16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負責資料庫，使用 Named Volume 保存資料。</a:t>
            </a:r>
          </a:p>
        </p:txBody>
      </p:sp>
      <p:sp>
        <p:nvSpPr>
          <p:cNvPr id="14" name="">
            <a:extLst>
              <a:ext uri="{FF2B5EF4-FFF2-40B4-BE49-F238E27FC236}">
                <ns2:creationId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>
              <a:ext uri="{FF2B5EF4-FFF2-40B4-BE49-F238E27FC236}">
                <ns2:creationId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57049483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>
              <a:ext uri="{FF2B5EF4-FFF2-40B4-BE49-F238E27FC236}">
                <ns2:creationId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>
              <a:ext uri="{FF2B5EF4-FFF2-40B4-BE49-F238E27FC236}">
                <ns2:creationId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>
              <a:ext uri="{FF2B5EF4-FFF2-40B4-BE49-F238E27FC236}">
                <ns2:creationId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兩個服務都應該是 Up</a:t>
            </a:r>
          </a:p>
        </p:txBody>
      </p:sp>
      <p:sp>
        <p:nvSpPr>
          <p:cNvPr id="6" name="">
            <a:extLst>
              <a:ext uri="{FF2B5EF4-FFF2-40B4-BE49-F238E27FC236}">
                <ns2:creationId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>
              <a:ext uri="{FF2B5EF4-FFF2-40B4-BE49-F238E27FC236}">
                <ns2:creationId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 與 MySQL 沒有錯誤</a:t>
            </a:r>
          </a:p>
        </p:txBody>
      </p:sp>
      <p:sp>
        <p:nvSpPr>
          <p:cNvPr id="9" name="">
            <a:extLst>
              <a:ext uri="{FF2B5EF4-FFF2-40B4-BE49-F238E27FC236}">
                <ns2:creationId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>
              <a:ext uri="{FF2B5EF4-FFF2-40B4-BE49-F238E27FC236}">
                <ns2:creationId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79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看網頁；localhost:3306 連 MySQL</a:t>
            </a:r>
          </a:p>
        </p:txBody>
      </p:sp>
      <p:sp>
        <p:nvSpPr>
          <p:cNvPr id="12" name="">
            <a:extLst>
              <a:ext uri="{FF2B5EF4-FFF2-40B4-BE49-F238E27FC236}">
                <ns2:creationId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70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>
              <a:ext uri="{FF2B5EF4-FFF2-40B4-BE49-F238E27FC236}">
                <ns2:creationId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>
              <a:ext uri="{FF2B5EF4-FFF2-40B4-BE49-F238E27FC236}">
                <ns2:creationId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51657281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>
              <a:ext uri="{FF2B5EF4-FFF2-40B4-BE49-F238E27FC236}">
                <ns2:creationId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確認資料庫可用</a:t>
            </a:r>
          </a:p>
        </p:txBody>
      </p:sp>
      <p:sp>
        <p:nvSpPr>
          <p:cNvPr id="3" name="">
            <a:extLst>
              <a:ext uri="{FF2B5EF4-FFF2-40B4-BE49-F238E27FC236}">
                <ns2:creationId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test (id INT PRIMARY KEY, message VARCHAR(100));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test VALUES (1, 'Docker Compose works!');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test;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">
            <a:extLst>
              <a:ext uri="{FF2B5EF4-FFF2-40B4-BE49-F238E27FC236}">
                <ns2:creationId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>
              <a:ext uri="{FF2B5EF4-FFF2-40B4-BE49-F238E27FC236}">
                <ns2:creationId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92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MySQL 真的可以登入、建表、寫入、查詢。</a:t>
            </a:r>
          </a:p>
        </p:txBody>
      </p:sp>
      <p:sp>
        <p:nvSpPr>
          <p:cNvPr id="11" name="">
            <a:extLst>
              <a:ext uri="{FF2B5EF4-FFF2-40B4-BE49-F238E27FC236}">
                <ns2:creationId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8905043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>
              <a:ext uri="{FF2B5EF4-FFF2-40B4-BE49-F238E27FC236}">
                <ns2:creationId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>
              <a:ext uri="{FF2B5EF4-FFF2-40B4-BE49-F238E27FC236}">
                <ns2:creationId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>
              <a:ext uri="{FF2B5EF4-FFF2-40B4-BE49-F238E27FC236}">
                <ns2:creationId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>
              <a:ext uri="{FF2B5EF4-FFF2-40B4-BE49-F238E27FC236}">
                <ns2:creationId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>
              <a:ext uri="{FF2B5EF4-FFF2-40B4-BE49-F238E27FC236}">
                <ns2:creationId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>
              <a:ext uri="{FF2B5EF4-FFF2-40B4-BE49-F238E27FC236}">
                <ns2:creationId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>
              <a:ext uri="{FF2B5EF4-FFF2-40B4-BE49-F238E27FC236}">
                <ns2:creationId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>
              <a:ext uri="{FF2B5EF4-FFF2-40B4-BE49-F238E27FC236}">
                <ns2:creationId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447648845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>
              <a:ext uri="{FF2B5EF4-FFF2-40B4-BE49-F238E27FC236}">
                <ns2:creationId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>
              <a:ext uri="{FF2B5EF4-FFF2-40B4-BE49-F238E27FC236}">
                <ns2:creationId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>
              <a:ext uri="{FF2B5EF4-FFF2-40B4-BE49-F238E27FC236}">
                <ns2:creationId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>
              <a:ext uri="{FF2B5EF4-FFF2-40B4-BE49-F238E27FC236}">
                <ns2:creationId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>
              <a:ext uri="{FF2B5EF4-FFF2-40B4-BE49-F238E27FC236}">
                <ns2:creationId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>
              <a:ext uri="{FF2B5EF4-FFF2-40B4-BE49-F238E27FC236}">
                <ns2:creationId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>
              <a:ext uri="{FF2B5EF4-FFF2-40B4-BE49-F238E27FC236}">
                <ns2:creationId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212774863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>
              <a:ext uri="{FF2B5EF4-FFF2-40B4-BE49-F238E27FC236}">
                <ns2:creationId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>
              <a:ext uri="{FF2B5EF4-FFF2-40B4-BE49-F238E27FC236}">
                <ns2:creationId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>
              <a:ext uri="{FF2B5EF4-FFF2-40B4-BE49-F238E27FC236}">
                <ns2:creationId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>
              <a:ext uri="{FF2B5EF4-FFF2-40B4-BE49-F238E27FC236}">
                <ns2:creationId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>
              <a:ext uri="{FF2B5EF4-FFF2-40B4-BE49-F238E27FC236}">
                <ns2:creationId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>
              <a:ext uri="{FF2B5EF4-FFF2-40B4-BE49-F238E27FC236}">
                <ns2:creationId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>
              <a:ext uri="{FF2B5EF4-FFF2-40B4-BE49-F238E27FC236}">
                <ns2:creationId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>
              <a:ext uri="{FF2B5EF4-FFF2-40B4-BE49-F238E27FC236}">
                <ns2:creationId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>
              <a:ext uri="{FF2B5EF4-FFF2-40B4-BE49-F238E27FC236}">
                <ns2:creationId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>
              <a:ext uri="{FF2B5EF4-FFF2-40B4-BE49-F238E27FC236}">
                <ns2:creationId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58164303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>
              <a:ext uri="{FF2B5EF4-FFF2-40B4-BE49-F238E27FC236}">
                <ns2:creationId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>
              <a:ext uri="{FF2B5EF4-FFF2-40B4-BE49-F238E27FC236}">
                <ns2:creationId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MySQL + Redis</a:t>
            </a:r>
          </a:p>
        </p:txBody>
      </p:sp>
      <p:sp>
        <p:nvSpPr>
          <p:cNvPr id="5" name="">
            <a:extLst>
              <a:ext uri="{FF2B5EF4-FFF2-40B4-BE49-F238E27FC236}">
                <ns2:creationId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參考前面解答，改出一個 docker-compose.yml 同時啟動三個服務，並用 docker compose ps 和 docker stats 觀察狀態與資源。</a:t>
            </a:r>
          </a:p>
        </p:txBody>
      </p:sp>
      <p:sp>
        <p:nvSpPr>
          <p:cNvPr id="6" name="">
            <a:extLst>
              <a:ext uri="{FF2B5EF4-FFF2-40B4-BE49-F238E27FC236}">
                <ns2:creationId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>
              <a:ext uri="{FF2B5EF4-FFF2-40B4-BE49-F238E27FC236}">
                <ns2:creationId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>
              <a:ext uri="{FF2B5EF4-FFF2-40B4-BE49-F238E27FC236}">
                <ns2:creationId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>
              <a:ext uri="{FF2B5EF4-FFF2-40B4-BE49-F238E27FC236}">
                <ns2:creationId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64512132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啟動 MySQL 8.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範例程式碼：啟動 MySQL 8.0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Product 資料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新增與查詢資料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MySQL docker-compose.y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範例程式碼：MySQL docker-compose.yml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+ Redis index.ht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+ Redis index.html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&lt;head&gt;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&lt;meta charset="utf-8"&gt;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&lt;title&gt;Nginx + Redis Compose&lt;/title&gt;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&lt;style&gt;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body { font-family: Arial; max-width: 680px; margin: 48px auto; line-height: 1.7; 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h1 { color: #0f766e; 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code { background: #eef2ff; padding: 2px 6px; border-radius: 4px; 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&lt;/style&gt;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&lt;/head&gt;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&lt;body&gt;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&lt;h1&gt;Nginx + Redis 已用 Docker Compose 啟動&lt;/h1&gt;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&lt;p&gt;這個頁面由 Nginx 容器提供服務。&lt;/p&gt;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&lt;p&gt;同一份 &lt;code&gt;docker-compose.yml&lt;/code&gt; 也啟動了一個 Redis 容器。&lt;/p&gt;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&lt;/body&gt;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+ Redis compose.y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+ Redis compose.yml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redis:7-alpine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compose-redis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"6379:6379"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+ MySQL compose.yml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+ MySQL compose.yml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# Nginx 網頁伺服器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demo-web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# MySQL 資料庫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+ MySQL compose.yml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+ MySQL compose.yml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多版本 MySQL compose.yml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範例程式碼：多版本 MySQL compose.yml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多版本 MySQL compose.yml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範例程式碼：多版本 MySQL compose.yml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2026-06-19T07:49:03.2420000Z</dcterms:created>
  <dcterms:modified xsi:type="dcterms:W3CDTF">2026-06-19T07:49:03.2420000Z</dcterms:modified>
</coreProperties>
</file>