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db3166da5f4b52" /><Relationship Type="http://schemas.openxmlformats.org/officeDocument/2006/relationships/extended-properties" Target="/docProps/app.xml" Id="R735e57df49c842f9" /><Relationship Type="http://schemas.openxmlformats.org/officeDocument/2006/relationships/officeDocument" Target="/ppt/presentation.xml" Id="Rce7ee18fcd9b49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db3a5f642b4844"/>
  </p:sldMasterIdLst>
  <p:notesMasterIdLst>
    <p:notesMasterId xmlns:r="http://schemas.openxmlformats.org/officeDocument/2006/relationships" r:id="R834c1029202f4046"/>
  </p:notesMasterIdLst>
  <p:sldIdLst>
    <p:sldId xmlns:r="http://schemas.openxmlformats.org/officeDocument/2006/relationships" id="256" r:id="Rbb9b3b3611c34236"/>
    <p:sldId xmlns:r="http://schemas.openxmlformats.org/officeDocument/2006/relationships" id="257" r:id="R98be25af617348cf"/>
    <p:sldId xmlns:r="http://schemas.openxmlformats.org/officeDocument/2006/relationships" id="258" r:id="R81ec403c32054790"/>
    <p:sldId xmlns:r="http://schemas.openxmlformats.org/officeDocument/2006/relationships" id="259" r:id="Rfeada65feabb48dc"/>
    <p:sldId xmlns:r="http://schemas.openxmlformats.org/officeDocument/2006/relationships" id="260" r:id="R9089c4fbdd8d4682"/>
    <p:sldId xmlns:r="http://schemas.openxmlformats.org/officeDocument/2006/relationships" id="261" r:id="R532d46de9bf74ae1"/>
    <p:sldId xmlns:r="http://schemas.openxmlformats.org/officeDocument/2006/relationships" id="262" r:id="Rf996da70eef54945"/>
    <p:sldId xmlns:r="http://schemas.openxmlformats.org/officeDocument/2006/relationships" id="263" r:id="R74f09fa364204ec4"/>
    <p:sldId xmlns:r="http://schemas.openxmlformats.org/officeDocument/2006/relationships" id="264" r:id="Rff3753f7445c4e32"/>
    <p:sldId xmlns:r="http://schemas.openxmlformats.org/officeDocument/2006/relationships" id="265" r:id="R2a8cbe2056614962"/>
    <p:sldId xmlns:r="http://schemas.openxmlformats.org/officeDocument/2006/relationships" id="266" r:id="R4e30081ab35f414b"/>
    <p:sldId xmlns:r="http://schemas.openxmlformats.org/officeDocument/2006/relationships" id="267" r:id="Rb24806f012cf4046"/>
    <p:sldId xmlns:r="http://schemas.openxmlformats.org/officeDocument/2006/relationships" id="268" r:id="Rfa650e78d95240d8"/>
    <p:sldId xmlns:r="http://schemas.openxmlformats.org/officeDocument/2006/relationships" id="269" r:id="R7f55ae6bde22408a"/>
    <p:sldId xmlns:r="http://schemas.openxmlformats.org/officeDocument/2006/relationships" id="270" r:id="R0db6f098fb7d4db7"/>
    <p:sldId xmlns:r="http://schemas.openxmlformats.org/officeDocument/2006/relationships" id="271" r:id="Rb929c9a2c996408f"/>
    <p:sldId xmlns:r="http://schemas.openxmlformats.org/officeDocument/2006/relationships" id="272" r:id="R1624006aadd7489f"/>
    <p:sldId xmlns:r="http://schemas.openxmlformats.org/officeDocument/2006/relationships" id="273" r:id="R9515556291cb4470"/>
    <p:sldId xmlns:r="http://schemas.openxmlformats.org/officeDocument/2006/relationships" id="274" r:id="R9dc51fb64b034b6e"/>
    <p:sldId xmlns:r="http://schemas.openxmlformats.org/officeDocument/2006/relationships" id="275" r:id="R51efb69497de4a1e"/>
    <p:sldId xmlns:r="http://schemas.openxmlformats.org/officeDocument/2006/relationships" id="276" r:id="R5308cbb4edef46ac"/>
    <p:sldId xmlns:r="http://schemas.openxmlformats.org/officeDocument/2006/relationships" id="277" r:id="R3d25cb99a4cd43b4"/>
    <p:sldId xmlns:r="http://schemas.openxmlformats.org/officeDocument/2006/relationships" id="278" r:id="R6c2b3dcd7d244ea7"/>
    <p:sldId xmlns:r="http://schemas.openxmlformats.org/officeDocument/2006/relationships" id="279" r:id="R7f8516872f4d4a1c"/>
    <p:sldId xmlns:r="http://schemas.openxmlformats.org/officeDocument/2006/relationships" id="280" r:id="R7795d90cb81c469c"/>
    <p:sldId xmlns:r="http://schemas.openxmlformats.org/officeDocument/2006/relationships" id="281" r:id="Re370363722234f0a"/>
    <p:sldId xmlns:r="http://schemas.openxmlformats.org/officeDocument/2006/relationships" id="282" r:id="R1482f40a4f19445d"/>
    <p:sldId xmlns:r="http://schemas.openxmlformats.org/officeDocument/2006/relationships" id="283" r:id="Re0be44b172d14082"/>
    <p:sldId xmlns:r="http://schemas.openxmlformats.org/officeDocument/2006/relationships" id="284" r:id="R5cf52792676b4064"/>
    <p:sldId xmlns:r="http://schemas.openxmlformats.org/officeDocument/2006/relationships" id="285" r:id="R7067823abea24593"/>
    <p:sldId xmlns:r="http://schemas.openxmlformats.org/officeDocument/2006/relationships" id="286" r:id="Rb115a87591aa477d"/>
    <p:sldId xmlns:r="http://schemas.openxmlformats.org/officeDocument/2006/relationships" id="287" r:id="R9b3397e3925145b1"/>
    <p:sldId xmlns:r="http://schemas.openxmlformats.org/officeDocument/2006/relationships" id="288" r:id="R9060f8f708294a07"/>
    <p:sldId xmlns:r="http://schemas.openxmlformats.org/officeDocument/2006/relationships" id="289" r:id="R68cd04ae83dd44d5"/>
    <p:sldId xmlns:r="http://schemas.openxmlformats.org/officeDocument/2006/relationships" id="290" r:id="R589bde0af54241bb"/>
    <p:sldId xmlns:r="http://schemas.openxmlformats.org/officeDocument/2006/relationships" id="291" r:id="R9110aa6662a848b0"/>
    <p:sldId xmlns:r="http://schemas.openxmlformats.org/officeDocument/2006/relationships" id="292" r:id="R3a85de21086c4f8f"/>
    <p:sldId xmlns:r="http://schemas.openxmlformats.org/officeDocument/2006/relationships" id="293" r:id="Re8f0ce6fc5ac4893"/>
    <p:sldId xmlns:r="http://schemas.openxmlformats.org/officeDocument/2006/relationships" id="294" r:id="Rce3e3d5e52b0419a"/>
    <p:sldId xmlns:r="http://schemas.openxmlformats.org/officeDocument/2006/relationships" id="295" r:id="R783614130b234e1d"/>
    <p:sldId xmlns:r="http://schemas.openxmlformats.org/officeDocument/2006/relationships" id="296" r:id="Rb8069607623b479a"/>
    <p:sldId xmlns:r="http://schemas.openxmlformats.org/officeDocument/2006/relationships" id="297" r:id="Rdd19e0d558fb45c7"/>
    <p:sldId xmlns:r="http://schemas.openxmlformats.org/officeDocument/2006/relationships" id="298" r:id="Rc7939fbb374a493c"/>
    <p:sldId xmlns:r="http://schemas.openxmlformats.org/officeDocument/2006/relationships" id="299" r:id="Re9475133a7154fec"/>
    <p:sldId xmlns:r="http://schemas.openxmlformats.org/officeDocument/2006/relationships" id="300" r:id="R26d25215cdde4506"/>
    <p:sldId xmlns:r="http://schemas.openxmlformats.org/officeDocument/2006/relationships" id="301" r:id="R9e62ae2140e245d9"/>
    <p:sldId xmlns:r="http://schemas.openxmlformats.org/officeDocument/2006/relationships" id="302" r:id="R1fdd7974286c4a84"/>
    <p:sldId xmlns:r="http://schemas.openxmlformats.org/officeDocument/2006/relationships" id="303" r:id="Rffeb3dade1554de3"/>
    <p:sldId xmlns:r="http://schemas.openxmlformats.org/officeDocument/2006/relationships" id="304" r:id="R2ed883a9997f4203"/>
    <p:sldId xmlns:r="http://schemas.openxmlformats.org/officeDocument/2006/relationships" id="305" r:id="R171c8473601a4ff9"/>
    <p:sldId xmlns:r="http://schemas.openxmlformats.org/officeDocument/2006/relationships" id="306" r:id="Rc51b225b58dd45b0"/>
    <p:sldId xmlns:r="http://schemas.openxmlformats.org/officeDocument/2006/relationships" id="307" r:id="R372aedc31f854b5b"/>
    <p:sldId xmlns:r="http://schemas.openxmlformats.org/officeDocument/2006/relationships" id="308" r:id="R5013a49a39af49a3"/>
    <p:sldId xmlns:r="http://schemas.openxmlformats.org/officeDocument/2006/relationships" id="309" r:id="Re70c26f4fb604391"/>
    <p:sldId xmlns:r="http://schemas.openxmlformats.org/officeDocument/2006/relationships" id="310" r:id="R33d1cbe878644c36"/>
    <p:sldId xmlns:r="http://schemas.openxmlformats.org/officeDocument/2006/relationships" id="311" r:id="Rbd86dfeeb5224097"/>
    <p:sldId xmlns:r="http://schemas.openxmlformats.org/officeDocument/2006/relationships" id="312" r:id="Rbfd2df79356a4539"/>
    <p:sldId xmlns:r="http://schemas.openxmlformats.org/officeDocument/2006/relationships" id="313" r:id="R783b98c108454e1f"/>
    <p:sldId xmlns:r="http://schemas.openxmlformats.org/officeDocument/2006/relationships" id="314" r:id="R9c3630a323504304"/>
    <p:sldId xmlns:r="http://schemas.openxmlformats.org/officeDocument/2006/relationships" id="315" r:id="R97835423241140aa"/>
    <p:sldId xmlns:r="http://schemas.openxmlformats.org/officeDocument/2006/relationships" id="316" r:id="Ra144baa443464fd3"/>
    <p:sldId xmlns:r="http://schemas.openxmlformats.org/officeDocument/2006/relationships" id="317" r:id="Rd5f080b7ca974219"/>
    <p:sldId xmlns:r="http://schemas.openxmlformats.org/officeDocument/2006/relationships" id="318" r:id="Rb47043c080254b9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cfd8768b9f451e" /><Relationship Type="http://schemas.openxmlformats.org/officeDocument/2006/relationships/slideMaster" Target="/ppt/slideMasters/slideMaster1.xml" Id="R45db3a5f642b4844" /><Relationship Type="http://schemas.openxmlformats.org/officeDocument/2006/relationships/notesMaster" Target="/ppt/notesMasters/notesMaster1.xml" Id="R834c1029202f4046" /><Relationship Type="http://schemas.openxmlformats.org/officeDocument/2006/relationships/presProps" Target="/ppt/presProps.xml" Id="R1bb423c7fdc049b4" /><Relationship Type="http://schemas.openxmlformats.org/officeDocument/2006/relationships/tableStyles" Target="/ppt/tableStyles.xml" Id="R240d4599dc224ad2" /><Relationship Type="http://schemas.openxmlformats.org/officeDocument/2006/relationships/slide" Target="/ppt/slides/slide1.xml" Id="Rbb9b3b3611c34236" /><Relationship Type="http://schemas.openxmlformats.org/officeDocument/2006/relationships/slide" Target="/ppt/slides/slide2.xml" Id="R98be25af617348cf" /><Relationship Type="http://schemas.openxmlformats.org/officeDocument/2006/relationships/slide" Target="/ppt/slides/slide3.xml" Id="R81ec403c32054790" /><Relationship Type="http://schemas.openxmlformats.org/officeDocument/2006/relationships/slide" Target="/ppt/slides/slide4.xml" Id="Rfeada65feabb48dc" /><Relationship Type="http://schemas.openxmlformats.org/officeDocument/2006/relationships/slide" Target="/ppt/slides/slide5.xml" Id="R9089c4fbdd8d4682" /><Relationship Type="http://schemas.openxmlformats.org/officeDocument/2006/relationships/slide" Target="/ppt/slides/slide6.xml" Id="R532d46de9bf74ae1" /><Relationship Type="http://schemas.openxmlformats.org/officeDocument/2006/relationships/slide" Target="/ppt/slides/slide7.xml" Id="Rf996da70eef54945" /><Relationship Type="http://schemas.openxmlformats.org/officeDocument/2006/relationships/slide" Target="/ppt/slides/slide8.xml" Id="R74f09fa364204ec4" /><Relationship Type="http://schemas.openxmlformats.org/officeDocument/2006/relationships/slide" Target="/ppt/slides/slide9.xml" Id="Rff3753f7445c4e32" /><Relationship Type="http://schemas.openxmlformats.org/officeDocument/2006/relationships/slide" Target="/ppt/slides/slide10.xml" Id="R2a8cbe2056614962" /><Relationship Type="http://schemas.openxmlformats.org/officeDocument/2006/relationships/slide" Target="/ppt/slides/slide11.xml" Id="R4e30081ab35f414b" /><Relationship Type="http://schemas.openxmlformats.org/officeDocument/2006/relationships/slide" Target="/ppt/slides/slide12.xml" Id="Rb24806f012cf4046" /><Relationship Type="http://schemas.openxmlformats.org/officeDocument/2006/relationships/slide" Target="/ppt/slides/slide13.xml" Id="Rfa650e78d95240d8" /><Relationship Type="http://schemas.openxmlformats.org/officeDocument/2006/relationships/slide" Target="/ppt/slides/slide14.xml" Id="R7f55ae6bde22408a" /><Relationship Type="http://schemas.openxmlformats.org/officeDocument/2006/relationships/slide" Target="/ppt/slides/slide15.xml" Id="R0db6f098fb7d4db7" /><Relationship Type="http://schemas.openxmlformats.org/officeDocument/2006/relationships/slide" Target="/ppt/slides/slide16.xml" Id="Rb929c9a2c996408f" /><Relationship Type="http://schemas.openxmlformats.org/officeDocument/2006/relationships/slide" Target="/ppt/slides/slide17.xml" Id="R1624006aadd7489f" /><Relationship Type="http://schemas.openxmlformats.org/officeDocument/2006/relationships/slide" Target="/ppt/slides/slide18.xml" Id="R9515556291cb4470" /><Relationship Type="http://schemas.openxmlformats.org/officeDocument/2006/relationships/slide" Target="/ppt/slides/slide19.xml" Id="R9dc51fb64b034b6e" /><Relationship Type="http://schemas.openxmlformats.org/officeDocument/2006/relationships/slide" Target="/ppt/slides/slide20.xml" Id="R51efb69497de4a1e" /><Relationship Type="http://schemas.openxmlformats.org/officeDocument/2006/relationships/slide" Target="/ppt/slides/slide21.xml" Id="R5308cbb4edef46ac" /><Relationship Type="http://schemas.openxmlformats.org/officeDocument/2006/relationships/slide" Target="/ppt/slides/slide22.xml" Id="R3d25cb99a4cd43b4" /><Relationship Type="http://schemas.openxmlformats.org/officeDocument/2006/relationships/slide" Target="/ppt/slides/slide23.xml" Id="R6c2b3dcd7d244ea7" /><Relationship Type="http://schemas.openxmlformats.org/officeDocument/2006/relationships/slide" Target="/ppt/slides/slide24.xml" Id="R7f8516872f4d4a1c" /><Relationship Type="http://schemas.openxmlformats.org/officeDocument/2006/relationships/slide" Target="/ppt/slides/slide25.xml" Id="R7795d90cb81c469c" /><Relationship Type="http://schemas.openxmlformats.org/officeDocument/2006/relationships/slide" Target="/ppt/slides/slide26.xml" Id="Re370363722234f0a" /><Relationship Type="http://schemas.openxmlformats.org/officeDocument/2006/relationships/slide" Target="/ppt/slides/slide27.xml" Id="R1482f40a4f19445d" /><Relationship Type="http://schemas.openxmlformats.org/officeDocument/2006/relationships/slide" Target="/ppt/slides/slide28.xml" Id="Re0be44b172d14082" /><Relationship Type="http://schemas.openxmlformats.org/officeDocument/2006/relationships/slide" Target="/ppt/slides/slide29.xml" Id="R5cf52792676b4064" /><Relationship Type="http://schemas.openxmlformats.org/officeDocument/2006/relationships/slide" Target="/ppt/slides/slide30.xml" Id="R7067823abea24593" /><Relationship Type="http://schemas.openxmlformats.org/officeDocument/2006/relationships/slide" Target="/ppt/slides/slide31.xml" Id="Rb115a87591aa477d" /><Relationship Type="http://schemas.openxmlformats.org/officeDocument/2006/relationships/slide" Target="/ppt/slides/slide32.xml" Id="R9b3397e3925145b1" /><Relationship Type="http://schemas.openxmlformats.org/officeDocument/2006/relationships/slide" Target="/ppt/slides/slide33.xml" Id="R9060f8f708294a07" /><Relationship Type="http://schemas.openxmlformats.org/officeDocument/2006/relationships/slide" Target="/ppt/slides/slide34.xml" Id="R68cd04ae83dd44d5" /><Relationship Type="http://schemas.openxmlformats.org/officeDocument/2006/relationships/slide" Target="/ppt/slides/slide35.xml" Id="R589bde0af54241bb" /><Relationship Type="http://schemas.openxmlformats.org/officeDocument/2006/relationships/slide" Target="/ppt/slides/slide36.xml" Id="R9110aa6662a848b0" /><Relationship Type="http://schemas.openxmlformats.org/officeDocument/2006/relationships/slide" Target="/ppt/slides/slide37.xml" Id="R3a85de21086c4f8f" /><Relationship Type="http://schemas.openxmlformats.org/officeDocument/2006/relationships/slide" Target="/ppt/slides/slide38.xml" Id="Re8f0ce6fc5ac4893" /><Relationship Type="http://schemas.openxmlformats.org/officeDocument/2006/relationships/slide" Target="/ppt/slides/slide39.xml" Id="Rce3e3d5e52b0419a" /><Relationship Type="http://schemas.openxmlformats.org/officeDocument/2006/relationships/slide" Target="/ppt/slides/slide40.xml" Id="R783614130b234e1d" /><Relationship Type="http://schemas.openxmlformats.org/officeDocument/2006/relationships/slide" Target="/ppt/slides/slide41.xml" Id="Rb8069607623b479a" /><Relationship Type="http://schemas.openxmlformats.org/officeDocument/2006/relationships/slide" Target="/ppt/slides/slide42.xml" Id="Rdd19e0d558fb45c7" /><Relationship Type="http://schemas.openxmlformats.org/officeDocument/2006/relationships/slide" Target="/ppt/slides/slide43.xml" Id="Rc7939fbb374a493c" /><Relationship Type="http://schemas.openxmlformats.org/officeDocument/2006/relationships/slide" Target="/ppt/slides/slide44.xml" Id="Re9475133a7154fec" /><Relationship Type="http://schemas.openxmlformats.org/officeDocument/2006/relationships/slide" Target="/ppt/slides/slide45.xml" Id="R26d25215cdde4506" /><Relationship Type="http://schemas.openxmlformats.org/officeDocument/2006/relationships/slide" Target="/ppt/slides/slide46.xml" Id="R9e62ae2140e245d9" /><Relationship Type="http://schemas.openxmlformats.org/officeDocument/2006/relationships/slide" Target="/ppt/slides/slide47.xml" Id="R1fdd7974286c4a84" /><Relationship Type="http://schemas.openxmlformats.org/officeDocument/2006/relationships/slide" Target="/ppt/slides/slide48.xml" Id="Rffeb3dade1554de3" /><Relationship Type="http://schemas.openxmlformats.org/officeDocument/2006/relationships/slide" Target="/ppt/slides/slide49.xml" Id="R2ed883a9997f4203" /><Relationship Type="http://schemas.openxmlformats.org/officeDocument/2006/relationships/slide" Target="/ppt/slides/slide50.xml" Id="R171c8473601a4ff9" /><Relationship Type="http://schemas.openxmlformats.org/officeDocument/2006/relationships/slide" Target="/ppt/slides/slide51.xml" Id="Rc51b225b58dd45b0" /><Relationship Type="http://schemas.openxmlformats.org/officeDocument/2006/relationships/slide" Target="/ppt/slides/slide52.xml" Id="R372aedc31f854b5b" /><Relationship Type="http://schemas.openxmlformats.org/officeDocument/2006/relationships/slide" Target="/ppt/slides/slide53.xml" Id="R5013a49a39af49a3" /><Relationship Type="http://schemas.openxmlformats.org/officeDocument/2006/relationships/slide" Target="/ppt/slides/slide54.xml" Id="Re70c26f4fb604391" /><Relationship Type="http://schemas.openxmlformats.org/officeDocument/2006/relationships/slide" Target="/ppt/slides/slide55.xml" Id="R33d1cbe878644c36" /><Relationship Type="http://schemas.openxmlformats.org/officeDocument/2006/relationships/slide" Target="/ppt/slides/slide56.xml" Id="Rbd86dfeeb5224097" /><Relationship Type="http://schemas.openxmlformats.org/officeDocument/2006/relationships/slide" Target="/ppt/slides/slide57.xml" Id="Rbfd2df79356a4539" /><Relationship Type="http://schemas.openxmlformats.org/officeDocument/2006/relationships/slide" Target="/ppt/slides/slide58.xml" Id="R783b98c108454e1f" /><Relationship Type="http://schemas.openxmlformats.org/officeDocument/2006/relationships/slide" Target="/ppt/slides/slide59.xml" Id="R9c3630a323504304" /><Relationship Type="http://schemas.openxmlformats.org/officeDocument/2006/relationships/slide" Target="/ppt/slides/slide60.xml" Id="R97835423241140aa" /><Relationship Type="http://schemas.openxmlformats.org/officeDocument/2006/relationships/slide" Target="/ppt/slides/slide61.xml" Id="Ra144baa443464fd3" /><Relationship Type="http://schemas.openxmlformats.org/officeDocument/2006/relationships/slide" Target="/ppt/slides/slide62.xml" Id="Rd5f080b7ca974219" /><Relationship Type="http://schemas.openxmlformats.org/officeDocument/2006/relationships/slide" Target="/ppt/slides/slide63.xml" Id="Rb47043c080254b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e8885a7d5e4d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67fc57e02646a4" /><Relationship Type="http://schemas.openxmlformats.org/officeDocument/2006/relationships/notesMaster" Target="/ppt/notesMasters/notesMaster1.xml" Id="R4917523a1af24a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11d9980b104282" /><Relationship Type="http://schemas.openxmlformats.org/officeDocument/2006/relationships/notesMaster" Target="/ppt/notesMasters/notesMaster1.xml" Id="Rb0c6a07076d34b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a2b36363e14635" /><Relationship Type="http://schemas.openxmlformats.org/officeDocument/2006/relationships/notesMaster" Target="/ppt/notesMasters/notesMaster1.xml" Id="Rbfa5bc7619f248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177e893afa4b92" /><Relationship Type="http://schemas.openxmlformats.org/officeDocument/2006/relationships/notesMaster" Target="/ppt/notesMasters/notesMaster1.xml" Id="Re6a3c112c19441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542c90699f4ae0" /><Relationship Type="http://schemas.openxmlformats.org/officeDocument/2006/relationships/notesMaster" Target="/ppt/notesMasters/notesMaster1.xml" Id="R0e0b0938957843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8dcb32526441b5" /><Relationship Type="http://schemas.openxmlformats.org/officeDocument/2006/relationships/notesMaster" Target="/ppt/notesMasters/notesMaster1.xml" Id="Rdf9eec7a43c344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10a736bf1d4086" /><Relationship Type="http://schemas.openxmlformats.org/officeDocument/2006/relationships/notesMaster" Target="/ppt/notesMasters/notesMaster1.xml" Id="R53392ed603d740c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8eec21a65145bf" /><Relationship Type="http://schemas.openxmlformats.org/officeDocument/2006/relationships/notesMaster" Target="/ppt/notesMasters/notesMaster1.xml" Id="Rbd39230e35f548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76c3f1439a409d" /><Relationship Type="http://schemas.openxmlformats.org/officeDocument/2006/relationships/notesMaster" Target="/ppt/notesMasters/notesMaster1.xml" Id="R158517ac6d5740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e2b6e4b5c94ef5" /><Relationship Type="http://schemas.openxmlformats.org/officeDocument/2006/relationships/notesMaster" Target="/ppt/notesMasters/notesMaster1.xml" Id="R347500f19b7441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5177e52dcb42ac" /><Relationship Type="http://schemas.openxmlformats.org/officeDocument/2006/relationships/notesMaster" Target="/ppt/notesMasters/notesMaster1.xml" Id="Re57bcac4c6114c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df23a95f304965" /><Relationship Type="http://schemas.openxmlformats.org/officeDocument/2006/relationships/notesMaster" Target="/ppt/notesMasters/notesMaster1.xml" Id="R0031f70aad9b4e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249cb0a8f74e04" /><Relationship Type="http://schemas.openxmlformats.org/officeDocument/2006/relationships/notesMaster" Target="/ppt/notesMasters/notesMaster1.xml" Id="R9d84057f1cce409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c783aa397d49ab" /><Relationship Type="http://schemas.openxmlformats.org/officeDocument/2006/relationships/notesMaster" Target="/ppt/notesMasters/notesMaster1.xml" Id="Rf0fbd0f5e9ff48a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6584e7f7f6744a3" /><Relationship Type="http://schemas.openxmlformats.org/officeDocument/2006/relationships/notesMaster" Target="/ppt/notesMasters/notesMaster1.xml" Id="Rb176b0844511498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b36fd19d1c4029" /><Relationship Type="http://schemas.openxmlformats.org/officeDocument/2006/relationships/notesMaster" Target="/ppt/notesMasters/notesMaster1.xml" Id="Re30d0f968b3b45b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99ba627992a420e" /><Relationship Type="http://schemas.openxmlformats.org/officeDocument/2006/relationships/notesMaster" Target="/ppt/notesMasters/notesMaster1.xml" Id="R28116cfbe54f4b4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1cbcf516f8142bc" /><Relationship Type="http://schemas.openxmlformats.org/officeDocument/2006/relationships/notesMaster" Target="/ppt/notesMasters/notesMaster1.xml" Id="R4ec70b4af7d2457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719cf356ae444dd" /><Relationship Type="http://schemas.openxmlformats.org/officeDocument/2006/relationships/notesMaster" Target="/ppt/notesMasters/notesMaster1.xml" Id="Rd998fc950c3f479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6a14bdfb6604c1a" /><Relationship Type="http://schemas.openxmlformats.org/officeDocument/2006/relationships/notesMaster" Target="/ppt/notesMasters/notesMaster1.xml" Id="Reef5a0c8957d433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254d37cb20e457f" /><Relationship Type="http://schemas.openxmlformats.org/officeDocument/2006/relationships/notesMaster" Target="/ppt/notesMasters/notesMaster1.xml" Id="R1103ffb7036245c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68ed427ca0e44b9" /><Relationship Type="http://schemas.openxmlformats.org/officeDocument/2006/relationships/notesMaster" Target="/ppt/notesMasters/notesMaster1.xml" Id="R6bfa38ac52b04b0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db2a1ab162a46f2" /><Relationship Type="http://schemas.openxmlformats.org/officeDocument/2006/relationships/notesMaster" Target="/ppt/notesMasters/notesMaster1.xml" Id="Rfc1df5428a2b47b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adb8b82b94a43fc" /><Relationship Type="http://schemas.openxmlformats.org/officeDocument/2006/relationships/notesMaster" Target="/ppt/notesMasters/notesMaster1.xml" Id="R4b7be51c09254ad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f60528bdf994354" /><Relationship Type="http://schemas.openxmlformats.org/officeDocument/2006/relationships/notesMaster" Target="/ppt/notesMasters/notesMaster1.xml" Id="Rd156805e68d1483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ad2fba897a84dae" /><Relationship Type="http://schemas.openxmlformats.org/officeDocument/2006/relationships/notesMaster" Target="/ppt/notesMasters/notesMaster1.xml" Id="R6c63374d5bec4f1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4362cd436d049b7" /><Relationship Type="http://schemas.openxmlformats.org/officeDocument/2006/relationships/notesMaster" Target="/ppt/notesMasters/notesMaster1.xml" Id="Rcaf10f5a670a421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62bd21e27d3466a" /><Relationship Type="http://schemas.openxmlformats.org/officeDocument/2006/relationships/notesMaster" Target="/ppt/notesMasters/notesMaster1.xml" Id="R4061f059e35d40b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44507c0a91947b7" /><Relationship Type="http://schemas.openxmlformats.org/officeDocument/2006/relationships/notesMaster" Target="/ppt/notesMasters/notesMaster1.xml" Id="Rf56c25ddeacf40e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33a2f0d42e94a00" /><Relationship Type="http://schemas.openxmlformats.org/officeDocument/2006/relationships/notesMaster" Target="/ppt/notesMasters/notesMaster1.xml" Id="R8d4b2ce8e39a421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ce7dd3249a5467a" /><Relationship Type="http://schemas.openxmlformats.org/officeDocument/2006/relationships/notesMaster" Target="/ppt/notesMasters/notesMaster1.xml" Id="R27ab09bc504d424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6e6a05f5bfb49af" /><Relationship Type="http://schemas.openxmlformats.org/officeDocument/2006/relationships/notesMaster" Target="/ppt/notesMasters/notesMaster1.xml" Id="R99c984c22e77414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b36ad2ed4b942b2" /><Relationship Type="http://schemas.openxmlformats.org/officeDocument/2006/relationships/notesMaster" Target="/ppt/notesMasters/notesMaster1.xml" Id="R8b0f3acd105e444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422faea32714fb9" /><Relationship Type="http://schemas.openxmlformats.org/officeDocument/2006/relationships/notesMaster" Target="/ppt/notesMasters/notesMaster1.xml" Id="Rb0b37f9cc6ba44c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335484bce0846ff" /><Relationship Type="http://schemas.openxmlformats.org/officeDocument/2006/relationships/notesMaster" Target="/ppt/notesMasters/notesMaster1.xml" Id="R54e41aa9a7fc4f0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9511048348148c5" /><Relationship Type="http://schemas.openxmlformats.org/officeDocument/2006/relationships/notesMaster" Target="/ppt/notesMasters/notesMaster1.xml" Id="Rd48d0d13482445e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cab99d6487f47e2" /><Relationship Type="http://schemas.openxmlformats.org/officeDocument/2006/relationships/notesMaster" Target="/ppt/notesMasters/notesMaster1.xml" Id="R958b5d23ab5645b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bd0d396533543b4" /><Relationship Type="http://schemas.openxmlformats.org/officeDocument/2006/relationships/notesMaster" Target="/ppt/notesMasters/notesMaster1.xml" Id="Rf81bda8d1b97454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1bf7cbfb5604d62" /><Relationship Type="http://schemas.openxmlformats.org/officeDocument/2006/relationships/notesMaster" Target="/ppt/notesMasters/notesMaster1.xml" Id="R61ad7828841540e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b41a72cc7f04eb6" /><Relationship Type="http://schemas.openxmlformats.org/officeDocument/2006/relationships/notesMaster" Target="/ppt/notesMasters/notesMaster1.xml" Id="Rbe590a3b2b0c422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fade631002141cf" /><Relationship Type="http://schemas.openxmlformats.org/officeDocument/2006/relationships/notesMaster" Target="/ppt/notesMasters/notesMaster1.xml" Id="R5246289dbc9d45b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e659e7d0341487a" /><Relationship Type="http://schemas.openxmlformats.org/officeDocument/2006/relationships/notesMaster" Target="/ppt/notesMasters/notesMaster1.xml" Id="Rccfba60e0a9d4e8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b7d1f0dab7d4a9a" /><Relationship Type="http://schemas.openxmlformats.org/officeDocument/2006/relationships/notesMaster" Target="/ppt/notesMasters/notesMaster1.xml" Id="R4f101e49acca42e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16f85dcf59949fa" /><Relationship Type="http://schemas.openxmlformats.org/officeDocument/2006/relationships/notesMaster" Target="/ppt/notesMasters/notesMaster1.xml" Id="R66c85cdfd886444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4133e6f4868475a" /><Relationship Type="http://schemas.openxmlformats.org/officeDocument/2006/relationships/notesMaster" Target="/ppt/notesMasters/notesMaster1.xml" Id="Rcf058a70765f40b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15f1bb8388f4a7a" /><Relationship Type="http://schemas.openxmlformats.org/officeDocument/2006/relationships/notesMaster" Target="/ppt/notesMasters/notesMaster1.xml" Id="Re577f8e6b3834a8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32e5a229230450f" /><Relationship Type="http://schemas.openxmlformats.org/officeDocument/2006/relationships/notesMaster" Target="/ppt/notesMasters/notesMaster1.xml" Id="Rf2464cd99c8c4b1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48c8f3f3a8844269" /><Relationship Type="http://schemas.openxmlformats.org/officeDocument/2006/relationships/notesMaster" Target="/ppt/notesMasters/notesMaster1.xml" Id="Re4171e3b57a04f2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dbbdebb1fe14973" /><Relationship Type="http://schemas.openxmlformats.org/officeDocument/2006/relationships/notesMaster" Target="/ppt/notesMasters/notesMaster1.xml" Id="R703c576e5e6a4468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ca97d4c0bee403b" /><Relationship Type="http://schemas.openxmlformats.org/officeDocument/2006/relationships/notesMaster" Target="/ppt/notesMasters/notesMaster1.xml" Id="Rfe6e7f62e80c4f6e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a289e3420c243c4" /><Relationship Type="http://schemas.openxmlformats.org/officeDocument/2006/relationships/notesMaster" Target="/ppt/notesMasters/notesMaster1.xml" Id="R97c80b12296949d3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90421642d5ac470d" /><Relationship Type="http://schemas.openxmlformats.org/officeDocument/2006/relationships/notesMaster" Target="/ppt/notesMasters/notesMaster1.xml" Id="R7e86834ee7054c2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35caa4d637614c49" /><Relationship Type="http://schemas.openxmlformats.org/officeDocument/2006/relationships/notesMaster" Target="/ppt/notesMasters/notesMaster1.xml" Id="Rb26da611c34d431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1cadc3bd559f4954" /><Relationship Type="http://schemas.openxmlformats.org/officeDocument/2006/relationships/notesMaster" Target="/ppt/notesMasters/notesMaster1.xml" Id="R741fd803b9d54688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4abd50c7c01448c3" /><Relationship Type="http://schemas.openxmlformats.org/officeDocument/2006/relationships/notesMaster" Target="/ppt/notesMasters/notesMaster1.xml" Id="R27ddc5e0fb7742f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0b2e421f437f4ecd" /><Relationship Type="http://schemas.openxmlformats.org/officeDocument/2006/relationships/notesMaster" Target="/ppt/notesMasters/notesMaster1.xml" Id="R09e32a457a7d4d95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d43231cfbd6b4a7d" /><Relationship Type="http://schemas.openxmlformats.org/officeDocument/2006/relationships/notesMaster" Target="/ppt/notesMasters/notesMaster1.xml" Id="Rb903427bf26c405a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807a8ec617e4150" /><Relationship Type="http://schemas.openxmlformats.org/officeDocument/2006/relationships/notesMaster" Target="/ppt/notesMasters/notesMaster1.xml" Id="Ra56d9ba064974697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f718488fc3774ef7" /><Relationship Type="http://schemas.openxmlformats.org/officeDocument/2006/relationships/notesMaster" Target="/ppt/notesMasters/notesMaster1.xml" Id="R2e53ac0fc1de485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1af551ae5b194a58" /><Relationship Type="http://schemas.openxmlformats.org/officeDocument/2006/relationships/notesMaster" Target="/ppt/notesMasters/notesMaster1.xml" Id="Ra84475409e33474e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9d1d99873507479e" /><Relationship Type="http://schemas.openxmlformats.org/officeDocument/2006/relationships/notesMaster" Target="/ppt/notesMasters/notesMaster1.xml" Id="R1537358a26c4451b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7ba50f00b0a4ce4" /><Relationship Type="http://schemas.openxmlformats.org/officeDocument/2006/relationships/notesMaster" Target="/ppt/notesMasters/notesMaster1.xml" Id="R7c03871f29734543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4e136e664f845f8" /><Relationship Type="http://schemas.openxmlformats.org/officeDocument/2006/relationships/notesMaster" Target="/ppt/notesMasters/notesMaster1.xml" Id="Rbff73e0d247948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221ab5c84441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6af08dee1045ff" /><Relationship Type="http://schemas.openxmlformats.org/officeDocument/2006/relationships/slideLayout" Target="/ppt/slideLayouts/slideLayout1.xml" Id="R5315e9e918f94b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15e9e918f94b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5b69a560646ef" /><Relationship Type="http://schemas.openxmlformats.org/officeDocument/2006/relationships/image" Target="/ppt/media/image.png" Id="Rc2919782781b4ba4" /><Relationship Type="http://schemas.openxmlformats.org/officeDocument/2006/relationships/notesSlide" Target="/ppt/notesSlides/notesSlide1.xml" Id="Rad4c96c628b84b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68c7640e44dbb" /><Relationship Type="http://schemas.openxmlformats.org/officeDocument/2006/relationships/notesSlide" Target="/ppt/notesSlides/notesSlide2.xml" Id="Ra20d17409a9741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459e1a7024044" /><Relationship Type="http://schemas.openxmlformats.org/officeDocument/2006/relationships/notesSlide" Target="/ppt/notesSlides/notesSlide3.xml" Id="R90ba70cf3e0542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53d2a54ce4f52" /><Relationship Type="http://schemas.openxmlformats.org/officeDocument/2006/relationships/notesSlide" Target="/ppt/notesSlides/notesSlide4.xml" Id="R6ce3eb2395ff4f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9f9de69184078" /><Relationship Type="http://schemas.openxmlformats.org/officeDocument/2006/relationships/notesSlide" Target="/ppt/notesSlides/notesSlide5.xml" Id="R91010e6b4cce45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feaabc31c441b" /><Relationship Type="http://schemas.openxmlformats.org/officeDocument/2006/relationships/notesSlide" Target="/ppt/notesSlides/notesSlide6.xml" Id="R443dcd24848246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8b80918384c8b" /><Relationship Type="http://schemas.openxmlformats.org/officeDocument/2006/relationships/notesSlide" Target="/ppt/notesSlides/notesSlide7.xml" Id="Rb3da852c393e4f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d562feff04ea6" /><Relationship Type="http://schemas.openxmlformats.org/officeDocument/2006/relationships/notesSlide" Target="/ppt/notesSlides/notesSlide8.xml" Id="R1530505845f746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6299669aa4d2e" /><Relationship Type="http://schemas.openxmlformats.org/officeDocument/2006/relationships/notesSlide" Target="/ppt/notesSlides/notesSlide9.xml" Id="R19b5d6bf9bc944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6400398c24474" /><Relationship Type="http://schemas.openxmlformats.org/officeDocument/2006/relationships/notesSlide" Target="/ppt/notesSlides/notesSlide10.xml" Id="Rf8b17e7197254bd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fc7b3f44141c5" /><Relationship Type="http://schemas.openxmlformats.org/officeDocument/2006/relationships/notesSlide" Target="/ppt/notesSlides/notesSlide11.xml" Id="R8e8b96b66dfb45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5218c8df9473d" /><Relationship Type="http://schemas.openxmlformats.org/officeDocument/2006/relationships/notesSlide" Target="/ppt/notesSlides/notesSlide12.xml" Id="R052d9f19ec294b3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35cadae6b742d9" /><Relationship Type="http://schemas.openxmlformats.org/officeDocument/2006/relationships/notesSlide" Target="/ppt/notesSlides/notesSlide13.xml" Id="Rc669b38becef465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8046699704c17" /><Relationship Type="http://schemas.openxmlformats.org/officeDocument/2006/relationships/notesSlide" Target="/ppt/notesSlides/notesSlide14.xml" Id="Re9598afc543d400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5dea6dcd64e42" /><Relationship Type="http://schemas.openxmlformats.org/officeDocument/2006/relationships/notesSlide" Target="/ppt/notesSlides/notesSlide15.xml" Id="R320821e4ecd8471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ef409427a4274" /><Relationship Type="http://schemas.openxmlformats.org/officeDocument/2006/relationships/notesSlide" Target="/ppt/notesSlides/notesSlide16.xml" Id="R82ad5820bc424ee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351162ed34464" /><Relationship Type="http://schemas.openxmlformats.org/officeDocument/2006/relationships/notesSlide" Target="/ppt/notesSlides/notesSlide17.xml" Id="R6296242761204bf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cc63b76b04b7b" /><Relationship Type="http://schemas.openxmlformats.org/officeDocument/2006/relationships/notesSlide" Target="/ppt/notesSlides/notesSlide18.xml" Id="Ra87ebd85ab3a400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de2297ddb4e20" /><Relationship Type="http://schemas.openxmlformats.org/officeDocument/2006/relationships/notesSlide" Target="/ppt/notesSlides/notesSlide19.xml" Id="Rc61daf83478c427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444c82d2e4408" /><Relationship Type="http://schemas.openxmlformats.org/officeDocument/2006/relationships/notesSlide" Target="/ppt/notesSlides/notesSlide20.xml" Id="R0a4fe1e7e1e14c9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ce24458a94b0e" /><Relationship Type="http://schemas.openxmlformats.org/officeDocument/2006/relationships/notesSlide" Target="/ppt/notesSlides/notesSlide21.xml" Id="Reb9ef605c32d4a9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6c64e24f54730" /><Relationship Type="http://schemas.openxmlformats.org/officeDocument/2006/relationships/notesSlide" Target="/ppt/notesSlides/notesSlide22.xml" Id="R02aa7a754bf9486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09bb9c2cb485e" /><Relationship Type="http://schemas.openxmlformats.org/officeDocument/2006/relationships/image" Target="/ppt/media/image2.png" Id="R1136da799e904ae9" /><Relationship Type="http://schemas.openxmlformats.org/officeDocument/2006/relationships/notesSlide" Target="/ppt/notesSlides/notesSlide23.xml" Id="Rc5adbf738efe413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174b65dab404f" /><Relationship Type="http://schemas.openxmlformats.org/officeDocument/2006/relationships/notesSlide" Target="/ppt/notesSlides/notesSlide24.xml" Id="R373350b09590442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f2515cf5d4eaa" /><Relationship Type="http://schemas.openxmlformats.org/officeDocument/2006/relationships/notesSlide" Target="/ppt/notesSlides/notesSlide25.xml" Id="Rbae86c09878f4e1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60bd7721347e8" /><Relationship Type="http://schemas.openxmlformats.org/officeDocument/2006/relationships/notesSlide" Target="/ppt/notesSlides/notesSlide26.xml" Id="Rd4a830f1cf314c7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6a59cffbc4a5b" /><Relationship Type="http://schemas.openxmlformats.org/officeDocument/2006/relationships/notesSlide" Target="/ppt/notesSlides/notesSlide27.xml" Id="R420657556a654c2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309b4118b4bb3" /><Relationship Type="http://schemas.openxmlformats.org/officeDocument/2006/relationships/notesSlide" Target="/ppt/notesSlides/notesSlide28.xml" Id="R7f568b16191c465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ef9fe0b874657" /><Relationship Type="http://schemas.openxmlformats.org/officeDocument/2006/relationships/notesSlide" Target="/ppt/notesSlides/notesSlide29.xml" Id="R2adb0ea43daf472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23c17d5e64e00" /><Relationship Type="http://schemas.openxmlformats.org/officeDocument/2006/relationships/notesSlide" Target="/ppt/notesSlides/notesSlide30.xml" Id="R72c7e7eb0d0d4db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f439331bd48a8" /><Relationship Type="http://schemas.openxmlformats.org/officeDocument/2006/relationships/notesSlide" Target="/ppt/notesSlides/notesSlide31.xml" Id="R98ca678bd1c14f8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c1d6815cae4460" /><Relationship Type="http://schemas.openxmlformats.org/officeDocument/2006/relationships/notesSlide" Target="/ppt/notesSlides/notesSlide32.xml" Id="R6508392a295344f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5b0121c534235" /><Relationship Type="http://schemas.openxmlformats.org/officeDocument/2006/relationships/notesSlide" Target="/ppt/notesSlides/notesSlide33.xml" Id="Re9c9a310840b433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9a711664846b4" /><Relationship Type="http://schemas.openxmlformats.org/officeDocument/2006/relationships/notesSlide" Target="/ppt/notesSlides/notesSlide34.xml" Id="R92949f4cf0c24bc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23fbdc6fe4cb9" /><Relationship Type="http://schemas.openxmlformats.org/officeDocument/2006/relationships/notesSlide" Target="/ppt/notesSlides/notesSlide35.xml" Id="R3578d21c0f1b4a6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d937ed87a4c30" /><Relationship Type="http://schemas.openxmlformats.org/officeDocument/2006/relationships/notesSlide" Target="/ppt/notesSlides/notesSlide36.xml" Id="R6afd6f7226f7443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a5453edc94b21" /><Relationship Type="http://schemas.openxmlformats.org/officeDocument/2006/relationships/notesSlide" Target="/ppt/notesSlides/notesSlide37.xml" Id="R3f3a234b97b245d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fd17639d84079" /><Relationship Type="http://schemas.openxmlformats.org/officeDocument/2006/relationships/notesSlide" Target="/ppt/notesSlides/notesSlide38.xml" Id="Rdf04ff0520da4ab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1fa09e80d49f7" /><Relationship Type="http://schemas.openxmlformats.org/officeDocument/2006/relationships/notesSlide" Target="/ppt/notesSlides/notesSlide39.xml" Id="Rb198601e5549438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f591314ea4972" /><Relationship Type="http://schemas.openxmlformats.org/officeDocument/2006/relationships/notesSlide" Target="/ppt/notesSlides/notesSlide40.xml" Id="R2a35ff9cfe7247c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96b86c95443a3" /><Relationship Type="http://schemas.openxmlformats.org/officeDocument/2006/relationships/notesSlide" Target="/ppt/notesSlides/notesSlide41.xml" Id="R257e018aa74949a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c3abd1bcc47a1" /><Relationship Type="http://schemas.openxmlformats.org/officeDocument/2006/relationships/notesSlide" Target="/ppt/notesSlides/notesSlide42.xml" Id="R20bd4cd987894f3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70651c92e4dc6" /><Relationship Type="http://schemas.openxmlformats.org/officeDocument/2006/relationships/notesSlide" Target="/ppt/notesSlides/notesSlide43.xml" Id="R61c1729236764c9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876d7af8d4f68" /><Relationship Type="http://schemas.openxmlformats.org/officeDocument/2006/relationships/notesSlide" Target="/ppt/notesSlides/notesSlide44.xml" Id="R7b29edae84a8479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6199f29ec4bad" /><Relationship Type="http://schemas.openxmlformats.org/officeDocument/2006/relationships/notesSlide" Target="/ppt/notesSlides/notesSlide45.xml" Id="R0a458b6762f3458a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a096c02474c46" /><Relationship Type="http://schemas.openxmlformats.org/officeDocument/2006/relationships/notesSlide" Target="/ppt/notesSlides/notesSlide46.xml" Id="R19f1c63f4f8c41c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d77be163e4aba" /><Relationship Type="http://schemas.openxmlformats.org/officeDocument/2006/relationships/notesSlide" Target="/ppt/notesSlides/notesSlide47.xml" Id="R2c8f2ae328a5484d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4a8fbc3344d2a" /><Relationship Type="http://schemas.openxmlformats.org/officeDocument/2006/relationships/notesSlide" Target="/ppt/notesSlides/notesSlide48.xml" Id="R6bb0970541d040f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beab266ec4dbe" /><Relationship Type="http://schemas.openxmlformats.org/officeDocument/2006/relationships/notesSlide" Target="/ppt/notesSlides/notesSlide49.xml" Id="Rf83dc5e56dab4451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d4cf0ad914102" /><Relationship Type="http://schemas.openxmlformats.org/officeDocument/2006/relationships/notesSlide" Target="/ppt/notesSlides/notesSlide50.xml" Id="R923c9a1c2d9a476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9f95784e24adb" /><Relationship Type="http://schemas.openxmlformats.org/officeDocument/2006/relationships/notesSlide" Target="/ppt/notesSlides/notesSlide51.xml" Id="R1c769b4607264d1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f616c6a954e8d" /><Relationship Type="http://schemas.openxmlformats.org/officeDocument/2006/relationships/notesSlide" Target="/ppt/notesSlides/notesSlide52.xml" Id="R49ef411d42a54db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00dcb88134981" /><Relationship Type="http://schemas.openxmlformats.org/officeDocument/2006/relationships/notesSlide" Target="/ppt/notesSlides/notesSlide53.xml" Id="Rd179040253644d21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3b0e23a0d4390" /><Relationship Type="http://schemas.openxmlformats.org/officeDocument/2006/relationships/notesSlide" Target="/ppt/notesSlides/notesSlide54.xml" Id="R328e79a705dd4762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6fe74d114490e" /><Relationship Type="http://schemas.openxmlformats.org/officeDocument/2006/relationships/notesSlide" Target="/ppt/notesSlides/notesSlide55.xml" Id="R6181e3d77812437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30558bdde4eb3" /><Relationship Type="http://schemas.openxmlformats.org/officeDocument/2006/relationships/notesSlide" Target="/ppt/notesSlides/notesSlide56.xml" Id="Rfdf4d43b0e8c4aab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1260627b9e42ad" /><Relationship Type="http://schemas.openxmlformats.org/officeDocument/2006/relationships/notesSlide" Target="/ppt/notesSlides/notesSlide57.xml" Id="Rc9a204dcee264a7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c807195a241c3" /><Relationship Type="http://schemas.openxmlformats.org/officeDocument/2006/relationships/notesSlide" Target="/ppt/notesSlides/notesSlide58.xml" Id="R33b97d21a7d94172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8ec7be2fd4f85" /><Relationship Type="http://schemas.openxmlformats.org/officeDocument/2006/relationships/notesSlide" Target="/ppt/notesSlides/notesSlide59.xml" Id="R956324e47aef4641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019ed3a564905" /><Relationship Type="http://schemas.openxmlformats.org/officeDocument/2006/relationships/notesSlide" Target="/ppt/notesSlides/notesSlide60.xml" Id="Rdc11ad40c8a54360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14eb0235e40eb" /><Relationship Type="http://schemas.openxmlformats.org/officeDocument/2006/relationships/notesSlide" Target="/ppt/notesSlides/notesSlide61.xml" Id="R3ea634cd55fe405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7ed38c6d74074" /><Relationship Type="http://schemas.openxmlformats.org/officeDocument/2006/relationships/notesSlide" Target="/ppt/notesSlides/notesSlide62.xml" Id="R993dbb6fb14843cc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549b448b64b47" /><Relationship Type="http://schemas.openxmlformats.org/officeDocument/2006/relationships/notesSlide" Target="/ppt/notesSlides/notesSlide63.xml" Id="Rf9d0d13ffc2545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19782781b4ba4"/>
          <a:srcRect xmlns:a="http://schemas.openxmlformats.org/drawingml/2006/main" l="18968" t="0" r="189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29150" y="0"/>
            <a:ext cx="75628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133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compose.yaml 一次管理多個服務。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compose.yaml，一鍵啟動。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Flask + MySQL、多版本 MySQL、Docker Hub 探索與清理。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4400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85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76500"/>
            <a:ext cx="3943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95450"/>
            <a:ext cx="4400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85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76500"/>
            <a:ext cx="3943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52700"/>
            <a:ext cx="952500" cy="438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14850"/>
            <a:ext cx="90678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7625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1040130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4286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3829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76600"/>
            <a:ext cx="4286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671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81450"/>
            <a:ext cx="3829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007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0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431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5240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240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5240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383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6287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287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0764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764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907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812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812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289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289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432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336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336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813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813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956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2861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861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73380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3380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4810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3857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385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4095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86250"/>
            <a:ext cx="31432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86250"/>
            <a:ext cx="14287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00550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91025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910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572250" cy="3695700"/>
          </a:xfrm>
          <a:prstGeom xmlns:a="http://schemas.openxmlformats.org/drawingml/2006/main" prst="roundRect">
            <a:avLst>
              <a:gd name="adj" fmla="val 257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1531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4287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621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716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526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955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765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99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194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004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338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433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30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30099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57700"/>
            <a:ext cx="1295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6722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範例程式碼：啟動 MySQL 8.0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5334000" cy="2038350"/>
          </a:xfrm>
          <a:prstGeom xmlns:a="http://schemas.openxmlformats.org/drawingml/2006/main" prst="roundRect">
            <a:avLst>
              <a:gd name="adj" fmla="val 467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38350"/>
            <a:ext cx="49149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my-mysql mysql -u root -p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76400"/>
            <a:ext cx="3714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669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86000"/>
            <a:ext cx="3257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01B3A-1248-4279-AD25-75E9E998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14850"/>
            <a:ext cx="85725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AE15A-17CF-48F6-B7EB-D0E45EC6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244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主機工具也能連：localhost:3306，root / my-secret-pw 或 testuser / testpass。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73571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14600"/>
            <a:ext cx="4191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81200"/>
            <a:ext cx="1714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860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19400"/>
            <a:ext cx="1371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8DF8A1-8F19-41FB-BA68-0E0DF0DD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62450"/>
            <a:ext cx="6096000" cy="1181100"/>
          </a:xfrm>
          <a:prstGeom xmlns:a="http://schemas.openxmlformats.org/drawingml/2006/main" prst="roundRect">
            <a:avLst>
              <a:gd name="adj" fmla="val 80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44DB9-10AC-49AF-9FFA-407C0FC2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36E7DC-8A77-4B24-94CB-A115DBCA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4D46FC-FEB1-45CD-928C-A84D1A31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587ACA-67E0-4354-BFE7-16A8A145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81550"/>
            <a:ext cx="567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06751EF-DCCA-42CF-BA7B-86B13857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80F540-D81A-4F7D-8181-5B8B3FCA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0E8D265-93AB-4F07-8456-38E79406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AA93120-A65C-4EEB-8427-1A546BC4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20A73A0-D35E-4A71-94B4-3B5AD47E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'產品編號',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'產品名稱',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'售價',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'庫存數量',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CreatedAt TIMESTAMP NOT NULL DEFAULT CURRENT_TIMESTAMP COMMENT '建立時間'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ENGINE=InnoDB DEFAULT CHARSET=utf8mb4 COMMENT='產品資料表';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B743D44-211E-4EE6-9BF6-D87752AA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9F6D0C5-8BF4-470B-A1CB-1DAB9150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6131581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5A432CF-8E88-4E7E-8D3B-C98215E5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29CD34-D96F-47B2-8DE2-7D05C2D8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4768CD1-6AAD-4A82-BC33-20D827C8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95FE38F7-8033-46DF-BD53-16DF629B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B5E2494-4D7F-46FA-860E-79A7EB7B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('藍牙耳機', 1290.00, 50),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線', 299.00, 150),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('機械鍵盤', 2490.00, 30);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'藍牙耳機';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B9C80AC-914B-46A0-8DC5-B2F5011C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D0CC169-F2D5-4C3B-8FE4-58F17E0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68701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5275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33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813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09850"/>
            <a:ext cx="7620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809750"/>
            <a:ext cx="295275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33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7620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09750"/>
            <a:ext cx="20955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336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956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2D5C7-6B00-4D7B-9236-01CAD5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E2742-48DA-46D9-ABB1-9DC3E130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ED9988-D1C3-418C-B913-38717454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9B00C-6F12-423F-B08E-C803831C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8343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1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85900"/>
            <a:ext cx="6191250" cy="3276600"/>
          </a:xfrm>
          <a:prstGeom xmlns:a="http://schemas.openxmlformats.org/drawingml/2006/main" prst="roundRect">
            <a:avLst>
              <a:gd name="adj" fmla="val 290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47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57721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90700"/>
            <a:ext cx="3143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812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6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543300"/>
            <a:ext cx="3143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52900"/>
            <a:ext cx="2686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6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429250"/>
            <a:ext cx="868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10591800" cy="4057650"/>
          </a:xfrm>
          <a:prstGeom xmlns:a="http://schemas.openxmlformats.org/drawingml/2006/main" prst="roundRect">
            <a:avLst>
              <a:gd name="adj" fmla="val 3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90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66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752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57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66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526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57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28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90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95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28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051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95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67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29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33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67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43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29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33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0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72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0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67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72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753100"/>
            <a:ext cx="8077200" cy="4191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867400"/>
            <a:ext cx="7505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75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1059180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1017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38500"/>
            <a:ext cx="952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4F46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95750"/>
            <a:ext cx="67437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400550"/>
            <a:ext cx="6019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設定寫進 compose.yaml（舊名 docker-compose.yml 仍可用）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44767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38350"/>
            <a:ext cx="40576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5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0020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5265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0020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907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5265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289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194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814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054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0200"/>
            <a:ext cx="102870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67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575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276600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9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670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575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114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2190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480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6710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0E8FD50-7D2B-4388-8383-C2562A33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44A6EB-4D78-4C78-87E0-59C50415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範例程式碼：compose.yaml（MySQL）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9487AB3-79B8-47E5-9EAE-CBC7B3B2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CFBC6C51-0D5A-43D4-ACE2-CD7CECEE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5EA7E73-D8B7-4251-A481-26E9D4EC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50F08EE-78FB-440C-90A7-DEBE07E5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27F1AEC-E7B4-40EB-9C91-09C7BF1E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8251805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676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7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049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76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7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431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14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146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14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146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813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352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52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813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52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52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19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91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91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19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91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910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4381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38400"/>
            <a:ext cx="3924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4381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38400"/>
            <a:ext cx="3924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57700"/>
            <a:ext cx="86868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863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4762500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478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3365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57350"/>
            <a:ext cx="4762500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478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3365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19650"/>
            <a:ext cx="86868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292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36da799e904ae9"/>
          <a:srcRect xmlns:a="http://schemas.openxmlformats.org/drawingml/2006/main" l="5014" t="0" r="50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447800"/>
            <a:ext cx="4476750" cy="28003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47800"/>
            <a:ext cx="4476750" cy="28003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381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924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381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project name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3924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資料夾名稱會變成預設 project name，用來管理同一組 container、network、volume。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292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先記住：service name 給容器互連；project name 管整組 Compose 環境。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5143500" cy="3829050"/>
          </a:xfrm>
          <a:prstGeom xmlns:a="http://schemas.openxmlformats.org/drawingml/2006/main" prst="roundRect">
            <a:avLst>
              <a:gd name="adj" fmla="val 248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47850"/>
            <a:ext cx="4724400" cy="327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1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~/docker-lab/mysql-compose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4287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906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002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7170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336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431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9146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765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861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65760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1952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00550"/>
            <a:ext cx="4000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624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720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7640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8669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7640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669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 可以 commit 進 Git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386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4000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386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P2：照解答跑 Nginx + Flask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525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先照講義完整解答跑起來，觀察 Nginx 如何用 service name 連到 Flask。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nginx:alpine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proxy_pass app:5000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不對主機開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用 app:5000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連到 Flask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00250"/>
            <a:ext cx="2476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907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86050"/>
            <a:ext cx="2019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8080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 web wget app:5000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12382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19650"/>
            <a:ext cx="701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 &amp;&amp; docker compose up -d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 &amp;&amp; docker compose exec web wget app:5000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message="Hello from Flask behind Nginx",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hostname=socket.gethostname(),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364CA04-9970-4B23-859B-7B554CD4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3302FD-2FF9-4CF6-A594-74C37F10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23B0136-4615-44B6-858C-3187F16F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AF73C6B-4F9A-4EE7-9112-9ACD73CA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D534A58-388B-45A0-ACFE-A1057231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A12A03C-B4E1-4C98-9FE4-16BFA62F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16DDE08F-61AF-4B4B-AF89-7B087CC4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323884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下一段：Nginx + Flask + MySQL 完整實作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nginx:alpine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 app:5000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14650"/>
            <a:ext cx="9144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 xmlns:a="http://schemas.openxmlformats.org/drawingml/2006/main"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00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app-title 16">
            <a:extLst xmlns:a="http://schemas.openxmlformats.org/drawingml/2006/main"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60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17" name="app-body 17">
            <a:extLst xmlns:a="http://schemas.openxmlformats.org/drawingml/2006/main"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60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</p:txBody>
      </p:sp>
      <p:sp>
        <p:nvSpPr>
          <p:cNvPr id="18" name="arrow 18">
            <a:extLst xmlns:a="http://schemas.openxmlformats.org/drawingml/2006/main"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14650"/>
            <a:ext cx="9144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0000" y="21907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600" y="23812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600" y="2800350"/>
            <a:ext cx="2400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95800"/>
            <a:ext cx="40767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8630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這段由老師帶著做，重點是 Nginx 用 app、Flask 用 db 兩段 service name。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F6E50D-6D30-4F37-8FA5-007A176C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COMPOSE.YAML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BC23C-60C0-421F-AE44-9C30942A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Flask + MySQL：三個 service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C863A-6120-4B59-846C-3E1502B0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6191250" cy="4324350"/>
          </a:xfrm>
          <a:prstGeom xmlns:a="http://schemas.openxmlformats.org/drawingml/2006/main" prst="roundRect">
            <a:avLst>
              <a:gd name="adj" fmla="val 220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3B805-8BB9-4395-B89E-B3E7CB10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AC720-D60C-4834-843F-1D41CE4E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E5DA2-972C-482D-9CA4-75FB4982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14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22E41-4D3A-47CF-B07B-370413B3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71650"/>
            <a:ext cx="5772150" cy="377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 ["8080:80"]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 [app]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 ["5000"]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 { DB_HOST: db }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 [db]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 [db-data:/var/lib/mysql]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 { db-data: 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9D994-B65F-48F1-9CF3-8CD8B4E2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3048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12E67-435C-4960-BA49-8E158121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1D17A-B978-4D35-86B6-E23C0034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193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對外 8080，proxy 到 app:5000。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8C442-7CEE-4950-9DB0-596E6108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30480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65744-0F9F-4D7E-B829-53961A8F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app / db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A815E-DD04-4E3B-8124-FF9D09E7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576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Flask 用 DB_HOST=db 連 MySQL。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347B9-D0D3-4479-9F09-2EE754AF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A8BA3-F032-4E41-A2B0-1B6AE28E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9D7E4-41D6-413F-86B3-143FF8D6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7049483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1/3）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2/3）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3/3）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 + MySQL）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 + MySQL）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3D84B4A-E046-40ED-9E71-096B3DC5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191322-06B3-4D73-A1A7-F79E4395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1/3）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F27A23E-710D-4343-A225-6D058775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827D97E-A273-4D25-A370-AEE82808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AAFA7A-AC22-4BB3-B190-C54852FA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demo-nginx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demo-flask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199D8C1-384E-4F9D-B08A-D6059DA7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39286C1-B53C-4A23-8195-4CA3B90A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4308908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24F5EF18-1A9B-4B89-92AF-49233194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64DB57-A4B1-45A8-8A74-18BFB1BE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2/3）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4F9B1FE-66EA-4F8C-93D5-40458BEB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EB565F5-3DC6-43CA-BA4A-491958A8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BE462DF9-535B-47C0-B625-08597191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demo_db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demo_user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demo_pass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B8F98F6-AD64-489C-9A27-AE918DC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3D9FDE10-2783-4745-BAD1-C61D862D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9627306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3/3）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三個服務都應該是 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5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Nginx、Flask 與 MySQL 沒有錯誤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431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2400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C817E8-0011-4826-8F01-798A7088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05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 JSON；localhost:3306 連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0A2432-9FD1-40E5-B2FC-3083BBEC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38700"/>
            <a:ext cx="5905500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B53A2-4F81-46F8-A271-EDA4B5C9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6AA9D5-A746-4448-9710-5D15E8FB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E7939-1036-4BEE-ABF2-789D02FF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B639E-D924-4BB1-AFF6-27B5738A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57800"/>
            <a:ext cx="548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55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5CE85E-B951-41C2-A31D-898FB0D1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03DDD-2EDE-461E-8408-9CEC6BD8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 Flask 寫入資料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FDC53-9C70-463C-B8D3-71F1E8B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6858000" cy="3505200"/>
          </a:xfrm>
          <a:prstGeom xmlns:a="http://schemas.openxmlformats.org/drawingml/2006/main" prst="roundRect">
            <a:avLst>
              <a:gd name="adj" fmla="val 271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5C32F-EB97-468B-A621-C145EADC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790F-732F-4F34-943E-F987B54E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7BB44-9687-4C34-B84D-7207D988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D62FC-5561-4062-82C4-F68DF7FC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47850"/>
            <a:ext cx="64389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visits;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2AC9D-6ED5-4411-978E-DA571235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285750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12176-FA1F-492C-B481-489F0342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288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A063A-3D12-4F65-B219-669D1563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47950"/>
            <a:ext cx="2400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Flask 真的透過 db 寫入 MySQL。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DE522-3962-44B7-879B-6F43B4EB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5CFC8-DC87-441C-828E-7A339002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4A4B2D-FD34-4D67-86F2-E785680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9050438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67000"/>
            <a:ext cx="3638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67000"/>
            <a:ext cx="3638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53000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744200" cy="2400300"/>
          </a:xfrm>
          <a:prstGeom xmlns:a="http://schemas.openxmlformats.org/drawingml/2006/main" prst="roundRect">
            <a:avLst>
              <a:gd name="adj" fmla="val 39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85950"/>
            <a:ext cx="103251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1910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52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62450"/>
            <a:ext cx="41910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52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97205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7DB311C-8E8E-4C76-9D74-CF1698ED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69F863F-45E0-46F1-94DB-34D0ACAA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1/2）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2CA4C807-06C5-4997-85A5-33BCFD01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94DFF00-7A47-491B-9D3A-47A6E607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3E66F7-D4F5-4E63-BD02-1D1B4D86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0577E29-140E-4EAF-BD3F-7DE31736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88DE876-D7EA-415F-9D42-45C02E51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8312724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6E71E3EE-27C0-4E02-BED7-ECE531FA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04A94C-942F-44E0-84AA-5908B8B8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2/2）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2AB1A58-1566-42E2-8650-EFD37FDE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6EDE3A0-0B39-4C30-B378-FDB5C416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BD9E99F-CF50-40C9-A22D-1FF8EF07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68E727E-9D59-437D-B5C5-DAEABF3B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E06D9B8-FC21-4B8D-8800-479C1204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1922012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744200" cy="2552700"/>
          </a:xfrm>
          <a:prstGeom xmlns:a="http://schemas.openxmlformats.org/drawingml/2006/main" prst="roundRect">
            <a:avLst>
              <a:gd name="adj" fmla="val 373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10325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52950"/>
            <a:ext cx="3048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434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143500"/>
            <a:ext cx="2590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11F0B6-62AA-43D4-B556-696DB35A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BE7D2-8043-4DAC-A573-AEA1E630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94D57-EB94-478C-BE50-387A3CF6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3D806-EAC1-4087-9ED8-25520A3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85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Flask + MySQL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401198-E200-44DE-8207-E6BAAED8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1460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參考前面解答，改出 Browser -&gt; Nginx -&gt; Flask -&gt; MySQL 的三服務 Compose，並用 docker compose config、ps、wget 和 docker stats 觀察狀態與資源。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D4825-0C2A-4AF8-8077-AC6D4420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4762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7105D-AB09-46AD-A622-3F102B60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859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90466-E0E5-4B1D-8558-37B915E0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14600"/>
            <a:ext cx="43053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4C755-3EA3-4D16-ABF8-B2086E0D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62500"/>
            <a:ext cx="80391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1EF222-50D8-41A6-893C-1BD1FE1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F5D00-94EE-4B22-AADA-24028FAF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44DFF-C1C0-47E4-A541-993BD10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3ED2C-3B43-47D6-9CF0-CD0383C4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64512132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message="Hello from Flask behind Nginx",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hostname=socket.gethostname(),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完整程式碼：p2-nginx-flask-compose/solution/nginx/default.conf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883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完整程式碼：p2-nginx-flask-compose/solution/compose.yaml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practice-nginx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practice-flask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883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完整程式碼：p2-nginx-flask-compose/solution/compose.yaml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(1/3)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(2/3)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(3/3)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完整程式碼：compose-nginx-flask-mysql/nginx/default.conf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(1/3)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demo_db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(2/3)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demo_user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demo_pass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(3/3)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2026-06-24T09:51:49.8160000Z</dcterms:created>
  <dcterms:modified xsi:type="dcterms:W3CDTF">2026-06-24T09:51:49.8160000Z</dcterms:modified>
</coreProperties>
</file>