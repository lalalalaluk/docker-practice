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5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25"/>
  </p:normalViewPr>
  <p:slideViewPr>
    <p:cSldViewPr snapToGrid="0">
      <p:cViewPr varScale="1">
        <p:scale>
          <a:sx n="100" d="100"/>
          <a:sy n="100" d="100"/>
        </p:scale>
        <p:origin x="48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8968" r="18968"/>
          <a:stretch>
            <a:fillRect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8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compose.yaml 一次管理多個服務。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ns2:creationId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ns2:creationId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矩形: 圓角 2">
            <a:extLst>
              <a:ext uri="{FF2B5EF4-FFF2-40B4-BE49-F238E27FC236}">
                <ns2:creationId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ns2:creationId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ns2:creationId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ns2:creationId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矩形 6">
            <a:extLst>
              <a:ext uri="{FF2B5EF4-FFF2-40B4-BE49-F238E27FC236}">
                <ns2:creationId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矩形: 圓角 7">
            <a:extLst>
              <a:ext uri="{FF2B5EF4-FFF2-40B4-BE49-F238E27FC236}">
                <ns2:creationId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ns2:creationId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ns2:creationId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ns2:creationId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ns2:creationId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compose.yaml，一鍵啟動。</a:t>
            </a:r>
          </a:p>
        </p:txBody>
      </p:sp>
      <p:sp>
        <p:nvSpPr>
          <p:cNvPr id="15" name="矩形: 圓角 14">
            <a:extLst>
              <a:ext uri="{FF2B5EF4-FFF2-40B4-BE49-F238E27FC236}">
                <ns2:creationId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ns2:creationId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ns2:creationId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ns2:creationId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ns2:creationId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ns2:creationId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+ MySQL，再加 Nginx；多版本 MySQL、Docker Hub 探索與清理。</a:t>
            </a:r>
          </a:p>
        </p:txBody>
      </p:sp>
      <p:sp>
        <p:nvSpPr>
          <p:cNvPr id="22" name="矩形: 圓角 21">
            <a:extLst>
              <a:ext uri="{FF2B5EF4-FFF2-40B4-BE49-F238E27FC236}">
                <ns2:creationId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ns2:creationId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ns2:creationId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矩形 24">
            <a:extLst>
              <a:ext uri="{FF2B5EF4-FFF2-40B4-BE49-F238E27FC236}">
                <ns2:creationId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ns2:creationId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45246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7357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E06751EF-DCCA-42CF-BA7B-86B1385703BC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9880F540-D81A-4F7D-8181-5B8B3FCA398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>
              <a:ext uri="{FF2B5EF4-FFF2-40B4-BE49-F238E27FC236}">
                <ns2:creationId id="{60E8D265-93AB-4F07-8456-38E7940659BC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4AA93120-A65C-4EEB-8427-1A546BC4AFE3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820A73A0-D35E-4A71-94B4-3B5AD47E1AC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'產品編號',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'產品名稱',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'售價',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'庫存數量',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CreatedAt TIMESTAMP NOT NULL DEFAULT CURRENT_TIMESTAMP COMMENT '建立時間'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ENGINE=InnoDB DEFAULT CHARSET=utf8mb4 COMMENT='產品資料表';</a:t>
            </a:r>
          </a:p>
        </p:txBody>
      </p:sp>
      <p:sp>
        <p:nvSpPr>
          <p:cNvPr id="7" name="Footer">
            <a:extLst>
              <a:ext uri="{FF2B5EF4-FFF2-40B4-BE49-F238E27FC236}">
                <ns2:creationId id="{CB743D44-211E-4EE6-9BF6-D87752AA9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99F6D0C5-8BF4-470B-A1CB-1DAB9150BA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613158156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C5A432CF-8E88-4E7E-8D3B-C98215E5CE9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2F29CD34-D96F-47B2-8DE2-7D05C2D8A1D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>
              <a:ext uri="{FF2B5EF4-FFF2-40B4-BE49-F238E27FC236}">
                <ns2:creationId id="{94768CD1-6AAD-4A82-BC33-20D827C8F79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95FE38F7-8033-46DF-BD53-16DF629BB37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9B5E2494-4D7F-46FA-860E-79A7EB7B8F7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58532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('藍牙耳機', 1290.00, 50),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線', 299.00, 150),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('機械鍵盤', 2490.00, 30);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'藍牙耳機';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>
            <a:extLst>
              <a:ext uri="{FF2B5EF4-FFF2-40B4-BE49-F238E27FC236}">
                <ns2:creationId id="{5B9C80AC-914B-46A0-8DC5-B2F5011C781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4D0CC169-F2D5-4C3B-8FE4-58F17E0CE78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766870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6644" lnSpcReduction="1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254" lnSpcReduction="10000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2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設定寫進 compose.yaml（舊名 docker-compose.yml 仍可用）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8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  <p:clrMapOvr>
    <a:masterClrMapping/>
  </p:clrMapOvr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C0E8FD50-7D2B-4388-8383-C2562A33D37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A144A6EB-4D78-4C78-87E0-59C504159C3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範例程式碼：compose.yaml（MySQL）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69487AB3-79B8-47E5-9EAE-CBC7B3B293F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CFBC6C51-0D5A-43D4-ACE2-CD7CECEE50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85EA7E73-D8B7-4251-A481-26E9D4ECF9F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7548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>
            <a:extLst>
              <a:ext uri="{FF2B5EF4-FFF2-40B4-BE49-F238E27FC236}">
                <ns2:creationId id="{750F08EE-78FB-440C-90A7-DEBE07E5DE8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827F1AEC-E7B4-40EB-9C91-09C7BF1E0F2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482518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RESTART POLICY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policy：四種用法差異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no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預設值。停了就停，不會自動回來。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on-failure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只有程式錯誤結束（非 0）才重啟。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always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31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停止後自動重啟；Docker 重開也會帶起。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unless-stopped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36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意外停止會重啟；手動 stop 後維持停止。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3"/>
          <a:srcRect l="5014" r="5014"/>
          <a:stretch>
            <a:fillRect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project 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資料夾名稱會變成預設 project name，用來管理同一組 container、network、volume。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先記住：service name 給容器互連；project name 管整組 Compose 環境。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75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~/docker-lab/mysql-compose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 可以 commit 進 Git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4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P2：Flask 連 MySQL</a:t>
            </a:r>
          </a:p>
        </p:txBody>
      </p:sp>
      <p:sp>
        <p:nvSpPr>
          <p:cNvPr id="3" name="矩形 2">
            <a:extLst>
              <a:ext uri="{FF2B5EF4-FFF2-40B4-BE49-F238E27FC236}">
                <a16:creationId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沿用前一段 MySQL Compose，只新增 Flask 連到 db。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6" name="矩形 5">
            <a:extLst>
              <a:ext uri="{FF2B5EF4-FFF2-40B4-BE49-F238E27FC236}">
                <a16:creationId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5000:5000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主機連 Flask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9" name="矩形 8">
            <a:extLst>
              <a:ext uri="{FF2B5EF4-FFF2-40B4-BE49-F238E27FC236}">
                <a16:creationId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mysql-data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矩形 11">
            <a:extLst>
              <a:ext uri="{FF2B5EF4-FFF2-40B4-BE49-F238E27FC236}">
                <a16:creationId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testdb / testuser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矩形 14">
            <a:extLst>
              <a:ext uri="{FF2B5EF4-FFF2-40B4-BE49-F238E27FC236}">
                <a16:creationId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visits 會增加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7" name="橢圓 16">
            <a:extLst>
              <a:ext uri="{FF2B5EF4-FFF2-40B4-BE49-F238E27FC236}">
                <a16:creationId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 &amp;&amp; 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 &amp;&amp; curl http://localhost:5000</a:t>
            </a:r>
          </a:p>
        </p:txBody>
      </p:sp>
      <p:sp>
        <p:nvSpPr>
          <p:cNvPr id="21" name="矩形 20">
            <a:extLst>
              <a:ext uri="{FF2B5EF4-FFF2-40B4-BE49-F238E27FC236}">
                <a16:creationId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val="311282808"/>
      </p:ext>
    </p:extLst>
  </p:cSld>
  <p:clrMapOvr>
    <a:masterClrMapping/>
  </p:clrMapOvr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MySQL（1/4：app 關鍵片段）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先看 Flask 如何用 DB_HOST=db 連資料庫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os, time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pymysql.connect(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host=os.environ["DB_HOST"],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user=os.environ["DB_USER"],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password=os.environ["DB_PASSWORD"],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database=os.environ["DB_NAME"],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# 寫入 visits 後回傳 count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jsonify(db_host="db", visits=row["count"])</a:t>
            </a:r>
          </a:p>
        </p:txBody>
      </p:sp>
      <p:sp>
        <p:nvSpPr>
          <p:cNvPr id="7" name="Footer">
            <a:extLst>
              <a:ext uri="{FF2B5EF4-FFF2-40B4-BE49-F238E27FC236}">
                <ns2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714832166"/>
      </p:ext>
    </p:extLst>
  </p:cSld>
  <p:clrMapOvr>
    <a:masterClrMapping/>
  </p:clrMapOvr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MySQL（2/4：依賴套件）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PyMySQL 是 Flask 連 MySQL 的 driver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ns2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714832166"/>
      </p:ext>
    </p:extLst>
  </p:cSld>
  <p:clrMapOvr>
    <a:masterClrMapping/>
  </p:clrMapOvr>
</p:sld>
</file>

<file path=ppt/slides/slide27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MySQL（3/4：Compose app）</a:t>
            </a:r>
          </a:p>
        </p:txBody>
      </p:sp>
      <p:sp>
        <p:nvSpPr>
          <p:cNvPr id="4" name="Subtitle">
            <a:extLst>
              <a:ext uri="{FF2B5EF4-FFF2-40B4-BE49-F238E27FC236}">
                <a16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app 對主機開 5000，並用 DB_HOST=db 找 MySQL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my-flask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testdb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testuser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testpass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val="1714832166"/>
      </p:ext>
    </p:extLst>
  </p:cSld>
  <p:clrMapOvr>
    <a:masterClrMapping/>
  </p:clrMapOvr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F364CA04-9970-4B23-859B-7B554CD48367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613302FD-2FF9-4CF6-A594-74C37F108E6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MySQL（4/4：Compose db）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323B0136-4615-44B6-858C-3187F16F94F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db 沿用第一段 MySQL Compose，設定不換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5AF73C6B-4F9A-4EE7-9112-9ACD73CA5F4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D534A58-388B-45A0-ACFE-A1057231988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>
            <a:extLst>
              <a:ext uri="{FF2B5EF4-FFF2-40B4-BE49-F238E27FC236}">
                <ns2:creationId id="{BA12A03C-B4E1-4C98-9FE4-16BFA62FE74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16DDE08F-61AF-4B4B-AF89-7B087CC4D39C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532388419"/>
      </p:ext>
    </p:extLst>
  </p:cSld>
  <p:clrMapOvr>
    <a:masterClrMapping/>
  </p:clrMapOvr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ns2:creationId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矩形 1">
            <a:extLst>
              <a:ext uri="{FF2B5EF4-FFF2-40B4-BE49-F238E27FC236}">
                <ns2:creationId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下一段：Nginx + Flask + MySQL 完整實作</a:t>
            </a:r>
          </a:p>
        </p:txBody>
      </p:sp>
      <p:sp>
        <p:nvSpPr>
          <p:cNvPr id="3" name="矩形: 圓角 2">
            <a:extLst>
              <a:ext uri="{FF2B5EF4-FFF2-40B4-BE49-F238E27FC236}">
                <ns2:creationId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ns2:creationId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矩形 4">
            <a:extLst>
              <a:ext uri="{FF2B5EF4-FFF2-40B4-BE49-F238E27FC236}">
                <ns2:creationId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nginx:1.27-alpine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 app:5000</a:t>
            </a:r>
          </a:p>
        </p:txBody>
      </p:sp>
      <p:sp>
        <p:nvSpPr>
          <p:cNvPr id="6" name="箭號: 向右 5">
            <a:extLst>
              <a:ext uri="{FF2B5EF4-FFF2-40B4-BE49-F238E27FC236}">
                <ns2:creationId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>
              <a:ext uri="{FF2B5EF4-FFF2-40B4-BE49-F238E27FC236}">
                <ns2:creationId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467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pp-title 16">
            <a:extLst>
              <a:ext uri="{FF2B5EF4-FFF2-40B4-BE49-F238E27FC236}">
                <ns2:creationId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489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17" name="app-body 17">
            <a:extLst>
              <a:ext uri="{FF2B5EF4-FFF2-40B4-BE49-F238E27FC236}">
                <ns2:creationId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489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5000:5000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</p:txBody>
      </p:sp>
      <p:sp>
        <p:nvSpPr>
          <p:cNvPr id="18" name="arrow 18">
            <a:extLst>
              <a:ext uri="{FF2B5EF4-FFF2-40B4-BE49-F238E27FC236}">
                <ns2:creationId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ns2:creationId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858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ns2:creationId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880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矩形 8">
            <a:extLst>
              <a:ext uri="{FF2B5EF4-FFF2-40B4-BE49-F238E27FC236}">
                <ns2:creationId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880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mysql-data:/var/lib/mysql</a:t>
            </a:r>
          </a:p>
        </p:txBody>
      </p:sp>
      <p:sp>
        <p:nvSpPr>
          <p:cNvPr id="10" name="矩形: 圓角 9">
            <a:extLst>
              <a:ext uri="{FF2B5EF4-FFF2-40B4-BE49-F238E27FC236}">
                <ns2:creationId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800"/>
            <a:ext cx="40767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ns2:creationId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這段只新增 web；app / db 沿用上一段，重點是 Nginx 用 app、Flask 用 db。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ns2:creationId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952722717"/>
      </p:ext>
    </p:extLst>
  </p:cSld>
  <p:clrMapOvr>
    <a:masterClrMapping/>
  </p:clrMapOvr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ns2:creationId id="{F5F6E50D-6D30-4F37-8FA5-007A176C56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COMPOSE.YAML</a:t>
            </a:r>
          </a:p>
        </p:txBody>
      </p:sp>
      <p:sp>
        <p:nvSpPr>
          <p:cNvPr id="2" name="矩形 1">
            <a:extLst>
              <a:ext uri="{FF2B5EF4-FFF2-40B4-BE49-F238E27FC236}">
                <ns2:creationId id="{719BC23C-60C0-421F-AE44-9C30942A389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Flask + MySQL：連線骨架</a:t>
            </a:r>
          </a:p>
        </p:txBody>
      </p:sp>
      <p:sp>
        <p:nvSpPr>
          <p:cNvPr id="3" name="矩形: 圓角 2">
            <a:extLst>
              <a:ext uri="{FF2B5EF4-FFF2-40B4-BE49-F238E27FC236}">
                <ns2:creationId id="{CA3C863A-6120-4B59-846C-3E1502B0227D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6191250" cy="4324350"/>
          </a:xfrm>
          <a:prstGeom prst="roundRect">
            <a:avLst>
              <a:gd name="adj" fmla="val 220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ns2:creationId id="{0EE3B805-8BB9-4395-B89E-B3E7CB10A4D0}"/>
              </a:ext>
            </a:extLst>
          </p:cNvPr>
          <p:cNvSpPr>
            <a:spLocks noGrp="1"/>
          </p:cNvSpPr>
          <p:nvPr/>
        </p:nvSpPr>
        <p:spPr>
          <a:xfrm>
            <a:off x="952500" y="1514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ns2:creationId id="{8A6AC720-D60C-4834-843F-1D41CE4E28F4}"/>
              </a:ext>
            </a:extLst>
          </p:cNvPr>
          <p:cNvSpPr>
            <a:spLocks noGrp="1"/>
          </p:cNvSpPr>
          <p:nvPr/>
        </p:nvSpPr>
        <p:spPr>
          <a:xfrm>
            <a:off x="1123950" y="1514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ns2:creationId id="{3D8E5DA2-972C-482D-9CA4-75FB49827877}"/>
              </a:ext>
            </a:extLst>
          </p:cNvPr>
          <p:cNvSpPr>
            <a:spLocks noGrp="1"/>
          </p:cNvSpPr>
          <p:nvPr/>
        </p:nvSpPr>
        <p:spPr>
          <a:xfrm>
            <a:off x="1295400" y="1514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ns2:creationId id="{49B22E41-4D3A-47CF-B07B-370413B3D7FB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5772150" cy="3771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nginx:1.27-alpine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pPr algn="l">
              <a:lnSpc>
                <a:spcPct val="95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8" name="矩形: 圓角 7">
            <a:extLst>
              <a:ext uri="{FF2B5EF4-FFF2-40B4-BE49-F238E27FC236}">
                <ns2:creationId id="{83E9D994-B65F-48F1-9CF3-8CD8B4E21661}"/>
              </a:ext>
            </a:extLst>
          </p:cNvPr>
          <p:cNvSpPr>
            <a:spLocks noGrp="1"/>
          </p:cNvSpPr>
          <p:nvPr/>
        </p:nvSpPr>
        <p:spPr>
          <a:xfrm>
            <a:off x="7715250" y="17907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ns2:creationId id="{96912E67-435C-4960-BA49-8E1581214B84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7651D17A-B978-4D35-86B6-E23C0034438E}"/>
              </a:ext>
            </a:extLst>
          </p:cNvPr>
          <p:cNvSpPr>
            <a:spLocks noGrp="1"/>
          </p:cNvSpPr>
          <p:nvPr/>
        </p:nvSpPr>
        <p:spPr>
          <a:xfrm>
            <a:off x="7943850" y="24193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8080:80 對外；default.conf proxy 到 app:5000。</a:t>
            </a:r>
          </a:p>
        </p:txBody>
      </p:sp>
      <p:sp>
        <p:nvSpPr>
          <p:cNvPr id="11" name="矩形: 圓角 10">
            <a:extLst>
              <a:ext uri="{FF2B5EF4-FFF2-40B4-BE49-F238E27FC236}">
                <ns2:creationId id="{7868C442-7CEE-4950-9DB0-596E61080983}"/>
              </a:ext>
            </a:extLst>
          </p:cNvPr>
          <p:cNvSpPr>
            <a:spLocks noGrp="1"/>
          </p:cNvSpPr>
          <p:nvPr/>
        </p:nvSpPr>
        <p:spPr>
          <a:xfrm>
            <a:off x="7715250" y="34290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ns2:creationId id="{76B65744-0F9F-4D7E-B829-53961A8FD0D6}"/>
              </a:ext>
            </a:extLst>
          </p:cNvPr>
          <p:cNvSpPr>
            <a:spLocks noGrp="1"/>
          </p:cNvSpPr>
          <p:nvPr/>
        </p:nvSpPr>
        <p:spPr>
          <a:xfrm>
            <a:off x="7943850" y="3619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app / db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741A815E-DD04-4E3B-8124-FF9D09E70645}"/>
              </a:ext>
            </a:extLst>
          </p:cNvPr>
          <p:cNvSpPr>
            <a:spLocks noGrp="1"/>
          </p:cNvSpPr>
          <p:nvPr/>
        </p:nvSpPr>
        <p:spPr>
          <a:xfrm>
            <a:off x="7943850" y="40576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DB_HOST=db；沿用 testdb + mysql-data，完整設定看後面。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D4B347B9-D0D3-4479-9F09-2EE754AF1A1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ns2:creationId id="{304A8BA3-F032-4E41-A2B0-1B6AE28E19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D419D7E4-41D6-413F-86B3-143FF8D6D5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1570494838"/>
      </p:ext>
    </p:extLst>
  </p:cSld>
  <p:clrMapOvr>
    <a:masterClrMapping/>
  </p:clrMapOvr>
</p:sld>
</file>

<file path=ppt/slides/slide3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1/3）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</p:txBody>
      </p:sp>
      <p:sp>
        <p:nvSpPr>
          <p:cNvPr id="7" name="Footer">
            <a:extLst>
              <a:ext uri="{FF2B5EF4-FFF2-40B4-BE49-F238E27FC236}">
                <ns2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714832166"/>
      </p:ext>
    </p:extLst>
  </p:cSld>
  <p:clrMapOvr>
    <a:masterClrMapping/>
  </p:clrMapOvr>
</p:sld>
</file>

<file path=ppt/slides/slide3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2/3）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</p:txBody>
      </p:sp>
      <p:sp>
        <p:nvSpPr>
          <p:cNvPr id="7" name="Footer">
            <a:extLst>
              <a:ext uri="{FF2B5EF4-FFF2-40B4-BE49-F238E27FC236}">
                <ns2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714832166"/>
      </p:ext>
    </p:extLst>
  </p:cSld>
  <p:clrMapOvr>
    <a:masterClrMapping/>
  </p:clrMapOvr>
</p:sld>
</file>

<file path=ppt/slides/slide3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3/3）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ns2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7148321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depends_on 與 Flask retry 解決不同問題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 retry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資料庫還沒 ready 時，程式端等待後重試連線。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只控制啟動順序，不保證 MySQL 已 ready。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重點：depends_on 管容器啟動順序；retry 管應用程式連線可靠性。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  <p:clrMapOvr>
    <a:masterClrMapping/>
  </p:clrMapOvr>
</p:sld>
</file>

<file path=ppt/slides/slide3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 + MySQL）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ns2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714832166"/>
      </p:ext>
    </p:extLst>
  </p:cSld>
  <p:clrMapOvr>
    <a:masterClrMapping/>
  </p:clrMapOvr>
</p:sld>
</file>

<file path=ppt/slides/slide3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 + MySQL）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ns2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714832166"/>
      </p:ext>
    </p:extLst>
  </p:cSld>
  <p:clrMapOvr>
    <a:masterClrMapping/>
  </p:clrMapOvr>
</p:sld>
</file>

<file path=ppt/slides/slide38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id="{93D84B4A-E046-40ED-9E71-096B3DC5790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id="{AC191322-06B3-4D73-A1A7-F79E43954A3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1/3）</a:t>
            </a:r>
          </a:p>
        </p:txBody>
      </p:sp>
      <p:sp>
        <p:nvSpPr>
          <p:cNvPr id="4" name="Subtitle">
            <a:extLst>
              <a:ext uri="{FF2B5EF4-FFF2-40B4-BE49-F238E27FC236}">
                <a16:creationId id="{5F27A23E-710D-4343-A225-6D0587756BBD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id="{4827D97E-A273-4D25-A370-AEE82808B959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id="{E8AAFA7A-AC22-4BB3-B190-C54852FABD0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nginx:1.27-alpine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my-nginx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my-flask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</p:txBody>
      </p:sp>
      <p:sp>
        <p:nvSpPr>
          <p:cNvPr id="7" name="Footer">
            <a:extLst>
              <a:ext uri="{FF2B5EF4-FFF2-40B4-BE49-F238E27FC236}">
                <a16:creationId id="{C199D8C1-384E-4F9D-B08A-D6059DA79F3B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id="{739286C1-B53C-4A23-8195-4CA3B90AF435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val="643089087"/>
      </p:ext>
    </p:extLst>
  </p:cSld>
  <p:clrMapOvr>
    <a:masterClrMapping/>
  </p:clrMapOvr>
</p:sld>
</file>

<file path=ppt/slides/slide39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id="{24F5EF18-1A9B-4B89-92AF-49233194FD3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id="{1364DB57-A4B1-45A8-8A74-18BFB1BEAE2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2/3）</a:t>
            </a:r>
          </a:p>
        </p:txBody>
      </p:sp>
      <p:sp>
        <p:nvSpPr>
          <p:cNvPr id="4" name="Subtitle">
            <a:extLst>
              <a:ext uri="{FF2B5EF4-FFF2-40B4-BE49-F238E27FC236}">
                <a16:creationId id="{54F9B1FE-66EA-4F8C-93D5-40458BEB753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id="{8EB565F5-3DC6-43CA-BA4A-491958A83D8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id="{BE462DF9-535B-47C0-B625-08597191E45E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testdb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testuser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testpass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id="{1B8F98F6-AD64-489C-9A27-AE918DCC719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id="{3D9FDE10-2783-4745-BAD1-C61D862DEBC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val="1796273061"/>
      </p:ext>
    </p:extLst>
  </p:cSld>
  <p:clrMapOvr>
    <a:masterClrMapping/>
  </p:clrMapOvr>
</p:sld>
</file>

<file path=ppt/slides/slide40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3/3）</a:t>
            </a:r>
          </a:p>
        </p:txBody>
      </p:sp>
      <p:sp>
        <p:nvSpPr>
          <p:cNvPr id="4" name="Subtitle">
            <a:extLst>
              <a:ext uri="{FF2B5EF4-FFF2-40B4-BE49-F238E27FC236}">
                <a16:creationId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>
            <a:extLst>
              <a:ext uri="{FF2B5EF4-FFF2-40B4-BE49-F238E27FC236}">
                <a16:creationId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val="17148321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三個服務都應該是 Up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Nginx、Flask 與 MySQL 沒有錯誤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7C817E8-0011-4826-8F01-798A70884307}"/>
              </a:ext>
            </a:extLst>
          </p:cNvPr>
          <p:cNvSpPr>
            <a:spLocks noGrp="1"/>
          </p:cNvSpPr>
          <p:nvPr/>
        </p:nvSpPr>
        <p:spPr>
          <a:xfrm>
            <a:off x="80391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 JSON；localhost:3306 連 MySQL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740A2432-9FD1-40E5-B2FC-3083BBEC00BC}"/>
              </a:ext>
            </a:extLst>
          </p:cNvPr>
          <p:cNvSpPr>
            <a:spLocks noGrp="1"/>
          </p:cNvSpPr>
          <p:nvPr/>
        </p:nvSpPr>
        <p:spPr>
          <a:xfrm>
            <a:off x="3143250" y="4838700"/>
            <a:ext cx="5905500" cy="1028700"/>
          </a:xfrm>
          <a:prstGeom prst="roundRect">
            <a:avLst>
              <a:gd name="adj" fmla="val 92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E9EB53A2-4F81-46F8-A271-EDA4B5C9105C}"/>
              </a:ext>
            </a:extLst>
          </p:cNvPr>
          <p:cNvSpPr>
            <a:spLocks noGrp="1"/>
          </p:cNvSpPr>
          <p:nvPr/>
        </p:nvSpPr>
        <p:spPr>
          <a:xfrm>
            <a:off x="33147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46AA9D5-A746-4448-9710-5D15E8FB4F61}"/>
              </a:ext>
            </a:extLst>
          </p:cNvPr>
          <p:cNvSpPr>
            <a:spLocks noGrp="1"/>
          </p:cNvSpPr>
          <p:nvPr/>
        </p:nvSpPr>
        <p:spPr>
          <a:xfrm>
            <a:off x="34861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7CFE7939-1036-4BEE-ABF2-789D02FF5655}"/>
              </a:ext>
            </a:extLst>
          </p:cNvPr>
          <p:cNvSpPr>
            <a:spLocks noGrp="1"/>
          </p:cNvSpPr>
          <p:nvPr/>
        </p:nvSpPr>
        <p:spPr>
          <a:xfrm>
            <a:off x="36576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17B639E-D924-4BB1-AFF6-27B5738A39B5}"/>
              </a:ext>
            </a:extLst>
          </p:cNvPr>
          <p:cNvSpPr>
            <a:spLocks noGrp="1"/>
          </p:cNvSpPr>
          <p:nvPr/>
        </p:nvSpPr>
        <p:spPr>
          <a:xfrm>
            <a:off x="3352800" y="5257800"/>
            <a:ext cx="5486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5527" lnSpcReduction="1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  <p:clrMapOvr>
    <a:masterClrMapping/>
  </p:clrMapOvr>
</p:sld>
</file>

<file path=ppt/slides/slide4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id="{305CE85E-B951-41C2-A31D-898FB0D1E7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id="{44803DDD-2EDE-461E-8408-9CEC6BD8AA0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my-mysql 確認 Flask 寫入資料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id="{6A0FDC53-9C70-463C-B8D3-71F1E8B8BD80}"/>
              </a:ext>
            </a:extLst>
          </p:cNvPr>
          <p:cNvSpPr>
            <a:spLocks noGrp="1"/>
          </p:cNvSpPr>
          <p:nvPr/>
        </p:nvSpPr>
        <p:spPr>
          <a:xfrm>
            <a:off x="819150" y="1428750"/>
            <a:ext cx="6858000" cy="3505200"/>
          </a:xfrm>
          <a:prstGeom prst="roundRect">
            <a:avLst>
              <a:gd name="adj" fmla="val 27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id="{B5C5C32F-EB97-468B-A621-C145EADC9CAD}"/>
              </a:ext>
            </a:extLst>
          </p:cNvPr>
          <p:cNvSpPr>
            <a:spLocks noGrp="1"/>
          </p:cNvSpPr>
          <p:nvPr/>
        </p:nvSpPr>
        <p:spPr>
          <a:xfrm>
            <a:off x="9906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id="{846E790F-732F-4F34-943E-F987B54E31BA}"/>
              </a:ext>
            </a:extLst>
          </p:cNvPr>
          <p:cNvSpPr>
            <a:spLocks noGrp="1"/>
          </p:cNvSpPr>
          <p:nvPr/>
        </p:nvSpPr>
        <p:spPr>
          <a:xfrm>
            <a:off x="11620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id="{4327BB44-9687-4C34-B84D-7207D9887591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id="{26BD62FC-5561-4062-82C4-F68DF7FC29EF}"/>
              </a:ext>
            </a:extLst>
          </p:cNvPr>
          <p:cNvSpPr>
            <a:spLocks noGrp="1"/>
          </p:cNvSpPr>
          <p:nvPr/>
        </p:nvSpPr>
        <p:spPr>
          <a:xfrm>
            <a:off x="1028700" y="1847850"/>
            <a:ext cx="64389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db mysql -u testuser -p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visits;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id="{8112AC9D-6ED5-4411-978E-DA57123544BF}"/>
              </a:ext>
            </a:extLst>
          </p:cNvPr>
          <p:cNvSpPr>
            <a:spLocks noGrp="1"/>
          </p:cNvSpPr>
          <p:nvPr/>
        </p:nvSpPr>
        <p:spPr>
          <a:xfrm>
            <a:off x="8172450" y="2038350"/>
            <a:ext cx="2857500" cy="1600200"/>
          </a:xfrm>
          <a:prstGeom prst="roundRect">
            <a:avLst>
              <a:gd name="adj" fmla="val 7143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id="{5E612176-FA1F-492C-B481-489F034269ED}"/>
              </a:ext>
            </a:extLst>
          </p:cNvPr>
          <p:cNvSpPr>
            <a:spLocks noGrp="1"/>
          </p:cNvSpPr>
          <p:nvPr/>
        </p:nvSpPr>
        <p:spPr>
          <a:xfrm>
            <a:off x="8401050" y="22288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矩形 9">
            <a:extLst>
              <a:ext uri="{FF2B5EF4-FFF2-40B4-BE49-F238E27FC236}">
                <a16:creationId id="{207A063A-3D12-4F65-B219-669D15634A99}"/>
              </a:ext>
            </a:extLst>
          </p:cNvPr>
          <p:cNvSpPr>
            <a:spLocks noGrp="1"/>
          </p:cNvSpPr>
          <p:nvPr/>
        </p:nvSpPr>
        <p:spPr>
          <a:xfrm>
            <a:off x="8401050" y="2647950"/>
            <a:ext cx="2400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Flask 真的透過 db 寫入 MySQL。</a:t>
            </a:r>
          </a:p>
        </p:txBody>
      </p:sp>
      <p:sp>
        <p:nvSpPr>
          <p:cNvPr id="11" name="矩形 10">
            <a:extLst>
              <a:ext uri="{FF2B5EF4-FFF2-40B4-BE49-F238E27FC236}">
                <a16:creationId id="{314DE522-3962-44B7-879B-6F43B4EB0C8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id="{5615CFC8-DC87-441C-828E-7A339002929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id="{4B4A4B2D-FD34-4D67-86F2-E7856800CF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val="8905043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  <p:clrMapOvr>
    <a:masterClrMapping/>
  </p:clrMapOvr>
</p:sld>
</file>

<file path=ppt/slides/slide4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ns2:creationId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矩形 1">
            <a:extLst>
              <a:ext uri="{FF2B5EF4-FFF2-40B4-BE49-F238E27FC236}">
                <ns2:creationId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管兩個 MySQL 版本</a:t>
            </a:r>
          </a:p>
        </p:txBody>
      </p:sp>
      <p:sp>
        <p:nvSpPr>
          <p:cNvPr id="3" name="矩形: 圓角 2">
            <a:extLst>
              <a:ext uri="{FF2B5EF4-FFF2-40B4-BE49-F238E27FC236}">
                <ns2:creationId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ns2:creationId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ns2:creationId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ns2:creationId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ns2:creationId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mysql9 mysql -u root -p -e "SELECT VERSION();"</a:t>
            </a:r>
          </a:p>
        </p:txBody>
      </p:sp>
      <p:sp>
        <p:nvSpPr>
          <p:cNvPr id="8" name="矩形: 圓角 7">
            <a:extLst>
              <a:ext uri="{FF2B5EF4-FFF2-40B4-BE49-F238E27FC236}">
                <ns2:creationId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ns2:creationId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矩形: 圓角 10">
            <a:extLst>
              <a:ext uri="{FF2B5EF4-FFF2-40B4-BE49-F238E27FC236}">
                <ns2:creationId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ns2:creationId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down -v 會連 Volume 一起刪，確認後再執行。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ns2:creationId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1212774863"/>
      </p:ext>
    </p:extLst>
  </p:cSld>
  <p:clrMapOvr>
    <a:masterClrMapping/>
  </p:clrMapOvr>
</p:sld>
</file>

<file path=ppt/slides/slide4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87DB311C-8E8E-4C76-9D74-CF1698ED409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669F863F-45E0-46F1-94DB-34D0ACAACA4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1/2）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2CA4C807-06C5-4997-85A5-33BCFD01DED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694DFF00-7A47-491B-9D3A-47A6E607FDE5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083E66F7-D4F5-4E63-BD02-1D1B4D8676FA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>
              <a:ext uri="{FF2B5EF4-FFF2-40B4-BE49-F238E27FC236}">
                <ns2:creationId id="{30577E29-140E-4EAF-BD3F-7DE317364DC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E88DE876-D7EA-415F-9D42-45C02E5114A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683127243"/>
      </p:ext>
    </p:extLst>
  </p:cSld>
  <p:clrMapOvr>
    <a:masterClrMapping/>
  </p:clrMapOvr>
</p:sld>
</file>

<file path=ppt/slides/slide4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6E71E3EE-27C0-4E02-BED7-ECE531FAC4C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5E04A94C-942F-44E0-84AA-5908B8B844DD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2/2）</a:t>
            </a:r>
          </a:p>
        </p:txBody>
      </p:sp>
      <p:sp>
        <p:nvSpPr>
          <p:cNvPr id="4" name="Subtitle">
            <a:extLst>
              <a:ext uri="{FF2B5EF4-FFF2-40B4-BE49-F238E27FC236}">
                <ns2:creationId id="{C2AB1A58-1566-42E2-8650-EFD37FDED80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D6EDE3A0-0B39-4C30-B378-FDB5C416291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2BD9E99F-CF50-40C9-A22D-1FF8EF07399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>
              <a:ext uri="{FF2B5EF4-FFF2-40B4-BE49-F238E27FC236}">
                <ns2:creationId id="{D68E727E-9D59-437D-B5C5-DAEABF3B0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0E06D9B8-FC21-4B8D-8800-479C12044EE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19220129"/>
      </p:ext>
    </p:extLst>
  </p:cSld>
  <p:clrMapOvr>
    <a:masterClrMapping/>
  </p:clrMapOvr>
</p:sld>
</file>

<file path=ppt/slides/slide4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ns2:creationId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ns2:creationId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矩形: 圓角 2">
            <a:extLst>
              <a:ext uri="{FF2B5EF4-FFF2-40B4-BE49-F238E27FC236}">
                <ns2:creationId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2552700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ns2:creationId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ns2:creationId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ns2:creationId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ns2:creationId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p3-mysql-versions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mysql9 mysql -u root -p -e "SELECT VERSION();"</a:t>
            </a:r>
          </a:p>
        </p:txBody>
      </p:sp>
      <p:sp>
        <p:nvSpPr>
          <p:cNvPr id="8" name="矩形: 圓角 7">
            <a:extLst>
              <a:ext uri="{FF2B5EF4-FFF2-40B4-BE49-F238E27FC236}">
                <ns2:creationId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ns2:creationId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矩形: 圓角 10">
            <a:extLst>
              <a:ext uri="{FF2B5EF4-FFF2-40B4-BE49-F238E27FC236}">
                <ns2:creationId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ns2:creationId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矩形: 圓角 13">
            <a:extLst>
              <a:ext uri="{FF2B5EF4-FFF2-40B4-BE49-F238E27FC236}">
                <ns2:creationId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ns2:creationId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compose down -v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會刪資料，確認後再執行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ns2:creationId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20581643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0711F0B6-62AA-43D4-B556-696DB35A5C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1BE7D2-8043-4DAC-A573-AEA1E6301AA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B94D57-EB94-478C-BE50-387A3CF60771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D3D806-EAC1-4087-9ED8-25520A3BC727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Flask +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401198-E200-44DE-8207-E6BAAED867B3}"/>
              </a:ext>
            </a:extLst>
          </p:cNvPr>
          <p:cNvSpPr>
            <a:spLocks noGrp="1"/>
          </p:cNvSpPr>
          <p:nvPr/>
        </p:nvSpPr>
        <p:spPr>
          <a:xfrm>
            <a:off x="11430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參考前面解答，改出 Browser -&gt; Nginx -&gt; Flask -&gt; MySQL 的三服務 Compose，並用 docker compose config、ps、wget 和 docker stats 觀察狀態與資源。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3DD4825-0C2A-4AF8-8077-AC6D442009B3}"/>
              </a:ext>
            </a:extLst>
          </p:cNvPr>
          <p:cNvSpPr>
            <a:spLocks noGrp="1"/>
          </p:cNvSpPr>
          <p:nvPr/>
        </p:nvSpPr>
        <p:spPr>
          <a:xfrm>
            <a:off x="65151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F87105D-AB09-46AD-A622-3F102B60F746}"/>
              </a:ext>
            </a:extLst>
          </p:cNvPr>
          <p:cNvSpPr>
            <a:spLocks noGrp="1"/>
          </p:cNvSpPr>
          <p:nvPr/>
        </p:nvSpPr>
        <p:spPr>
          <a:xfrm>
            <a:off x="67437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D90466-E0E5-4B1D-8558-37B915E0D9CD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374C755-3EA3-4D16-ABF8-B2086E0D3444}"/>
              </a:ext>
            </a:extLst>
          </p:cNvPr>
          <p:cNvSpPr>
            <a:spLocks noGrp="1"/>
          </p:cNvSpPr>
          <p:nvPr/>
        </p:nvSpPr>
        <p:spPr>
          <a:xfrm>
            <a:off x="2076450" y="4762500"/>
            <a:ext cx="80391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D1EF222-50D8-41A6-893C-1BD1FE17A576}"/>
              </a:ext>
            </a:extLst>
          </p:cNvPr>
          <p:cNvSpPr>
            <a:spLocks noGrp="1"/>
          </p:cNvSpPr>
          <p:nvPr/>
        </p:nvSpPr>
        <p:spPr>
          <a:xfrm>
            <a:off x="2381250" y="49530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CF5D00-94EE-4B22-AADA-24028FAF78D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F44DFF-C1C0-47E4-A541-993BD10068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C3ED2C-3B43-47D6-9CF0-CD0383C42BF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45121320"/>
      </p:ext>
    </p:extLst>
  </p:cSld>
  <p:clrMapOvr>
    <a:masterClrMapping/>
  </p:clrMapOvr>
</p:sld>
</file>

<file path=ppt/slides/slide4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 app.py (1/2)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pymysql.connect(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host=os.environ["DB_HOST"],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user=os.environ["DB_USER"],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password=os.environ["DB_PASSWORD"],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database=os.environ["DB_NAME"],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charset="utf8mb4",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cursorclass=pymysql.cursors.DictCursor,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 app.py (2/2)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last_error = None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for _ in range(10):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try: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with connect_db() as conn: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with conn.cursor() as cursor: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cursor.execute("""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CREATE TABLE IF NOT EXISTS visits (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    id INT NOT NULL AUTO_INCREMENT PRIMARY KEY,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    created_at TIMESTAMP NOT NULL DEFAULT CURRENT_TIMESTAMP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""")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cursor.execute("INSERT INTO visits () VALUES ()")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conn.commit()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cursor.execute("SELECT COUNT(*) AS count FROM visits")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row = cursor.fetchone()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return jsonify(message="Flask connected to MySQL",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   db_host=os.environ["DB_HOST"], visits=row["count"])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except Exception as error: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last_error = error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time.sleep(2)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jsonify(error=str(last_error)), 500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 requirements.txt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9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883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 compose.yaml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my-flask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testdb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testuser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testpass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8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val="35484903"/>
      </p:ext>
    </p:extLst>
  </p:cSld>
  <p:clrMapOvr>
    <a:masterClrMapping/>
  </p:clrMapOvr>
</p:sld>
</file>

<file path=ppt/slides/slide5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883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 compose.yaml (2/2)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(1/3)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(2/3)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(3/3)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完整程式碼：compose-nginx-flask-mysql/app/requirements.txt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ns2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ns2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完整程式碼：compose-nginx-flask-mysql/nginx/default.conf</a:t>
            </a:r>
          </a:p>
        </p:txBody>
      </p:sp>
      <p:sp>
        <p:nvSpPr>
          <p:cNvPr id="4" name="Subtitle">
            <a:extLst>
              <a:ext uri="{FF2B5EF4-FFF2-40B4-BE49-F238E27FC236}">
                <ns2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ns2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ns2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ns2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ns2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35484903"/>
      </p:ext>
    </p:extLst>
  </p:cSld>
  <p:clrMapOvr>
    <a:masterClrMapping/>
  </p:clrMapOvr>
</p:sld>
</file>

<file path=ppt/slides/slide59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nginx:1.27-alpine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testdb</a:t>
            </a:r>
          </a:p>
        </p:txBody>
      </p:sp>
      <p:sp>
        <p:nvSpPr>
          <p:cNvPr id="7" name="Footer">
            <a:extLst>
              <a:ext uri="{FF2B5EF4-FFF2-40B4-BE49-F238E27FC236}">
                <a16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val="35484903"/>
      </p:ext>
    </p:extLst>
  </p:cSld>
  <p:clrMapOvr>
    <a:masterClrMapping/>
  </p:clrMapOvr>
</p:sld>
</file>

<file path=ppt/slides/slide60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testuser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testpass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sh -c "pip install -r requirements.txt &amp;&amp; python app.py"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</p:txBody>
      </p:sp>
      <p:sp>
        <p:nvSpPr>
          <p:cNvPr id="7" name="Footer">
            <a:extLst>
              <a:ext uri="{FF2B5EF4-FFF2-40B4-BE49-F238E27FC236}">
                <a16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val="35484903"/>
      </p:ext>
    </p:extLst>
  </p:cSld>
  <p:clrMapOvr>
    <a:masterClrMapping/>
  </p:clrMapOvr>
</p:sld>
</file>

<file path=ppt/slides/slide6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>
            <a:extLst>
              <a:ext uri="{FF2B5EF4-FFF2-40B4-BE49-F238E27FC236}">
                <a16:creationId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val="354849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4952</Words>
  <Application>Microsoft Macintosh PowerPoint</Application>
  <DocSecurity>0</DocSecurity>
  <PresentationFormat>寬螢幕</PresentationFormat>
  <Paragraphs>1033</Paragraphs>
  <Slides>63</Slides>
  <Notes>63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63</vt:i4>
      </vt:variant>
    </vt:vector>
  </HeadingPairs>
  <TitlesOfParts>
    <vt:vector size="68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2</cp:revision>
  <dcterms:created xsi:type="dcterms:W3CDTF">2026-06-25T15:11:11Z</dcterms:created>
  <dcterms:modified xsi:type="dcterms:W3CDTF">2026-06-26T03:08:35Z</dcterms:modified>
</cp:coreProperties>
</file>