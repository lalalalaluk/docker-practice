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606b7aa6544768" /><Relationship Type="http://schemas.openxmlformats.org/officeDocument/2006/relationships/extended-properties" Target="/docProps/app.xml" Id="R24a29dbe192943f4" /><Relationship Type="http://schemas.openxmlformats.org/officeDocument/2006/relationships/officeDocument" Target="/ppt/presentation.xml" Id="R53d09d9848794e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e393ee884e43b3"/>
  </p:sldMasterIdLst>
  <p:notesMasterIdLst>
    <p:notesMasterId xmlns:r="http://schemas.openxmlformats.org/officeDocument/2006/relationships" r:id="Rb70dc6f867524df4"/>
  </p:notesMasterIdLst>
  <p:sldIdLst>
    <p:sldId xmlns:r="http://schemas.openxmlformats.org/officeDocument/2006/relationships" id="256" r:id="Rf04ee7754d734923"/>
    <p:sldId xmlns:r="http://schemas.openxmlformats.org/officeDocument/2006/relationships" id="257" r:id="R7ab30e64da214909"/>
    <p:sldId xmlns:r="http://schemas.openxmlformats.org/officeDocument/2006/relationships" id="258" r:id="R80155b9b8b554868"/>
    <p:sldId xmlns:r="http://schemas.openxmlformats.org/officeDocument/2006/relationships" id="259" r:id="Rbd76220bd9f8498d"/>
    <p:sldId xmlns:r="http://schemas.openxmlformats.org/officeDocument/2006/relationships" id="260" r:id="R1c909ad2b4424762"/>
    <p:sldId xmlns:r="http://schemas.openxmlformats.org/officeDocument/2006/relationships" id="261" r:id="R7eff7344e84449ad"/>
    <p:sldId xmlns:r="http://schemas.openxmlformats.org/officeDocument/2006/relationships" id="262" r:id="R70e27275e0d34f7a"/>
    <p:sldId xmlns:r="http://schemas.openxmlformats.org/officeDocument/2006/relationships" id="263" r:id="Rf1a3785c13674d7d"/>
    <p:sldId xmlns:r="http://schemas.openxmlformats.org/officeDocument/2006/relationships" id="264" r:id="R149affd6fda34b02"/>
    <p:sldId xmlns:r="http://schemas.openxmlformats.org/officeDocument/2006/relationships" id="265" r:id="Re5f6a75d12364270"/>
    <p:sldId xmlns:r="http://schemas.openxmlformats.org/officeDocument/2006/relationships" id="266" r:id="Ra0474b530e344b93"/>
    <p:sldId xmlns:r="http://schemas.openxmlformats.org/officeDocument/2006/relationships" id="267" r:id="Re00af84625db4024"/>
    <p:sldId xmlns:r="http://schemas.openxmlformats.org/officeDocument/2006/relationships" id="268" r:id="R9cfe12a771984654"/>
    <p:sldId xmlns:r="http://schemas.openxmlformats.org/officeDocument/2006/relationships" id="269" r:id="Rfc9ccc09db0b49a0"/>
    <p:sldId xmlns:r="http://schemas.openxmlformats.org/officeDocument/2006/relationships" id="270" r:id="R6fa5ed3497d64318"/>
    <p:sldId xmlns:r="http://schemas.openxmlformats.org/officeDocument/2006/relationships" id="271" r:id="R78304e299d60461c"/>
    <p:sldId xmlns:r="http://schemas.openxmlformats.org/officeDocument/2006/relationships" id="272" r:id="Ra633d1c3c29b43dc"/>
    <p:sldId xmlns:r="http://schemas.openxmlformats.org/officeDocument/2006/relationships" id="273" r:id="Rb4688e8ace764e18"/>
    <p:sldId xmlns:r="http://schemas.openxmlformats.org/officeDocument/2006/relationships" id="274" r:id="Rc20a8e8a621342e4"/>
    <p:sldId xmlns:r="http://schemas.openxmlformats.org/officeDocument/2006/relationships" id="275" r:id="Re506e123bdcc470a"/>
    <p:sldId xmlns:r="http://schemas.openxmlformats.org/officeDocument/2006/relationships" id="276" r:id="Rc933efec2fd740d0"/>
    <p:sldId xmlns:r="http://schemas.openxmlformats.org/officeDocument/2006/relationships" id="277" r:id="R71a4b17eb8d047cb"/>
    <p:sldId xmlns:r="http://schemas.openxmlformats.org/officeDocument/2006/relationships" id="278" r:id="R6c5d722c35f1487c"/>
    <p:sldId xmlns:r="http://schemas.openxmlformats.org/officeDocument/2006/relationships" id="279" r:id="Rc96406ca2ce743df"/>
    <p:sldId xmlns:r="http://schemas.openxmlformats.org/officeDocument/2006/relationships" id="280" r:id="Ra6e6152a3f404b1a"/>
    <p:sldId xmlns:r="http://schemas.openxmlformats.org/officeDocument/2006/relationships" id="281" r:id="Ra8f8cf06b3e74a0a"/>
    <p:sldId xmlns:r="http://schemas.openxmlformats.org/officeDocument/2006/relationships" id="282" r:id="Rdc1419b2abcc4421"/>
    <p:sldId xmlns:r="http://schemas.openxmlformats.org/officeDocument/2006/relationships" id="283" r:id="R42122124421f462c"/>
    <p:sldId xmlns:r="http://schemas.openxmlformats.org/officeDocument/2006/relationships" id="284" r:id="R4ea827eddf6b4159"/>
    <p:sldId xmlns:r="http://schemas.openxmlformats.org/officeDocument/2006/relationships" id="285" r:id="Rf50797feb9fc425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4b4d9dd98a42cb" /><Relationship Type="http://schemas.openxmlformats.org/officeDocument/2006/relationships/slideMaster" Target="/ppt/slideMasters/slideMaster1.xml" Id="Rbee393ee884e43b3" /><Relationship Type="http://schemas.openxmlformats.org/officeDocument/2006/relationships/notesMaster" Target="/ppt/notesMasters/notesMaster1.xml" Id="Rb70dc6f867524df4" /><Relationship Type="http://schemas.openxmlformats.org/officeDocument/2006/relationships/presProps" Target="/ppt/presProps.xml" Id="Rb1e5094010894a8e" /><Relationship Type="http://schemas.openxmlformats.org/officeDocument/2006/relationships/tableStyles" Target="/ppt/tableStyles.xml" Id="R262c1d8e83204222" /><Relationship Type="http://schemas.openxmlformats.org/officeDocument/2006/relationships/slide" Target="/ppt/slides/slide1.xml" Id="Rf04ee7754d734923" /><Relationship Type="http://schemas.openxmlformats.org/officeDocument/2006/relationships/slide" Target="/ppt/slides/slide2.xml" Id="R7ab30e64da214909" /><Relationship Type="http://schemas.openxmlformats.org/officeDocument/2006/relationships/slide" Target="/ppt/slides/slide3.xml" Id="R80155b9b8b554868" /><Relationship Type="http://schemas.openxmlformats.org/officeDocument/2006/relationships/slide" Target="/ppt/slides/slide4.xml" Id="Rbd76220bd9f8498d" /><Relationship Type="http://schemas.openxmlformats.org/officeDocument/2006/relationships/slide" Target="/ppt/slides/slide5.xml" Id="R1c909ad2b4424762" /><Relationship Type="http://schemas.openxmlformats.org/officeDocument/2006/relationships/slide" Target="/ppt/slides/slide6.xml" Id="R7eff7344e84449ad" /><Relationship Type="http://schemas.openxmlformats.org/officeDocument/2006/relationships/slide" Target="/ppt/slides/slide7.xml" Id="R70e27275e0d34f7a" /><Relationship Type="http://schemas.openxmlformats.org/officeDocument/2006/relationships/slide" Target="/ppt/slides/slide8.xml" Id="Rf1a3785c13674d7d" /><Relationship Type="http://schemas.openxmlformats.org/officeDocument/2006/relationships/slide" Target="/ppt/slides/slide9.xml" Id="R149affd6fda34b02" /><Relationship Type="http://schemas.openxmlformats.org/officeDocument/2006/relationships/slide" Target="/ppt/slides/slide10.xml" Id="Re5f6a75d12364270" /><Relationship Type="http://schemas.openxmlformats.org/officeDocument/2006/relationships/slide" Target="/ppt/slides/slide11.xml" Id="Ra0474b530e344b93" /><Relationship Type="http://schemas.openxmlformats.org/officeDocument/2006/relationships/slide" Target="/ppt/slides/slide12.xml" Id="Re00af84625db4024" /><Relationship Type="http://schemas.openxmlformats.org/officeDocument/2006/relationships/slide" Target="/ppt/slides/slide13.xml" Id="R9cfe12a771984654" /><Relationship Type="http://schemas.openxmlformats.org/officeDocument/2006/relationships/slide" Target="/ppt/slides/slide14.xml" Id="Rfc9ccc09db0b49a0" /><Relationship Type="http://schemas.openxmlformats.org/officeDocument/2006/relationships/slide" Target="/ppt/slides/slide15.xml" Id="R6fa5ed3497d64318" /><Relationship Type="http://schemas.openxmlformats.org/officeDocument/2006/relationships/slide" Target="/ppt/slides/slide16.xml" Id="R78304e299d60461c" /><Relationship Type="http://schemas.openxmlformats.org/officeDocument/2006/relationships/slide" Target="/ppt/slides/slide17.xml" Id="Ra633d1c3c29b43dc" /><Relationship Type="http://schemas.openxmlformats.org/officeDocument/2006/relationships/slide" Target="/ppt/slides/slide18.xml" Id="Rb4688e8ace764e18" /><Relationship Type="http://schemas.openxmlformats.org/officeDocument/2006/relationships/slide" Target="/ppt/slides/slide19.xml" Id="Rc20a8e8a621342e4" /><Relationship Type="http://schemas.openxmlformats.org/officeDocument/2006/relationships/slide" Target="/ppt/slides/slide20.xml" Id="Re506e123bdcc470a" /><Relationship Type="http://schemas.openxmlformats.org/officeDocument/2006/relationships/slide" Target="/ppt/slides/slide21.xml" Id="Rc933efec2fd740d0" /><Relationship Type="http://schemas.openxmlformats.org/officeDocument/2006/relationships/slide" Target="/ppt/slides/slide22.xml" Id="R71a4b17eb8d047cb" /><Relationship Type="http://schemas.openxmlformats.org/officeDocument/2006/relationships/slide" Target="/ppt/slides/slide23.xml" Id="R6c5d722c35f1487c" /><Relationship Type="http://schemas.openxmlformats.org/officeDocument/2006/relationships/slide" Target="/ppt/slides/slide24.xml" Id="Rc96406ca2ce743df" /><Relationship Type="http://schemas.openxmlformats.org/officeDocument/2006/relationships/slide" Target="/ppt/slides/slide25.xml" Id="Ra6e6152a3f404b1a" /><Relationship Type="http://schemas.openxmlformats.org/officeDocument/2006/relationships/slide" Target="/ppt/slides/slide26.xml" Id="Ra8f8cf06b3e74a0a" /><Relationship Type="http://schemas.openxmlformats.org/officeDocument/2006/relationships/slide" Target="/ppt/slides/slide27.xml" Id="Rdc1419b2abcc4421" /><Relationship Type="http://schemas.openxmlformats.org/officeDocument/2006/relationships/slide" Target="/ppt/slides/slide28.xml" Id="R42122124421f462c" /><Relationship Type="http://schemas.openxmlformats.org/officeDocument/2006/relationships/slide" Target="/ppt/slides/slide29.xml" Id="R4ea827eddf6b4159" /><Relationship Type="http://schemas.openxmlformats.org/officeDocument/2006/relationships/slide" Target="/ppt/slides/slide30.xml" Id="Rf50797feb9fc42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1ba19da51a4b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54b42524824c8e" /><Relationship Type="http://schemas.openxmlformats.org/officeDocument/2006/relationships/notesMaster" Target="/ppt/notesMasters/notesMaster1.xml" Id="R25c71462626346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c4c7af4acf4ca4" /><Relationship Type="http://schemas.openxmlformats.org/officeDocument/2006/relationships/notesMaster" Target="/ppt/notesMasters/notesMaster1.xml" Id="R8b7f25b74f2640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cf13973af410f" /><Relationship Type="http://schemas.openxmlformats.org/officeDocument/2006/relationships/notesMaster" Target="/ppt/notesMasters/notesMaster1.xml" Id="R68407274a1574c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a8426cabd44972" /><Relationship Type="http://schemas.openxmlformats.org/officeDocument/2006/relationships/notesMaster" Target="/ppt/notesMasters/notesMaster1.xml" Id="Rdc0977f0db264b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57b746e84041c1" /><Relationship Type="http://schemas.openxmlformats.org/officeDocument/2006/relationships/notesMaster" Target="/ppt/notesMasters/notesMaster1.xml" Id="R8f52644e6d664e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9a436136842de" /><Relationship Type="http://schemas.openxmlformats.org/officeDocument/2006/relationships/notesMaster" Target="/ppt/notesMasters/notesMaster1.xml" Id="R1ff07b3b9dde44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41e64769724c6b" /><Relationship Type="http://schemas.openxmlformats.org/officeDocument/2006/relationships/notesMaster" Target="/ppt/notesMasters/notesMaster1.xml" Id="R7918063d21ff49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3461fabad24e97" /><Relationship Type="http://schemas.openxmlformats.org/officeDocument/2006/relationships/notesMaster" Target="/ppt/notesMasters/notesMaster1.xml" Id="R5ff818843e8d42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342d947cf346ab" /><Relationship Type="http://schemas.openxmlformats.org/officeDocument/2006/relationships/notesMaster" Target="/ppt/notesMasters/notesMaster1.xml" Id="R2f167d6f549f4e2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d560267d8f4cbe" /><Relationship Type="http://schemas.openxmlformats.org/officeDocument/2006/relationships/notesMaster" Target="/ppt/notesMasters/notesMaster1.xml" Id="R088a37e57257400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09c9ae5653422f" /><Relationship Type="http://schemas.openxmlformats.org/officeDocument/2006/relationships/notesMaster" Target="/ppt/notesMasters/notesMaster1.xml" Id="R45e9e7d29abf44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d0a948ba1c4df8" /><Relationship Type="http://schemas.openxmlformats.org/officeDocument/2006/relationships/notesMaster" Target="/ppt/notesMasters/notesMaster1.xml" Id="Re0e52a0c96df421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37095a64c2419d" /><Relationship Type="http://schemas.openxmlformats.org/officeDocument/2006/relationships/notesMaster" Target="/ppt/notesMasters/notesMaster1.xml" Id="Rfcd7290997c645a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d02487d054141e5" /><Relationship Type="http://schemas.openxmlformats.org/officeDocument/2006/relationships/notesMaster" Target="/ppt/notesMasters/notesMaster1.xml" Id="R6e680b79b6274a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d017157a8b6487f" /><Relationship Type="http://schemas.openxmlformats.org/officeDocument/2006/relationships/notesMaster" Target="/ppt/notesMasters/notesMaster1.xml" Id="R4580cf5fa28a4aa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69aa8ae9e3d45b5" /><Relationship Type="http://schemas.openxmlformats.org/officeDocument/2006/relationships/notesMaster" Target="/ppt/notesMasters/notesMaster1.xml" Id="R88bf52b59f5d465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ec4a177f8a2432c" /><Relationship Type="http://schemas.openxmlformats.org/officeDocument/2006/relationships/notesMaster" Target="/ppt/notesMasters/notesMaster1.xml" Id="R43efa0541fac42e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00eae5c92041f7" /><Relationship Type="http://schemas.openxmlformats.org/officeDocument/2006/relationships/notesMaster" Target="/ppt/notesMasters/notesMaster1.xml" Id="Rfaaca101c55e41f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52fe9656434c01" /><Relationship Type="http://schemas.openxmlformats.org/officeDocument/2006/relationships/notesMaster" Target="/ppt/notesMasters/notesMaster1.xml" Id="R6d13616bec6d4ed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d19e88f991f4f03" /><Relationship Type="http://schemas.openxmlformats.org/officeDocument/2006/relationships/notesMaster" Target="/ppt/notesMasters/notesMaster1.xml" Id="Reb06f6fc35e046d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26eb0e5fce44011" /><Relationship Type="http://schemas.openxmlformats.org/officeDocument/2006/relationships/notesMaster" Target="/ppt/notesMasters/notesMaster1.xml" Id="Rf39c272b5c474b4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5afd629bcc48a3" /><Relationship Type="http://schemas.openxmlformats.org/officeDocument/2006/relationships/notesMaster" Target="/ppt/notesMasters/notesMaster1.xml" Id="R8d6da373019c4e1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19e4d037e2f4f5e" /><Relationship Type="http://schemas.openxmlformats.org/officeDocument/2006/relationships/notesMaster" Target="/ppt/notesMasters/notesMaster1.xml" Id="R09723b884e5c45d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cb65d950f8040aa" /><Relationship Type="http://schemas.openxmlformats.org/officeDocument/2006/relationships/notesMaster" Target="/ppt/notesMasters/notesMaster1.xml" Id="R56a8d088b3214f7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2a5ce2fb4484262" /><Relationship Type="http://schemas.openxmlformats.org/officeDocument/2006/relationships/notesMaster" Target="/ppt/notesMasters/notesMaster1.xml" Id="Rcc3b118312ab4f0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ef43a188e414db2" /><Relationship Type="http://schemas.openxmlformats.org/officeDocument/2006/relationships/notesMaster" Target="/ppt/notesMasters/notesMaster1.xml" Id="Rad642e3a8951488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1a4eff69101438c" /><Relationship Type="http://schemas.openxmlformats.org/officeDocument/2006/relationships/notesMaster" Target="/ppt/notesMasters/notesMaster1.xml" Id="R70abed7cb12e49c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a76d4db3db14236" /><Relationship Type="http://schemas.openxmlformats.org/officeDocument/2006/relationships/notesMaster" Target="/ppt/notesMasters/notesMaster1.xml" Id="R40aa2032a4474af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003bc24b1234ced" /><Relationship Type="http://schemas.openxmlformats.org/officeDocument/2006/relationships/notesMaster" Target="/ppt/notesMasters/notesMaster1.xml" Id="R3327542ecd224fe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68bb8860c4c4963" /><Relationship Type="http://schemas.openxmlformats.org/officeDocument/2006/relationships/notesMaster" Target="/ppt/notesMasters/notesMaster1.xml" Id="Rc51f605f95e84f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3 堂是從單容器操作進入多服務環境的轉折點：資料庫、Compose、服務間連線。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提醒學生：第三堂會開始更接近真實開發環境。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區分開發和生產。避免學生誤以為正式資料庫直接用本機 Docker 跑就好。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3 堂概念題 Q1。參考答案重點：開發資料可重建，生產資料需要 I/O、備份與複製，正式環境多用雲端託管資料庫。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強調不要背每個 Image 的參數，養成讀官方 Docker Hub 說明的習慣。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MYSQL_ROOT_PASSWORD 是啟動官方 MySQL Image 時最重要的必填項。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PowerShell 多行使用 ^。如果學生用 Git Bash 或 Linux shell，換成反斜線。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這頁連到 exercises 的 depends_on 限制：容器啟動不代表服務 ready。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投影片只放流程；完整 SQL 可回到講義操作。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用這頁銜接第二堂 Volume。資料庫沒有 Volume 等於把資料放在一次性容器裡。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Volume 名稱在冒號左邊，容器路徑在右邊。這裡不是 Windows 路徑。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3 堂實作題 P1。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這頁把痛點說清楚：長指令、易打錯、多服務需要網路與啟動順序。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新手常見錯誤是縮排。強調不要用 Tab。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先用概念圖講 services 與 volumes，再看完整 YAML 比較不會被縮排淹沒。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這頁是從 docker run 過渡到 Compose 的翻譯表。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這頁對應 exercises 的概念題 Q2。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3 堂概念題 Q2-Q3。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用生成圖支撐『一個設定檔協調多服務』的概念，但核心文字與流程仍可編輯。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提醒新版是 docker compose（空格），舊版才是 docker-compose（連字號）。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這頁讓學生知道為什麼 compose 檔案值得寫進專案。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3 堂實作題 P2。要求：Nginx、Redis、restart: unless-stopped、up/ps/down。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這是第三堂的主要 Compose 實作：web 與 db 同時啟動。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投影片只放關鍵片段；完整 html 和 compose 設定在講義。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學生常只看網頁，提醒也要看 logs。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這頁避免服務只啟動但沒有真正驗證功能。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這是資料安全的重點。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這頁收斂第三堂最後一小時：多版本並存與清理。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3 堂實作題 P3。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3 堂挑戰題 C1-C2。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bcd5db3de04b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9b718dd5d3442c" /><Relationship Type="http://schemas.openxmlformats.org/officeDocument/2006/relationships/slideLayout" Target="/ppt/slideLayouts/slideLayout1.xml" Id="R8d2e578e2fe142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2e578e2fe142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cd02cc65d4910" /><Relationship Type="http://schemas.openxmlformats.org/officeDocument/2006/relationships/image" Target="/ppt/media/image.png" Id="Rd3fd2e475a8c42e0" /><Relationship Type="http://schemas.openxmlformats.org/officeDocument/2006/relationships/notesSlide" Target="/ppt/notesSlides/notesSlide1.xml" Id="R2f5fc2485f1649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8e930269c4404" /><Relationship Type="http://schemas.openxmlformats.org/officeDocument/2006/relationships/notesSlide" Target="/ppt/notesSlides/notesSlide2.xml" Id="R91a177ca734949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1e6f3102f469a" /><Relationship Type="http://schemas.openxmlformats.org/officeDocument/2006/relationships/notesSlide" Target="/ppt/notesSlides/notesSlide3.xml" Id="R27d86eac1d654a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8bf854aaa4c6d" /><Relationship Type="http://schemas.openxmlformats.org/officeDocument/2006/relationships/notesSlide" Target="/ppt/notesSlides/notesSlide4.xml" Id="R73e53b653b5e46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7e15a5af94900" /><Relationship Type="http://schemas.openxmlformats.org/officeDocument/2006/relationships/notesSlide" Target="/ppt/notesSlides/notesSlide5.xml" Id="Rde3e80d60d4c40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444fa88e44d50" /><Relationship Type="http://schemas.openxmlformats.org/officeDocument/2006/relationships/notesSlide" Target="/ppt/notesSlides/notesSlide6.xml" Id="Rd12487465c7544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de8ddea394a2b" /><Relationship Type="http://schemas.openxmlformats.org/officeDocument/2006/relationships/notesSlide" Target="/ppt/notesSlides/notesSlide7.xml" Id="Re0f922dcd31c41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06386b7a247c2" /><Relationship Type="http://schemas.openxmlformats.org/officeDocument/2006/relationships/notesSlide" Target="/ppt/notesSlides/notesSlide8.xml" Id="R8e3c10b825e143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d982d55f74c23" /><Relationship Type="http://schemas.openxmlformats.org/officeDocument/2006/relationships/notesSlide" Target="/ppt/notesSlides/notesSlide9.xml" Id="Rdc164d04423e4f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8e220350e243d9" /><Relationship Type="http://schemas.openxmlformats.org/officeDocument/2006/relationships/notesSlide" Target="/ppt/notesSlides/notesSlide10.xml" Id="R77d209588b594b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4247bcff34da2" /><Relationship Type="http://schemas.openxmlformats.org/officeDocument/2006/relationships/notesSlide" Target="/ppt/notesSlides/notesSlide11.xml" Id="Rf31ef985c1f5455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a37f6ae34402f" /><Relationship Type="http://schemas.openxmlformats.org/officeDocument/2006/relationships/notesSlide" Target="/ppt/notesSlides/notesSlide12.xml" Id="Ra6619ad88d8043d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dc49374884afe" /><Relationship Type="http://schemas.openxmlformats.org/officeDocument/2006/relationships/notesSlide" Target="/ppt/notesSlides/notesSlide13.xml" Id="R51164384eb5a4c0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e4465425d46b6" /><Relationship Type="http://schemas.openxmlformats.org/officeDocument/2006/relationships/notesSlide" Target="/ppt/notesSlides/notesSlide14.xml" Id="R857397f37e1a45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e2c20e5af4889" /><Relationship Type="http://schemas.openxmlformats.org/officeDocument/2006/relationships/notesSlide" Target="/ppt/notesSlides/notesSlide15.xml" Id="Rbc2411f46621468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eed8eeaa2450a" /><Relationship Type="http://schemas.openxmlformats.org/officeDocument/2006/relationships/notesSlide" Target="/ppt/notesSlides/notesSlide16.xml" Id="R21e408b43bf8445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a6ae24cac4fa9" /><Relationship Type="http://schemas.openxmlformats.org/officeDocument/2006/relationships/notesSlide" Target="/ppt/notesSlides/notesSlide17.xml" Id="R0fca86038993448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fce18556142e5" /><Relationship Type="http://schemas.openxmlformats.org/officeDocument/2006/relationships/notesSlide" Target="/ppt/notesSlides/notesSlide18.xml" Id="R026a00f187344ba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861b8a83e4e29" /><Relationship Type="http://schemas.openxmlformats.org/officeDocument/2006/relationships/image" Target="/ppt/media/image2.png" Id="R8dc3f662b9cc4c0b" /><Relationship Type="http://schemas.openxmlformats.org/officeDocument/2006/relationships/notesSlide" Target="/ppt/notesSlides/notesSlide19.xml" Id="Rbb2ca38210cf4e2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8d4b45b444c85" /><Relationship Type="http://schemas.openxmlformats.org/officeDocument/2006/relationships/notesSlide" Target="/ppt/notesSlides/notesSlide20.xml" Id="Rd9b7e09b7fba40b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857c5b06044cf" /><Relationship Type="http://schemas.openxmlformats.org/officeDocument/2006/relationships/notesSlide" Target="/ppt/notesSlides/notesSlide21.xml" Id="R07b37405aa5e4fc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889f46af84b88" /><Relationship Type="http://schemas.openxmlformats.org/officeDocument/2006/relationships/notesSlide" Target="/ppt/notesSlides/notesSlide22.xml" Id="Ra1dbcf7f9c07429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2954c69244789" /><Relationship Type="http://schemas.openxmlformats.org/officeDocument/2006/relationships/notesSlide" Target="/ppt/notesSlides/notesSlide23.xml" Id="R3db72c7cbe88492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b445ec1b443d2" /><Relationship Type="http://schemas.openxmlformats.org/officeDocument/2006/relationships/notesSlide" Target="/ppt/notesSlides/notesSlide24.xml" Id="R15d14459bff7440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aaefc3ac6490d" /><Relationship Type="http://schemas.openxmlformats.org/officeDocument/2006/relationships/notesSlide" Target="/ppt/notesSlides/notesSlide25.xml" Id="Rd7acb70004ca40e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5672859864bc9" /><Relationship Type="http://schemas.openxmlformats.org/officeDocument/2006/relationships/notesSlide" Target="/ppt/notesSlides/notesSlide26.xml" Id="Rb3d1f868f462497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af4d7fbe14ea2" /><Relationship Type="http://schemas.openxmlformats.org/officeDocument/2006/relationships/notesSlide" Target="/ppt/notesSlides/notesSlide27.xml" Id="Re783ef2b1dee423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b49b139944673" /><Relationship Type="http://schemas.openxmlformats.org/officeDocument/2006/relationships/notesSlide" Target="/ppt/notesSlides/notesSlide28.xml" Id="Rba91eb8dbcf74a6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1c81c0ac54834" /><Relationship Type="http://schemas.openxmlformats.org/officeDocument/2006/relationships/notesSlide" Target="/ppt/notesSlides/notesSlide29.xml" Id="Rf4afe2393626498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8cd4b4558490d" /><Relationship Type="http://schemas.openxmlformats.org/officeDocument/2006/relationships/notesSlide" Target="/ppt/notesSlides/notesSlide30.xml" Id="R64dd2a68db4c41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d2e475a8c42e0"/>
          <a:srcRect xmlns:a="http://schemas.openxmlformats.org/drawingml/2006/main" l="18968" t="0" r="189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29150" y="0"/>
            <a:ext cx="75628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133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docker-compose.yml 一次管理多個服務。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session3.md</a:t>
            </a:r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docker-compose.yml，一鍵啟動。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MySQL、多版本 MySQL、Docker Hub 探索與清理。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95250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14850"/>
            <a:ext cx="90678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7625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1040130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007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0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240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240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5240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383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287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287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0764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764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907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812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81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289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289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432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336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336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813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813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956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2861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861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7338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338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481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385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385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862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862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005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910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910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572250" cy="3695700"/>
          </a:xfrm>
          <a:prstGeom xmlns:a="http://schemas.openxmlformats.org/drawingml/2006/main" prst="roundRect">
            <a:avLst>
              <a:gd name="adj" fmla="val 257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1531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287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716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526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955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765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99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004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338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433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3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577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67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5334000" cy="2038350"/>
          </a:xfrm>
          <a:prstGeom xmlns:a="http://schemas.openxmlformats.org/drawingml/2006/main" prst="roundRect">
            <a:avLst>
              <a:gd name="adj" fmla="val 467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4914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3714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86000"/>
            <a:ext cx="3257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01B3A-1248-4279-AD25-75E9E998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14850"/>
            <a:ext cx="85725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AE15A-17CF-48F6-B7EB-D0E45EC6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244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DF8A1-8F19-41FB-BA68-0E0DF0DD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62450"/>
            <a:ext cx="609600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44DB9-10AC-49AF-9FFA-407C0FC2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36E7DC-8A77-4B24-94CB-A115DBCA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4D46FC-FEB1-45CD-928C-A84D1A31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587ACA-67E0-4354-BFE7-16A8A145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81550"/>
            <a:ext cx="567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09750"/>
            <a:ext cx="20955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33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95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2D5C7-6B00-4D7B-9236-01CAD5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E2742-48DA-46D9-ABB1-9DC3E130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ED9988-D1C3-418C-B913-38717454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9B00C-6F12-423F-B08E-C803831C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834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1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85900"/>
            <a:ext cx="6191250" cy="3276600"/>
          </a:xfrm>
          <a:prstGeom xmlns:a="http://schemas.openxmlformats.org/drawingml/2006/main" prst="roundRect">
            <a:avLst>
              <a:gd name="adj" fmla="val 290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57721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90700"/>
            <a:ext cx="3143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812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6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43300"/>
            <a:ext cx="3143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52900"/>
            <a:ext cx="2686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6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429250"/>
            <a:ext cx="868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10591800" cy="4057650"/>
          </a:xfrm>
          <a:prstGeom xmlns:a="http://schemas.openxmlformats.org/drawingml/2006/main" prst="roundRect">
            <a:avLst>
              <a:gd name="adj" fmla="val 3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753100"/>
            <a:ext cx="80772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67400"/>
            <a:ext cx="7505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75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105918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1017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38500"/>
            <a:ext cx="952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4F46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95750"/>
            <a:ext cx="67437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00550"/>
            <a:ext cx="6019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83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把所有容器設定寫進 docker-compose.yml，一個指令全部啟動。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44767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38350"/>
            <a:ext cx="40576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5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054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docker-compose.yml 的心智模型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0200"/>
            <a:ext cx="102870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9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 / Flask 或 Nginx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/ volumes / command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環境變數與資料卷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2190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480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6710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 建立並管理具名資料卷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services 定義要跑哪些容器；volumes 定義資料要放在哪裡。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57700"/>
            <a:ext cx="86868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19650"/>
            <a:ext cx="86868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292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c3f662b9cc4c0b"/>
          <a:srcRect xmlns:a="http://schemas.openxmlformats.org/drawingml/2006/main" l="5014" t="0" r="50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>
              <a:gd name="adj" fmla="val 4762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compose 檔案裡的服務可以用服務名稱互相連線，例如 web 連 db。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設定可進 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 clone 專案後，只要 docker compose up 就能跑起環境。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Compose 是把環境變成檔案，不是靠每個人記一串指令。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51435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47850"/>
            <a:ext cx="472440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4287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906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002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717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336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431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146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765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861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576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195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005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624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720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7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docker-compose.yml 可以 commit 進 Git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P2：Docker Compose 從零開始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525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不看講義，自己寫一個 docker-compose.yml。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映射 port 8080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掛載本機 HTML 資料夾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redis:7-alpine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映射 port 6379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兩個服務都設定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unless-stopped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ps 確認兩個都 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12382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19650"/>
            <a:ext cx="701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實作架構：Nginx + MySQL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./html:/usr/share/nginx/html:ro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14650"/>
            <a:ext cx="9144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95800"/>
            <a:ext cx="40767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863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58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同一個 compose 專案，自動建立共享網路與資料卷。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F6E50D-6D30-4F37-8FA5-007A176C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DOCKER-COMPOSE.YML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BC23C-60C0-421F-AE44-9C30942A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MySQL 的 compose 關鍵片段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C863A-6120-4B59-846C-3E1502B0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6191250" cy="4324350"/>
          </a:xfrm>
          <a:prstGeom xmlns:a="http://schemas.openxmlformats.org/drawingml/2006/main" prst="roundRect">
            <a:avLst>
              <a:gd name="adj" fmla="val 220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3B805-8BB9-4395-B89E-B3E7CB10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AC720-D60C-4834-843F-1D41CE4E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E5DA2-972C-482D-9CA4-75FB4982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22E41-4D3A-47CF-B07B-370413B3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71650"/>
            <a:ext cx="5772150" cy="377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3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9D994-B65F-48F1-9CF3-8CD8B4E2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12E67-435C-4960-BA49-8E15812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1D17A-B978-4D35-86B6-E23C0034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193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負責靜態網頁，使用唯讀 Bind Mount。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8C442-7CEE-4950-9DB0-596E6108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65744-0F9F-4D7E-B829-53961A8F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A815E-DD04-4E3B-8124-FF9D09E7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576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1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負責資料庫，使用 Named Volume 保存資料。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347B9-D0D3-4479-9F09-2EE754AF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A8BA3-F032-4E41-A2B0-1B6AE28E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9D7E4-41D6-413F-86B3-143FF8D6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704948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兩個服務都應該是 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 與 MySQL 沒有錯誤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看網頁；localhost:3306 連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5905500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57800"/>
            <a:ext cx="548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5CE85E-B951-41C2-A31D-898FB0D1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03DDD-2EDE-461E-8408-9CEC6BD8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確認資料庫可用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FDC53-9C70-463C-B8D3-71F1E8B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6858000" cy="3505200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5C32F-EB97-468B-A621-C145EADC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790F-732F-4F34-943E-F987B54E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7BB44-9687-4C34-B84D-7207D988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D62FC-5561-4062-82C4-F68DF7F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47850"/>
            <a:ext cx="64389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test (id INT PRIMARY KEY, message VARCHAR(100));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test VALUES (1, 'Docker Compose works!');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test;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2AC9D-6ED5-4411-978E-DA571235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285750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12176-FA1F-492C-B481-489F0342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288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A063A-3D12-4F65-B219-669D1563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47950"/>
            <a:ext cx="2400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8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MySQL 真的可以登入、建表、寫入、查詢。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DE522-3962-44B7-879B-6F43B4EB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5CFC8-DC87-441C-828E-7A339002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4A4B2D-FD34-4D67-86F2-E785680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9050438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53000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744200" cy="2400300"/>
          </a:xfrm>
          <a:prstGeom xmlns:a="http://schemas.openxmlformats.org/drawingml/2006/main" prst="roundRect">
            <a:avLst>
              <a:gd name="adj" fmla="val 39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103251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744200" cy="2552700"/>
          </a:xfrm>
          <a:prstGeom xmlns:a="http://schemas.openxmlformats.org/drawingml/2006/main" prst="roundRect">
            <a:avLst>
              <a:gd name="adj" fmla="val 373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10325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MySQL + Redis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寫一個 docker-compose.yml 同時啟動三個服務，並用 docker compose ps 和 docker stats 觀察狀態與資源。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62500"/>
            <a:ext cx="80391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2026-06-16T14:56:57.1150000Z</dcterms:created>
  <dcterms:modified xsi:type="dcterms:W3CDTF">2026-06-16T14:56:57.1150000Z</dcterms:modified>
</coreProperties>
</file>